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ags/tag2.xml" ContentType="application/vnd.openxmlformats-officedocument.presentationml.tags+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removePersonalInfoOnSave="1">
  <p:sldMasterIdLst>
    <p:sldMasterId id="2147483862" r:id="rId4"/>
    <p:sldMasterId id="2147483879" r:id="rId5"/>
    <p:sldMasterId id="2147484015" r:id="rId6"/>
  </p:sldMasterIdLst>
  <p:notesMasterIdLst>
    <p:notesMasterId r:id="rId25"/>
  </p:notesMasterIdLst>
  <p:handoutMasterIdLst>
    <p:handoutMasterId r:id="rId26"/>
  </p:handoutMasterIdLst>
  <p:sldIdLst>
    <p:sldId id="335" r:id="rId7"/>
    <p:sldId id="2147483505" r:id="rId8"/>
    <p:sldId id="2147483506" r:id="rId9"/>
    <p:sldId id="2147483508" r:id="rId10"/>
    <p:sldId id="2147483496" r:id="rId11"/>
    <p:sldId id="2147483497" r:id="rId12"/>
    <p:sldId id="2147483498" r:id="rId13"/>
    <p:sldId id="2147483509" r:id="rId14"/>
    <p:sldId id="2147483499" r:id="rId15"/>
    <p:sldId id="2147483500" r:id="rId16"/>
    <p:sldId id="2147483501" r:id="rId17"/>
    <p:sldId id="2147483510" r:id="rId18"/>
    <p:sldId id="2147483503" r:id="rId19"/>
    <p:sldId id="2147483504" r:id="rId20"/>
    <p:sldId id="2147483511" r:id="rId21"/>
    <p:sldId id="2147483512" r:id="rId22"/>
    <p:sldId id="2147478379" r:id="rId23"/>
    <p:sldId id="2147478365" r:id="rId24"/>
  </p:sldIdLst>
  <p:sldSz cx="12192000" cy="6858000"/>
  <p:notesSz cx="6724650" cy="9774238"/>
  <p:custDataLst>
    <p:tags r:id="rId2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3288" userDrawn="1">
          <p15:clr>
            <a:srgbClr val="A4A3A4"/>
          </p15:clr>
        </p15:guide>
        <p15:guide id="5" pos="19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CFCF"/>
    <a:srgbClr val="BFBFBF"/>
    <a:srgbClr val="FDDCE5"/>
    <a:srgbClr val="007D61"/>
    <a:srgbClr val="B1232D"/>
    <a:srgbClr val="7F35B2"/>
    <a:srgbClr val="E6E6E6"/>
    <a:srgbClr val="FFA3C2"/>
    <a:srgbClr val="E377DC"/>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540" y="294"/>
      </p:cViewPr>
      <p:guideLst>
        <p:guide orient="horz" pos="3288"/>
        <p:guide pos="190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tags" Target="tags/tag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RYUIC6940\Documents\draft\Seminar\202510%20ECDB\ECDB2025_BoDE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RYUIC6940\Documents\draft\Seminar\202510%20ECDB\ECDB2025_BoDEA.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RYUIC6940\Documents\draft\Seminar\202510%20ECDB\ECDB2025_BoDEA.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altLang="en-US" sz="1600" b="1" i="0" u="none" strike="noStrike" kern="1200" spc="0" baseline="0">
                <a:solidFill>
                  <a:srgbClr val="000000"/>
                </a:solidFill>
                <a:latin typeface="BIZ UDP明朝 Medium" panose="02020500000000000000" pitchFamily="18" charset="-128"/>
                <a:ea typeface="BIZ UDP明朝 Medium" panose="02020500000000000000" pitchFamily="18" charset="-128"/>
                <a:cs typeface="Arial"/>
              </a:defRPr>
            </a:pPr>
            <a:r>
              <a:rPr lang="ja-JP" altLang="en-US" sz="1600">
                <a:latin typeface="BIZ UDP明朝 Medium" panose="02020500000000000000" pitchFamily="18" charset="-128"/>
                <a:ea typeface="BIZ UDP明朝 Medium" panose="02020500000000000000" pitchFamily="18" charset="-128"/>
              </a:rPr>
              <a:t>取締役会実効性評価において課題抽出・アクションプラン策定で採用している手法・プロセス</a:t>
            </a:r>
            <a:endParaRPr lang="ja-JP" sz="1600">
              <a:latin typeface="BIZ UDP明朝 Medium" panose="02020500000000000000" pitchFamily="18" charset="-128"/>
              <a:ea typeface="BIZ UDP明朝 Medium" panose="02020500000000000000" pitchFamily="18" charset="-128"/>
            </a:endParaRPr>
          </a:p>
        </c:rich>
      </c:tx>
      <c:layout>
        <c:manualLayout>
          <c:xMode val="edge"/>
          <c:yMode val="edge"/>
          <c:x val="0.14480575288143327"/>
          <c:y val="4.7747645970457379E-2"/>
        </c:manualLayout>
      </c:layout>
      <c:overlay val="0"/>
      <c:spPr>
        <a:noFill/>
        <a:ln>
          <a:noFill/>
        </a:ln>
        <a:effectLst/>
      </c:spPr>
      <c:txPr>
        <a:bodyPr rot="0" spcFirstLastPara="1" vertOverflow="ellipsis" vert="horz" wrap="square" anchor="ctr" anchorCtr="1"/>
        <a:lstStyle/>
        <a:p>
          <a:pPr>
            <a:defRPr lang="ja-JP" altLang="en-US" sz="1600" b="1" i="0" u="none" strike="noStrike" kern="1200" spc="0" baseline="0">
              <a:solidFill>
                <a:srgbClr val="000000"/>
              </a:solidFill>
              <a:latin typeface="BIZ UDP明朝 Medium" panose="02020500000000000000" pitchFamily="18" charset="-128"/>
              <a:ea typeface="BIZ UDP明朝 Medium" panose="02020500000000000000" pitchFamily="18" charset="-128"/>
              <a:cs typeface="Arial"/>
            </a:defRPr>
          </a:pPr>
          <a:endParaRPr lang="ja-JP"/>
        </a:p>
      </c:txPr>
    </c:title>
    <c:autoTitleDeleted val="0"/>
    <c:plotArea>
      <c:layout>
        <c:manualLayout>
          <c:layoutTarget val="inner"/>
          <c:xMode val="edge"/>
          <c:yMode val="edge"/>
          <c:x val="0.30775207207118477"/>
          <c:y val="0.15364487260559792"/>
          <c:w val="0.64277993428301639"/>
          <c:h val="0.77162854733395925"/>
        </c:manualLayout>
      </c:layout>
      <c:barChart>
        <c:barDir val="bar"/>
        <c:grouping val="stacked"/>
        <c:varyColors val="0"/>
        <c:ser>
          <c:idx val="0"/>
          <c:order val="0"/>
          <c:tx>
            <c:strRef>
              <c:f>Sheet1!$D$5</c:f>
              <c:strCache>
                <c:ptCount val="1"/>
                <c:pt idx="0">
                  <c:v>外部アドバイザーの関与あり</c:v>
                </c:pt>
              </c:strCache>
            </c:strRef>
          </c:tx>
          <c:spPr>
            <a:solidFill>
              <a:schemeClr val="accent1"/>
            </a:solidFill>
            <a:ln>
              <a:noFill/>
            </a:ln>
            <a:effectLst/>
          </c:spPr>
          <c:invertIfNegative val="0"/>
          <c:cat>
            <c:strRef>
              <c:f>Sheet1!$C$6:$C$15</c:f>
              <c:strCache>
                <c:ptCount val="10"/>
                <c:pt idx="0">
                  <c:v>その他</c:v>
                </c:pt>
                <c:pt idx="1">
                  <c:v>個々の取締役のパーソナリティ分析</c:v>
                </c:pt>
                <c:pt idx="2">
                  <c:v>審議の観察・分析</c:v>
                </c:pt>
                <c:pt idx="3">
                  <c:v>個々の取締役のパフォーマンス評価</c:v>
                </c:pt>
                <c:pt idx="4">
                  <c:v>エンゲージメントサーベイ結果の反映</c:v>
                </c:pt>
                <c:pt idx="5">
                  <c:v>株主・投資家の意見・要望の反映</c:v>
                </c:pt>
                <c:pt idx="6">
                  <c:v>取締役会構成のレビュー</c:v>
                </c:pt>
                <c:pt idx="7">
                  <c:v>取締役会の運営状況のレビュー</c:v>
                </c:pt>
                <c:pt idx="8">
                  <c:v>インタビューによる意見収集</c:v>
                </c:pt>
                <c:pt idx="9">
                  <c:v>アンケートによる意見収集</c:v>
                </c:pt>
              </c:strCache>
            </c:strRef>
          </c:cat>
          <c:val>
            <c:numRef>
              <c:f>Sheet1!$D$6:$D$15</c:f>
              <c:numCache>
                <c:formatCode>#,##0_);[Red]\(#,##0\)</c:formatCode>
                <c:ptCount val="10"/>
                <c:pt idx="0">
                  <c:v>16</c:v>
                </c:pt>
                <c:pt idx="1">
                  <c:v>12</c:v>
                </c:pt>
                <c:pt idx="2">
                  <c:v>22</c:v>
                </c:pt>
                <c:pt idx="3">
                  <c:v>20</c:v>
                </c:pt>
                <c:pt idx="4">
                  <c:v>19</c:v>
                </c:pt>
                <c:pt idx="5">
                  <c:v>36</c:v>
                </c:pt>
                <c:pt idx="6">
                  <c:v>102</c:v>
                </c:pt>
                <c:pt idx="7">
                  <c:v>110</c:v>
                </c:pt>
                <c:pt idx="8">
                  <c:v>103</c:v>
                </c:pt>
                <c:pt idx="9">
                  <c:v>163</c:v>
                </c:pt>
              </c:numCache>
            </c:numRef>
          </c:val>
          <c:extLst>
            <c:ext xmlns:c16="http://schemas.microsoft.com/office/drawing/2014/chart" uri="{C3380CC4-5D6E-409C-BE32-E72D297353CC}">
              <c16:uniqueId val="{00000000-5F26-476E-AF10-57FA39BAADF0}"/>
            </c:ext>
          </c:extLst>
        </c:ser>
        <c:ser>
          <c:idx val="1"/>
          <c:order val="1"/>
          <c:tx>
            <c:strRef>
              <c:f>Sheet1!$E$5</c:f>
              <c:strCache>
                <c:ptCount val="1"/>
                <c:pt idx="0">
                  <c:v>外部アドバイザーの関与なし</c:v>
                </c:pt>
              </c:strCache>
            </c:strRef>
          </c:tx>
          <c:spPr>
            <a:solidFill>
              <a:schemeClr val="accent3"/>
            </a:solidFill>
            <a:ln>
              <a:noFill/>
            </a:ln>
            <a:effectLst/>
          </c:spPr>
          <c:invertIfNegative val="0"/>
          <c:cat>
            <c:strRef>
              <c:f>Sheet1!$C$6:$C$15</c:f>
              <c:strCache>
                <c:ptCount val="10"/>
                <c:pt idx="0">
                  <c:v>その他</c:v>
                </c:pt>
                <c:pt idx="1">
                  <c:v>個々の取締役のパーソナリティ分析</c:v>
                </c:pt>
                <c:pt idx="2">
                  <c:v>審議の観察・分析</c:v>
                </c:pt>
                <c:pt idx="3">
                  <c:v>個々の取締役のパフォーマンス評価</c:v>
                </c:pt>
                <c:pt idx="4">
                  <c:v>エンゲージメントサーベイ結果の反映</c:v>
                </c:pt>
                <c:pt idx="5">
                  <c:v>株主・投資家の意見・要望の反映</c:v>
                </c:pt>
                <c:pt idx="6">
                  <c:v>取締役会構成のレビュー</c:v>
                </c:pt>
                <c:pt idx="7">
                  <c:v>取締役会の運営状況のレビュー</c:v>
                </c:pt>
                <c:pt idx="8">
                  <c:v>インタビューによる意見収集</c:v>
                </c:pt>
                <c:pt idx="9">
                  <c:v>アンケートによる意見収集</c:v>
                </c:pt>
              </c:strCache>
            </c:strRef>
          </c:cat>
          <c:val>
            <c:numRef>
              <c:f>Sheet1!$E$6:$E$15</c:f>
              <c:numCache>
                <c:formatCode>General</c:formatCode>
                <c:ptCount val="10"/>
                <c:pt idx="0" formatCode="#,##0_);[Red]\(#,##0\)">
                  <c:v>15</c:v>
                </c:pt>
                <c:pt idx="3" formatCode="#,##0_);[Red]\(#,##0\)">
                  <c:v>63</c:v>
                </c:pt>
                <c:pt idx="4" formatCode="#,##0_);[Red]\(#,##0\)">
                  <c:v>54</c:v>
                </c:pt>
                <c:pt idx="5" formatCode="#,##0_);[Red]\(#,##0\)">
                  <c:v>112</c:v>
                </c:pt>
                <c:pt idx="6" formatCode="#,##0_);[Red]\(#,##0\)">
                  <c:v>131</c:v>
                </c:pt>
                <c:pt idx="7" formatCode="#,##0_);[Red]\(#,##0\)">
                  <c:v>138</c:v>
                </c:pt>
                <c:pt idx="8" formatCode="#,##0_);[Red]\(#,##0\)">
                  <c:v>83</c:v>
                </c:pt>
                <c:pt idx="9" formatCode="#,##0_);[Red]\(#,##0\)">
                  <c:v>110</c:v>
                </c:pt>
              </c:numCache>
            </c:numRef>
          </c:val>
          <c:extLst>
            <c:ext xmlns:c16="http://schemas.microsoft.com/office/drawing/2014/chart" uri="{C3380CC4-5D6E-409C-BE32-E72D297353CC}">
              <c16:uniqueId val="{00000001-5F26-476E-AF10-57FA39BAADF0}"/>
            </c:ext>
          </c:extLst>
        </c:ser>
        <c:dLbls>
          <c:showLegendKey val="0"/>
          <c:showVal val="0"/>
          <c:showCatName val="0"/>
          <c:showSerName val="0"/>
          <c:showPercent val="0"/>
          <c:showBubbleSize val="0"/>
        </c:dLbls>
        <c:gapWidth val="100"/>
        <c:overlap val="100"/>
        <c:axId val="1184779440"/>
        <c:axId val="1184773680"/>
      </c:barChart>
      <c:catAx>
        <c:axId val="118477944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1200" b="0" i="0" u="none" strike="noStrike" kern="1200" baseline="0">
                <a:solidFill>
                  <a:sysClr val="windowText" lastClr="000000"/>
                </a:solidFill>
                <a:latin typeface="BIZ UDP明朝 Medium" panose="02020500000000000000" pitchFamily="18" charset="-128"/>
                <a:ea typeface="BIZ UDP明朝 Medium" panose="02020500000000000000" pitchFamily="18" charset="-128"/>
                <a:cs typeface="+mn-cs"/>
              </a:defRPr>
            </a:pPr>
            <a:endParaRPr lang="ja-JP"/>
          </a:p>
        </c:txPr>
        <c:crossAx val="1184773680"/>
        <c:crosses val="autoZero"/>
        <c:auto val="1"/>
        <c:lblAlgn val="ctr"/>
        <c:lblOffset val="100"/>
        <c:noMultiLvlLbl val="0"/>
      </c:catAx>
      <c:valAx>
        <c:axId val="1184773680"/>
        <c:scaling>
          <c:orientation val="minMax"/>
        </c:scaling>
        <c:delete val="0"/>
        <c:axPos val="b"/>
        <c:majorGridlines>
          <c:spPr>
            <a:ln w="9525" cap="flat" cmpd="sng" algn="ctr">
              <a:solidFill>
                <a:schemeClr val="tx1">
                  <a:lumMod val="15000"/>
                  <a:lumOff val="85000"/>
                </a:schemeClr>
              </a:solidFill>
              <a:round/>
            </a:ln>
            <a:effectLst/>
          </c:spPr>
        </c:majorGridlines>
        <c:numFmt formatCode="#,##0_);[Red]\(#,##0\)" sourceLinked="1"/>
        <c:majorTickMark val="none"/>
        <c:minorTickMark val="none"/>
        <c:tickLblPos val="nextTo"/>
        <c:spPr>
          <a:noFill/>
          <a:ln>
            <a:noFill/>
          </a:ln>
          <a:effectLst/>
        </c:spPr>
        <c:txPr>
          <a:bodyPr rot="-60000000" spcFirstLastPara="1" vertOverflow="ellipsis" vert="horz" wrap="square" anchor="ctr" anchorCtr="1"/>
          <a:lstStyle/>
          <a:p>
            <a:pPr>
              <a:defRPr lang="ja-JP" sz="1200" b="0" i="0" u="none" strike="noStrike" kern="1200" baseline="0">
                <a:solidFill>
                  <a:schemeClr val="tx1"/>
                </a:solidFill>
                <a:latin typeface="Times New Roman" panose="02020603050405020304" pitchFamily="18" charset="0"/>
                <a:ea typeface="BIZ UDP明朝 Medium" panose="02020500000000000000" pitchFamily="18" charset="-128"/>
                <a:cs typeface="Times New Roman" panose="02020603050405020304" pitchFamily="18" charset="0"/>
              </a:defRPr>
            </a:pPr>
            <a:endParaRPr lang="ja-JP"/>
          </a:p>
        </c:txPr>
        <c:crossAx val="1184779440"/>
        <c:crosses val="autoZero"/>
        <c:crossBetween val="between"/>
      </c:valAx>
      <c:spPr>
        <a:noFill/>
        <a:ln>
          <a:noFill/>
        </a:ln>
        <a:effectLst/>
      </c:spPr>
    </c:plotArea>
    <c:legend>
      <c:legendPos val="b"/>
      <c:layout>
        <c:manualLayout>
          <c:xMode val="edge"/>
          <c:yMode val="edge"/>
          <c:x val="0.6572912209003765"/>
          <c:y val="0.64626934408264314"/>
          <c:w val="0.23633681744265664"/>
          <c:h val="0.15213270077958047"/>
        </c:manualLayout>
      </c:layout>
      <c:overlay val="0"/>
      <c:spPr>
        <a:solidFill>
          <a:schemeClr val="bg1"/>
        </a:solidFill>
        <a:ln>
          <a:solidFill>
            <a:schemeClr val="bg1">
              <a:lumMod val="50000"/>
            </a:schemeClr>
          </a:solidFill>
        </a:ln>
        <a:effectLst/>
      </c:spPr>
      <c:txPr>
        <a:bodyPr rot="0" spcFirstLastPara="1" vertOverflow="ellipsis" vert="horz" wrap="square" anchor="ctr" anchorCtr="1"/>
        <a:lstStyle/>
        <a:p>
          <a:pPr>
            <a:defRPr lang="ja-JP" sz="1200" b="0" i="0" u="none" strike="noStrike" kern="1200" baseline="0">
              <a:solidFill>
                <a:schemeClr val="tx1"/>
              </a:solidFill>
              <a:latin typeface="BIZ UDP明朝 Medium" panose="02020500000000000000" pitchFamily="18" charset="-128"/>
              <a:ea typeface="BIZ UDP明朝 Medium" panose="02020500000000000000" pitchFamily="18" charset="-128"/>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altLang="en-US" sz="1600" b="1" i="0" u="none" strike="noStrike" kern="1200" spc="0" baseline="0">
                <a:solidFill>
                  <a:srgbClr val="000000"/>
                </a:solidFill>
                <a:latin typeface="BIZ UDP明朝 Medium" panose="02020500000000000000" pitchFamily="18" charset="-128"/>
                <a:ea typeface="BIZ UDP明朝 Medium" panose="02020500000000000000" pitchFamily="18" charset="-128"/>
                <a:cs typeface="Arial"/>
              </a:defRPr>
            </a:pPr>
            <a:r>
              <a:rPr lang="ja-JP" altLang="en-US">
                <a:latin typeface="BIZ UDP明朝 Medium" panose="02020500000000000000" pitchFamily="18" charset="-128"/>
                <a:ea typeface="BIZ UDP明朝 Medium" panose="02020500000000000000" pitchFamily="18" charset="-128"/>
              </a:rPr>
              <a:t>検討されたが実現できていない手法・プロセス</a:t>
            </a:r>
          </a:p>
        </c:rich>
      </c:tx>
      <c:overlay val="0"/>
      <c:spPr>
        <a:noFill/>
        <a:ln>
          <a:noFill/>
        </a:ln>
        <a:effectLst/>
      </c:spPr>
      <c:txPr>
        <a:bodyPr rot="0" spcFirstLastPara="1" vertOverflow="ellipsis" vert="horz" wrap="square" anchor="ctr" anchorCtr="1"/>
        <a:lstStyle/>
        <a:p>
          <a:pPr>
            <a:defRPr lang="ja-JP" altLang="en-US" sz="1600" b="1" i="0" u="none" strike="noStrike" kern="1200" spc="0" baseline="0">
              <a:solidFill>
                <a:srgbClr val="000000"/>
              </a:solidFill>
              <a:latin typeface="BIZ UDP明朝 Medium" panose="02020500000000000000" pitchFamily="18" charset="-128"/>
              <a:ea typeface="BIZ UDP明朝 Medium" panose="02020500000000000000" pitchFamily="18" charset="-128"/>
              <a:cs typeface="Arial"/>
            </a:defRPr>
          </a:pPr>
          <a:endParaRPr lang="ja-JP"/>
        </a:p>
      </c:txPr>
    </c:title>
    <c:autoTitleDeleted val="0"/>
    <c:plotArea>
      <c:layout>
        <c:manualLayout>
          <c:layoutTarget val="inner"/>
          <c:xMode val="edge"/>
          <c:yMode val="edge"/>
          <c:x val="0.29832275682851911"/>
          <c:y val="0.13122482837774901"/>
          <c:w val="0.67976174778327025"/>
          <c:h val="0.79442000707584859"/>
        </c:manualLayout>
      </c:layout>
      <c:barChart>
        <c:barDir val="bar"/>
        <c:grouping val="clustered"/>
        <c:varyColors val="0"/>
        <c:ser>
          <c:idx val="0"/>
          <c:order val="0"/>
          <c:tx>
            <c:strRef>
              <c:f>Sheet1!$H$27</c:f>
              <c:strCache>
                <c:ptCount val="1"/>
                <c:pt idx="0">
                  <c:v>検討されたが実現できていない</c:v>
                </c:pt>
              </c:strCache>
            </c:strRef>
          </c:tx>
          <c:spPr>
            <a:solidFill>
              <a:schemeClr val="tx2"/>
            </a:solidFill>
            <a:ln>
              <a:noFill/>
            </a:ln>
            <a:effectLst/>
          </c:spPr>
          <c:invertIfNegative val="0"/>
          <c:cat>
            <c:strRef>
              <c:f>Sheet1!$C$28:$G$37</c:f>
              <c:strCache>
                <c:ptCount val="10"/>
                <c:pt idx="0">
                  <c:v>その他</c:v>
                </c:pt>
                <c:pt idx="1">
                  <c:v>個々の取締役のパーソナリティ分析</c:v>
                </c:pt>
                <c:pt idx="2">
                  <c:v>審議の観察・分析</c:v>
                </c:pt>
                <c:pt idx="3">
                  <c:v>個々の取締役のパフォーマンス評価</c:v>
                </c:pt>
                <c:pt idx="4">
                  <c:v>エンゲージメントサーベイ結果の反映</c:v>
                </c:pt>
                <c:pt idx="5">
                  <c:v>株主・投資家の意見・要望の反映</c:v>
                </c:pt>
                <c:pt idx="6">
                  <c:v>取締役会構成のレビュー</c:v>
                </c:pt>
                <c:pt idx="7">
                  <c:v>取締役会の運営状況のレビュー</c:v>
                </c:pt>
                <c:pt idx="8">
                  <c:v>インタビューによる意見収集</c:v>
                </c:pt>
                <c:pt idx="9">
                  <c:v>アンケートによる意見収集</c:v>
                </c:pt>
              </c:strCache>
            </c:strRef>
          </c:cat>
          <c:val>
            <c:numRef>
              <c:f>Sheet1!$H$28:$H$37</c:f>
              <c:numCache>
                <c:formatCode>#,##0_);[Red]\(#,##0\)</c:formatCode>
                <c:ptCount val="10"/>
                <c:pt idx="0">
                  <c:v>1</c:v>
                </c:pt>
                <c:pt idx="1">
                  <c:v>13</c:v>
                </c:pt>
                <c:pt idx="2">
                  <c:v>11</c:v>
                </c:pt>
                <c:pt idx="3">
                  <c:v>25</c:v>
                </c:pt>
                <c:pt idx="4">
                  <c:v>12</c:v>
                </c:pt>
                <c:pt idx="5">
                  <c:v>9</c:v>
                </c:pt>
                <c:pt idx="6">
                  <c:v>2</c:v>
                </c:pt>
                <c:pt idx="7">
                  <c:v>2</c:v>
                </c:pt>
                <c:pt idx="8">
                  <c:v>16</c:v>
                </c:pt>
                <c:pt idx="9">
                  <c:v>0</c:v>
                </c:pt>
              </c:numCache>
            </c:numRef>
          </c:val>
          <c:extLst>
            <c:ext xmlns:c16="http://schemas.microsoft.com/office/drawing/2014/chart" uri="{C3380CC4-5D6E-409C-BE32-E72D297353CC}">
              <c16:uniqueId val="{00000000-A0CF-4AA1-B6F7-535CC5159FD9}"/>
            </c:ext>
          </c:extLst>
        </c:ser>
        <c:dLbls>
          <c:showLegendKey val="0"/>
          <c:showVal val="0"/>
          <c:showCatName val="0"/>
          <c:showSerName val="0"/>
          <c:showPercent val="0"/>
          <c:showBubbleSize val="0"/>
        </c:dLbls>
        <c:gapWidth val="100"/>
        <c:axId val="1135512480"/>
        <c:axId val="1135511040"/>
      </c:barChart>
      <c:catAx>
        <c:axId val="113551248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1050" b="0" i="0" u="none" strike="noStrike" kern="1200" baseline="0">
                <a:solidFill>
                  <a:sysClr val="windowText" lastClr="000000"/>
                </a:solidFill>
                <a:latin typeface="BIZ UDP明朝 Medium" panose="02020500000000000000" pitchFamily="18" charset="-128"/>
                <a:ea typeface="BIZ UDP明朝 Medium" panose="02020500000000000000" pitchFamily="18" charset="-128"/>
                <a:cs typeface="+mn-cs"/>
              </a:defRPr>
            </a:pPr>
            <a:endParaRPr lang="ja-JP"/>
          </a:p>
        </c:txPr>
        <c:crossAx val="1135511040"/>
        <c:crosses val="autoZero"/>
        <c:auto val="1"/>
        <c:lblAlgn val="ctr"/>
        <c:lblOffset val="100"/>
        <c:noMultiLvlLbl val="0"/>
      </c:catAx>
      <c:valAx>
        <c:axId val="1135511040"/>
        <c:scaling>
          <c:orientation val="minMax"/>
        </c:scaling>
        <c:delete val="0"/>
        <c:axPos val="b"/>
        <c:majorGridlines>
          <c:spPr>
            <a:ln w="9525" cap="flat" cmpd="sng" algn="ctr">
              <a:solidFill>
                <a:schemeClr val="tx1">
                  <a:lumMod val="15000"/>
                  <a:lumOff val="85000"/>
                </a:schemeClr>
              </a:solidFill>
              <a:round/>
            </a:ln>
            <a:effectLst/>
          </c:spPr>
        </c:majorGridlines>
        <c:numFmt formatCode="#,##0_);[Red]\(#,##0\)" sourceLinked="1"/>
        <c:majorTickMark val="none"/>
        <c:minorTickMark val="none"/>
        <c:tickLblPos val="nextTo"/>
        <c:spPr>
          <a:noFill/>
          <a:ln>
            <a:noFill/>
          </a:ln>
          <a:effectLst/>
        </c:spPr>
        <c:txPr>
          <a:bodyPr rot="-60000000" spcFirstLastPara="1" vertOverflow="ellipsis" vert="horz" wrap="square" anchor="ctr" anchorCtr="1"/>
          <a:lstStyle/>
          <a:p>
            <a:pPr>
              <a:defRPr lang="ja-JP" sz="1100" b="0" i="0" u="none" strike="noStrike" kern="1200" baseline="0">
                <a:solidFill>
                  <a:schemeClr val="tx1"/>
                </a:solidFill>
                <a:latin typeface="Times New Roman" panose="02020603050405020304" pitchFamily="18" charset="0"/>
                <a:ea typeface="BIZ UDP明朝 Medium" panose="02020500000000000000" pitchFamily="18" charset="-128"/>
                <a:cs typeface="Times New Roman" panose="02020603050405020304" pitchFamily="18" charset="0"/>
              </a:defRPr>
            </a:pPr>
            <a:endParaRPr lang="ja-JP"/>
          </a:p>
        </c:txPr>
        <c:crossAx val="11355124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altLang="en-US" sz="1400" b="1" i="0" u="none" strike="noStrike" kern="1200" spc="0" baseline="0">
                <a:solidFill>
                  <a:srgbClr val="000000"/>
                </a:solidFill>
                <a:latin typeface="BIZ UDP明朝 Medium" panose="02020500000000000000" pitchFamily="18" charset="-128"/>
                <a:ea typeface="BIZ UDP明朝 Medium" panose="02020500000000000000" pitchFamily="18" charset="-128"/>
                <a:cs typeface="Arial"/>
              </a:defRPr>
            </a:pPr>
            <a:r>
              <a:rPr lang="ja-JP" altLang="en-US" sz="1400">
                <a:latin typeface="BIZ UDP明朝 Medium" panose="02020500000000000000" pitchFamily="18" charset="-128"/>
                <a:ea typeface="BIZ UDP明朝 Medium" panose="02020500000000000000" pitchFamily="18" charset="-128"/>
              </a:rPr>
              <a:t>「個々の取締役のパフォーマンス評価」が実現できていない理由</a:t>
            </a:r>
            <a:endParaRPr lang="ja-JP" sz="1400">
              <a:latin typeface="BIZ UDP明朝 Medium" panose="02020500000000000000" pitchFamily="18" charset="-128"/>
              <a:ea typeface="BIZ UDP明朝 Medium" panose="02020500000000000000" pitchFamily="18" charset="-128"/>
            </a:endParaRPr>
          </a:p>
        </c:rich>
      </c:tx>
      <c:layout>
        <c:manualLayout>
          <c:xMode val="edge"/>
          <c:yMode val="edge"/>
          <c:x val="0.11158345869402608"/>
          <c:y val="3.099972905748619E-2"/>
        </c:manualLayout>
      </c:layout>
      <c:overlay val="0"/>
      <c:spPr>
        <a:noFill/>
        <a:ln>
          <a:noFill/>
        </a:ln>
        <a:effectLst/>
      </c:spPr>
      <c:txPr>
        <a:bodyPr rot="0" spcFirstLastPara="1" vertOverflow="ellipsis" vert="horz" wrap="square" anchor="ctr" anchorCtr="1"/>
        <a:lstStyle/>
        <a:p>
          <a:pPr>
            <a:defRPr lang="ja-JP" altLang="en-US" sz="1400" b="1" i="0" u="none" strike="noStrike" kern="1200" spc="0" baseline="0">
              <a:solidFill>
                <a:srgbClr val="000000"/>
              </a:solidFill>
              <a:latin typeface="BIZ UDP明朝 Medium" panose="02020500000000000000" pitchFamily="18" charset="-128"/>
              <a:ea typeface="BIZ UDP明朝 Medium" panose="02020500000000000000" pitchFamily="18" charset="-128"/>
              <a:cs typeface="Arial"/>
            </a:defRPr>
          </a:pPr>
          <a:endParaRPr lang="ja-JP"/>
        </a:p>
      </c:txPr>
    </c:title>
    <c:autoTitleDeleted val="0"/>
    <c:plotArea>
      <c:layout>
        <c:manualLayout>
          <c:layoutTarget val="inner"/>
          <c:xMode val="edge"/>
          <c:yMode val="edge"/>
          <c:x val="0.29789827744526665"/>
          <c:y val="0.12978160093106983"/>
          <c:w val="0.41076992240334542"/>
          <c:h val="0.73398361019603697"/>
        </c:manualLayout>
      </c:layout>
      <c:doughnutChart>
        <c:varyColors val="1"/>
        <c:ser>
          <c:idx val="0"/>
          <c:order val="0"/>
          <c:dPt>
            <c:idx val="0"/>
            <c:bubble3D val="0"/>
            <c:spPr>
              <a:solidFill>
                <a:schemeClr val="accent1"/>
              </a:solidFill>
              <a:ln w="12700" cap="flat" cmpd="sng" algn="ctr">
                <a:solidFill>
                  <a:srgbClr val="FFFFFF"/>
                </a:solidFill>
                <a:prstDash val="solid"/>
                <a:round/>
                <a:headEnd type="none" w="med" len="med"/>
                <a:tailEnd type="none" w="med" len="med"/>
              </a:ln>
              <a:effectLst/>
            </c:spPr>
            <c:extLst>
              <c:ext xmlns:c16="http://schemas.microsoft.com/office/drawing/2014/chart" uri="{C3380CC4-5D6E-409C-BE32-E72D297353CC}">
                <c16:uniqueId val="{00000001-B70E-429C-B027-2CB2B9128968}"/>
              </c:ext>
            </c:extLst>
          </c:dPt>
          <c:dPt>
            <c:idx val="1"/>
            <c:bubble3D val="0"/>
            <c:spPr>
              <a:solidFill>
                <a:schemeClr val="tx2"/>
              </a:solidFill>
              <a:ln w="12700" cap="flat" cmpd="sng" algn="ctr">
                <a:solidFill>
                  <a:srgbClr val="FFFFFF"/>
                </a:solidFill>
                <a:prstDash val="solid"/>
                <a:round/>
                <a:headEnd type="none" w="med" len="med"/>
                <a:tailEnd type="none" w="med" len="med"/>
              </a:ln>
              <a:effectLst/>
            </c:spPr>
            <c:extLst>
              <c:ext xmlns:c16="http://schemas.microsoft.com/office/drawing/2014/chart" uri="{C3380CC4-5D6E-409C-BE32-E72D297353CC}">
                <c16:uniqueId val="{00000003-B70E-429C-B027-2CB2B9128968}"/>
              </c:ext>
            </c:extLst>
          </c:dPt>
          <c:dPt>
            <c:idx val="2"/>
            <c:bubble3D val="0"/>
            <c:spPr>
              <a:solidFill>
                <a:schemeClr val="tx2">
                  <a:lumMod val="60000"/>
                  <a:lumOff val="40000"/>
                </a:schemeClr>
              </a:solidFill>
              <a:ln w="12700" cap="flat" cmpd="sng" algn="ctr">
                <a:solidFill>
                  <a:srgbClr val="FFFFFF"/>
                </a:solidFill>
                <a:prstDash val="solid"/>
                <a:round/>
                <a:headEnd type="none" w="med" len="med"/>
                <a:tailEnd type="none" w="med" len="med"/>
              </a:ln>
              <a:effectLst/>
            </c:spPr>
            <c:extLst>
              <c:ext xmlns:c16="http://schemas.microsoft.com/office/drawing/2014/chart" uri="{C3380CC4-5D6E-409C-BE32-E72D297353CC}">
                <c16:uniqueId val="{00000005-B70E-429C-B027-2CB2B9128968}"/>
              </c:ext>
            </c:extLst>
          </c:dPt>
          <c:dPt>
            <c:idx val="3"/>
            <c:bubble3D val="0"/>
            <c:spPr>
              <a:solidFill>
                <a:srgbClr val="C900AC"/>
              </a:solidFill>
              <a:ln w="12700" cap="flat" cmpd="sng" algn="ctr">
                <a:solidFill>
                  <a:srgbClr val="FFFFFF"/>
                </a:solidFill>
                <a:prstDash val="solid"/>
                <a:round/>
                <a:headEnd type="none" w="med" len="med"/>
                <a:tailEnd type="none" w="med" len="med"/>
              </a:ln>
              <a:effectLst/>
            </c:spPr>
            <c:extLst>
              <c:ext xmlns:c16="http://schemas.microsoft.com/office/drawing/2014/chart" uri="{C3380CC4-5D6E-409C-BE32-E72D297353CC}">
                <c16:uniqueId val="{00000007-B70E-429C-B027-2CB2B9128968}"/>
              </c:ext>
            </c:extLst>
          </c:dPt>
          <c:dPt>
            <c:idx val="4"/>
            <c:bubble3D val="0"/>
            <c:spPr>
              <a:solidFill>
                <a:srgbClr val="F6517F"/>
              </a:solidFill>
              <a:ln w="12700" cap="flat" cmpd="sng" algn="ctr">
                <a:solidFill>
                  <a:srgbClr val="FFFFFF"/>
                </a:solidFill>
                <a:prstDash val="solid"/>
                <a:round/>
                <a:headEnd type="none" w="med" len="med"/>
                <a:tailEnd type="none" w="med" len="med"/>
              </a:ln>
              <a:effectLst/>
            </c:spPr>
            <c:extLst>
              <c:ext xmlns:c16="http://schemas.microsoft.com/office/drawing/2014/chart" uri="{C3380CC4-5D6E-409C-BE32-E72D297353CC}">
                <c16:uniqueId val="{00000009-B70E-429C-B027-2CB2B9128968}"/>
              </c:ext>
            </c:extLst>
          </c:dPt>
          <c:dPt>
            <c:idx val="5"/>
            <c:bubble3D val="0"/>
            <c:spPr>
              <a:solidFill>
                <a:srgbClr val="FF8204"/>
              </a:solidFill>
              <a:ln w="12700" cap="flat" cmpd="sng" algn="ctr">
                <a:solidFill>
                  <a:srgbClr val="FFFFFF"/>
                </a:solidFill>
                <a:prstDash val="solid"/>
                <a:round/>
                <a:headEnd type="none" w="med" len="med"/>
                <a:tailEnd type="none" w="med" len="med"/>
              </a:ln>
              <a:effectLst/>
            </c:spPr>
            <c:extLst>
              <c:ext xmlns:c16="http://schemas.microsoft.com/office/drawing/2014/chart" uri="{C3380CC4-5D6E-409C-BE32-E72D297353CC}">
                <c16:uniqueId val="{0000000B-B70E-429C-B027-2CB2B9128968}"/>
              </c:ext>
            </c:extLst>
          </c:dPt>
          <c:dPt>
            <c:idx val="6"/>
            <c:bubble3D val="0"/>
            <c:spPr>
              <a:solidFill>
                <a:schemeClr val="bg1">
                  <a:lumMod val="85000"/>
                </a:schemeClr>
              </a:solidFill>
              <a:ln w="12700" cap="flat" cmpd="sng" algn="ctr">
                <a:solidFill>
                  <a:srgbClr val="FFFFFF"/>
                </a:solidFill>
                <a:prstDash val="solid"/>
                <a:round/>
                <a:headEnd type="none" w="med" len="med"/>
                <a:tailEnd type="none" w="med" len="med"/>
              </a:ln>
              <a:effectLst/>
            </c:spPr>
            <c:extLst>
              <c:ext xmlns:c16="http://schemas.microsoft.com/office/drawing/2014/chart" uri="{C3380CC4-5D6E-409C-BE32-E72D297353CC}">
                <c16:uniqueId val="{0000000D-B70E-429C-B027-2CB2B9128968}"/>
              </c:ext>
            </c:extLst>
          </c:dPt>
          <c:dLbls>
            <c:dLbl>
              <c:idx val="0"/>
              <c:layout>
                <c:manualLayout>
                  <c:x val="0.24854316690431971"/>
                  <c:y val="-0.11253170149457746"/>
                </c:manualLayout>
              </c:layout>
              <c:showLegendKey val="0"/>
              <c:showVal val="0"/>
              <c:showCatName val="1"/>
              <c:showSerName val="0"/>
              <c:showPercent val="1"/>
              <c:showBubbleSize val="0"/>
              <c:extLst>
                <c:ext xmlns:c15="http://schemas.microsoft.com/office/drawing/2012/chart" uri="{CE6537A1-D6FC-4f65-9D91-7224C49458BB}">
                  <c15:layout>
                    <c:manualLayout>
                      <c:w val="0.29451772279762478"/>
                      <c:h val="0.11557072950356413"/>
                    </c:manualLayout>
                  </c15:layout>
                </c:ext>
                <c:ext xmlns:c16="http://schemas.microsoft.com/office/drawing/2014/chart" uri="{C3380CC4-5D6E-409C-BE32-E72D297353CC}">
                  <c16:uniqueId val="{00000001-B70E-429C-B027-2CB2B9128968}"/>
                </c:ext>
              </c:extLst>
            </c:dLbl>
            <c:dLbl>
              <c:idx val="1"/>
              <c:layout>
                <c:manualLayout>
                  <c:x val="0.19279007081238778"/>
                  <c:y val="1.3683817409154928E-2"/>
                </c:manualLayout>
              </c:layout>
              <c:spPr>
                <a:noFill/>
                <a:ln>
                  <a:noFill/>
                </a:ln>
                <a:effectLst/>
              </c:spPr>
              <c:txPr>
                <a:bodyPr rot="0" spcFirstLastPara="1" vertOverflow="ellipsis" vert="horz" wrap="square" lIns="38100" tIns="19050" rIns="38100" bIns="19050" anchor="ctr" anchorCtr="1">
                  <a:noAutofit/>
                </a:bodyPr>
                <a:lstStyle/>
                <a:p>
                  <a:pPr>
                    <a:defRPr lang="ja-JP" sz="1200" b="0" i="0" u="none" strike="noStrike" kern="1200" baseline="0">
                      <a:solidFill>
                        <a:schemeClr val="tx1"/>
                      </a:solidFill>
                      <a:latin typeface="Times New Roman" panose="02020603050405020304" pitchFamily="18" charset="0"/>
                      <a:ea typeface="BIZ UDP明朝 Medium" panose="02020500000000000000" pitchFamily="18" charset="-128"/>
                      <a:cs typeface="Times New Roman" panose="02020603050405020304" pitchFamily="18" charset="0"/>
                    </a:defRPr>
                  </a:pPr>
                  <a:endParaRPr lang="ja-JP"/>
                </a:p>
              </c:txPr>
              <c:showLegendKey val="0"/>
              <c:showVal val="0"/>
              <c:showCatName val="1"/>
              <c:showSerName val="0"/>
              <c:showPercent val="1"/>
              <c:showBubbleSize val="0"/>
              <c:extLst>
                <c:ext xmlns:c15="http://schemas.microsoft.com/office/drawing/2012/chart" uri="{CE6537A1-D6FC-4f65-9D91-7224C49458BB}">
                  <c15:layout>
                    <c:manualLayout>
                      <c:w val="0.25829578932375802"/>
                      <c:h val="0.14347040746336784"/>
                    </c:manualLayout>
                  </c15:layout>
                </c:ext>
                <c:ext xmlns:c16="http://schemas.microsoft.com/office/drawing/2014/chart" uri="{C3380CC4-5D6E-409C-BE32-E72D297353CC}">
                  <c16:uniqueId val="{00000003-B70E-429C-B027-2CB2B9128968}"/>
                </c:ext>
              </c:extLst>
            </c:dLbl>
            <c:dLbl>
              <c:idx val="2"/>
              <c:layout>
                <c:manualLayout>
                  <c:x val="0.24241199581355999"/>
                  <c:y val="0.11289710774968817"/>
                </c:manualLayout>
              </c:layout>
              <c:showLegendKey val="0"/>
              <c:showVal val="0"/>
              <c:showCatName val="1"/>
              <c:showSerName val="0"/>
              <c:showPercent val="1"/>
              <c:showBubbleSize val="0"/>
              <c:extLst>
                <c:ext xmlns:c15="http://schemas.microsoft.com/office/drawing/2012/chart" uri="{CE6537A1-D6FC-4f65-9D91-7224C49458BB}">
                  <c15:layout>
                    <c:manualLayout>
                      <c:w val="0.282623807774671"/>
                      <c:h val="0.26956729748267555"/>
                    </c:manualLayout>
                  </c15:layout>
                </c:ext>
                <c:ext xmlns:c16="http://schemas.microsoft.com/office/drawing/2014/chart" uri="{C3380CC4-5D6E-409C-BE32-E72D297353CC}">
                  <c16:uniqueId val="{00000005-B70E-429C-B027-2CB2B9128968}"/>
                </c:ext>
              </c:extLst>
            </c:dLbl>
            <c:dLbl>
              <c:idx val="3"/>
              <c:layout>
                <c:manualLayout>
                  <c:x val="2.8384416079993834E-2"/>
                  <c:y val="0.21575420876242735"/>
                </c:manualLayout>
              </c:layout>
              <c:spPr>
                <a:noFill/>
                <a:ln>
                  <a:noFill/>
                </a:ln>
                <a:effectLst/>
              </c:spPr>
              <c:txPr>
                <a:bodyPr rot="0" spcFirstLastPara="1" vertOverflow="ellipsis" vert="horz" wrap="square" lIns="38100" tIns="19050" rIns="38100" bIns="19050" anchor="ctr" anchorCtr="1">
                  <a:noAutofit/>
                </a:bodyPr>
                <a:lstStyle/>
                <a:p>
                  <a:pPr>
                    <a:defRPr lang="ja-JP" sz="1200" b="0" i="0" u="none" strike="noStrike" kern="1200" baseline="0">
                      <a:solidFill>
                        <a:schemeClr val="tx1"/>
                      </a:solidFill>
                      <a:latin typeface="Times New Roman" panose="02020603050405020304" pitchFamily="18" charset="0"/>
                      <a:ea typeface="BIZ UDP明朝 Medium" panose="02020500000000000000" pitchFamily="18" charset="-128"/>
                      <a:cs typeface="Times New Roman" panose="02020603050405020304" pitchFamily="18" charset="0"/>
                    </a:defRPr>
                  </a:pPr>
                  <a:endParaRPr lang="ja-JP"/>
                </a:p>
              </c:txPr>
              <c:showLegendKey val="0"/>
              <c:showVal val="0"/>
              <c:showCatName val="1"/>
              <c:showSerName val="0"/>
              <c:showPercent val="1"/>
              <c:showBubbleSize val="0"/>
              <c:extLst>
                <c:ext xmlns:c15="http://schemas.microsoft.com/office/drawing/2012/chart" uri="{CE6537A1-D6FC-4f65-9D91-7224C49458BB}">
                  <c15:layout>
                    <c:manualLayout>
                      <c:w val="0.46354319622936502"/>
                      <c:h val="0.11428771379072131"/>
                    </c:manualLayout>
                  </c15:layout>
                </c:ext>
                <c:ext xmlns:c16="http://schemas.microsoft.com/office/drawing/2014/chart" uri="{C3380CC4-5D6E-409C-BE32-E72D297353CC}">
                  <c16:uniqueId val="{00000007-B70E-429C-B027-2CB2B9128968}"/>
                </c:ext>
              </c:extLst>
            </c:dLbl>
            <c:dLbl>
              <c:idx val="4"/>
              <c:layout>
                <c:manualLayout>
                  <c:x val="-0.20871432284234903"/>
                  <c:y val="0.17650476834415069"/>
                </c:manualLayout>
              </c:layout>
              <c:showLegendKey val="0"/>
              <c:showVal val="0"/>
              <c:showCatName val="1"/>
              <c:showSerName val="0"/>
              <c:showPercent val="1"/>
              <c:showBubbleSize val="0"/>
              <c:extLst>
                <c:ext xmlns:c15="http://schemas.microsoft.com/office/drawing/2012/chart" uri="{CE6537A1-D6FC-4f65-9D91-7224C49458BB}">
                  <c15:layout>
                    <c:manualLayout>
                      <c:w val="0.37325866524308976"/>
                      <c:h val="0.16279641965334002"/>
                    </c:manualLayout>
                  </c15:layout>
                </c:ext>
                <c:ext xmlns:c16="http://schemas.microsoft.com/office/drawing/2014/chart" uri="{C3380CC4-5D6E-409C-BE32-E72D297353CC}">
                  <c16:uniqueId val="{00000009-B70E-429C-B027-2CB2B9128968}"/>
                </c:ext>
              </c:extLst>
            </c:dLbl>
            <c:dLbl>
              <c:idx val="5"/>
              <c:layout>
                <c:manualLayout>
                  <c:x val="-0.23167068323434525"/>
                  <c:y val="2.0902038220937863E-2"/>
                </c:manualLayout>
              </c:layout>
              <c:showLegendKey val="0"/>
              <c:showVal val="0"/>
              <c:showCatName val="1"/>
              <c:showSerName val="0"/>
              <c:showPercent val="1"/>
              <c:showBubbleSize val="0"/>
              <c:extLst>
                <c:ext xmlns:c15="http://schemas.microsoft.com/office/drawing/2012/chart" uri="{CE6537A1-D6FC-4f65-9D91-7224C49458BB}">
                  <c15:layout>
                    <c:manualLayout>
                      <c:w val="0.23314246490622084"/>
                      <c:h val="0.16279641965334002"/>
                    </c:manualLayout>
                  </c15:layout>
                </c:ext>
                <c:ext xmlns:c16="http://schemas.microsoft.com/office/drawing/2014/chart" uri="{C3380CC4-5D6E-409C-BE32-E72D297353CC}">
                  <c16:uniqueId val="{0000000B-B70E-429C-B027-2CB2B9128968}"/>
                </c:ext>
              </c:extLst>
            </c:dLbl>
            <c:dLbl>
              <c:idx val="6"/>
              <c:layout>
                <c:manualLayout>
                  <c:x val="-9.5203112467109954E-2"/>
                  <c:y val="-0.1355652324613541"/>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D-B70E-429C-B027-2CB2B9128968}"/>
                </c:ext>
              </c:extLst>
            </c:dLbl>
            <c:spPr>
              <a:noFill/>
              <a:ln>
                <a:noFill/>
              </a:ln>
              <a:effectLst/>
            </c:spPr>
            <c:txPr>
              <a:bodyPr rot="0" spcFirstLastPara="1" vertOverflow="ellipsis" vert="horz" wrap="square" lIns="38100" tIns="19050" rIns="38100" bIns="19050" anchor="ctr" anchorCtr="1">
                <a:spAutoFit/>
              </a:bodyPr>
              <a:lstStyle/>
              <a:p>
                <a:pPr>
                  <a:defRPr lang="ja-JP" sz="1200" b="0" i="0" u="none" strike="noStrike" kern="1200" baseline="0">
                    <a:solidFill>
                      <a:schemeClr val="tx1"/>
                    </a:solidFill>
                    <a:latin typeface="Times New Roman" panose="02020603050405020304" pitchFamily="18" charset="0"/>
                    <a:ea typeface="BIZ UDP明朝 Medium" panose="02020500000000000000" pitchFamily="18" charset="-128"/>
                    <a:cs typeface="Times New Roman" panose="02020603050405020304" pitchFamily="18" charset="0"/>
                  </a:defRPr>
                </a:pPr>
                <a:endParaRPr lang="ja-JP"/>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Sheet1!$C$85:$C$91</c:f>
              <c:strCache>
                <c:ptCount val="7"/>
                <c:pt idx="0">
                  <c:v>社外取締役への配慮</c:v>
                </c:pt>
                <c:pt idx="1">
                  <c:v>社内関係者への配慮</c:v>
                </c:pt>
                <c:pt idx="2">
                  <c:v>実施するリソース（時間・人員等）の不足</c:v>
                </c:pt>
                <c:pt idx="3">
                  <c:v>どのように実施すればよいかわからない</c:v>
                </c:pt>
                <c:pt idx="4">
                  <c:v>社内関係者の合意が得られない</c:v>
                </c:pt>
                <c:pt idx="5">
                  <c:v>社外取締役の合意が得られない</c:v>
                </c:pt>
                <c:pt idx="6">
                  <c:v>その他</c:v>
                </c:pt>
              </c:strCache>
            </c:strRef>
          </c:cat>
          <c:val>
            <c:numRef>
              <c:f>Sheet1!$D$85:$D$91</c:f>
              <c:numCache>
                <c:formatCode>#,##0_);[Red]\(#,##0\)</c:formatCode>
                <c:ptCount val="7"/>
                <c:pt idx="0">
                  <c:v>8</c:v>
                </c:pt>
                <c:pt idx="1">
                  <c:v>5</c:v>
                </c:pt>
                <c:pt idx="2">
                  <c:v>5</c:v>
                </c:pt>
                <c:pt idx="3">
                  <c:v>5</c:v>
                </c:pt>
                <c:pt idx="4">
                  <c:v>2</c:v>
                </c:pt>
                <c:pt idx="5">
                  <c:v>2</c:v>
                </c:pt>
                <c:pt idx="6">
                  <c:v>13</c:v>
                </c:pt>
              </c:numCache>
            </c:numRef>
          </c:val>
          <c:extLst>
            <c:ext xmlns:c16="http://schemas.microsoft.com/office/drawing/2014/chart" uri="{C3380CC4-5D6E-409C-BE32-E72D297353CC}">
              <c16:uniqueId val="{0000000E-B70E-429C-B027-2CB2B9128968}"/>
            </c:ext>
          </c:extLst>
        </c:ser>
        <c:dLbls>
          <c:showLegendKey val="0"/>
          <c:showVal val="0"/>
          <c:showCatName val="1"/>
          <c:showSerName val="0"/>
          <c:showPercent val="0"/>
          <c:showBubbleSize val="0"/>
          <c:showLeaderLines val="1"/>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57F437-34E4-457B-ACAA-C109BC5AD2B1}"/>
              </a:ext>
            </a:extLst>
          </p:cNvPr>
          <p:cNvSpPr>
            <a:spLocks noGrp="1"/>
          </p:cNvSpPr>
          <p:nvPr>
            <p:ph type="hdr" sz="quarter"/>
          </p:nvPr>
        </p:nvSpPr>
        <p:spPr>
          <a:xfrm>
            <a:off x="0" y="0"/>
            <a:ext cx="2914016" cy="490409"/>
          </a:xfrm>
          <a:prstGeom prst="rect">
            <a:avLst/>
          </a:prstGeom>
        </p:spPr>
        <p:txBody>
          <a:bodyPr vert="horz" lIns="90014" tIns="45005" rIns="90014" bIns="45005" rtlCol="0"/>
          <a:lstStyle>
            <a:lvl1pPr algn="l">
              <a:defRPr sz="1100"/>
            </a:lvl1pPr>
          </a:lstStyle>
          <a:p>
            <a:endParaRPr lang="en-US"/>
          </a:p>
        </p:txBody>
      </p:sp>
      <p:sp>
        <p:nvSpPr>
          <p:cNvPr id="3" name="Date Placeholder 2">
            <a:extLst>
              <a:ext uri="{FF2B5EF4-FFF2-40B4-BE49-F238E27FC236}">
                <a16:creationId xmlns:a16="http://schemas.microsoft.com/office/drawing/2014/main" id="{36C9805C-0D4B-456D-9316-F45962E2F55A}"/>
              </a:ext>
            </a:extLst>
          </p:cNvPr>
          <p:cNvSpPr>
            <a:spLocks noGrp="1"/>
          </p:cNvSpPr>
          <p:nvPr>
            <p:ph type="dt" sz="quarter" idx="1"/>
          </p:nvPr>
        </p:nvSpPr>
        <p:spPr>
          <a:xfrm>
            <a:off x="3809081" y="0"/>
            <a:ext cx="2914016" cy="490409"/>
          </a:xfrm>
          <a:prstGeom prst="rect">
            <a:avLst/>
          </a:prstGeom>
        </p:spPr>
        <p:txBody>
          <a:bodyPr vert="horz" lIns="90014" tIns="45005" rIns="90014" bIns="45005" rtlCol="0"/>
          <a:lstStyle>
            <a:lvl1pPr algn="r">
              <a:defRPr sz="1100"/>
            </a:lvl1pPr>
          </a:lstStyle>
          <a:p>
            <a:fld id="{6AB91EB8-1FC0-49BA-B8A0-9D4051C7D0E5}" type="datetimeFigureOut">
              <a:rPr lang="en-US" smtClean="0"/>
              <a:t>4/7/2026</a:t>
            </a:fld>
            <a:endParaRPr lang="en-US"/>
          </a:p>
        </p:txBody>
      </p:sp>
      <p:sp>
        <p:nvSpPr>
          <p:cNvPr id="4" name="Footer Placeholder 3">
            <a:extLst>
              <a:ext uri="{FF2B5EF4-FFF2-40B4-BE49-F238E27FC236}">
                <a16:creationId xmlns:a16="http://schemas.microsoft.com/office/drawing/2014/main" id="{C3170BBA-56B5-4091-9B11-25E056164203}"/>
              </a:ext>
            </a:extLst>
          </p:cNvPr>
          <p:cNvSpPr>
            <a:spLocks noGrp="1"/>
          </p:cNvSpPr>
          <p:nvPr>
            <p:ph type="ftr" sz="quarter" idx="2"/>
          </p:nvPr>
        </p:nvSpPr>
        <p:spPr>
          <a:xfrm>
            <a:off x="0" y="9283831"/>
            <a:ext cx="2914016" cy="490408"/>
          </a:xfrm>
          <a:prstGeom prst="rect">
            <a:avLst/>
          </a:prstGeom>
        </p:spPr>
        <p:txBody>
          <a:bodyPr vert="horz" lIns="90014" tIns="45005" rIns="90014" bIns="45005" rtlCol="0" anchor="b"/>
          <a:lstStyle>
            <a:lvl1pPr algn="l">
              <a:defRPr sz="1100"/>
            </a:lvl1pPr>
          </a:lstStyle>
          <a:p>
            <a:endParaRPr lang="en-US"/>
          </a:p>
        </p:txBody>
      </p:sp>
    </p:spTree>
    <p:extLst>
      <p:ext uri="{BB962C8B-B14F-4D97-AF65-F5344CB8AC3E}">
        <p14:creationId xmlns:p14="http://schemas.microsoft.com/office/powerpoint/2010/main" val="3942118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4016" cy="490409"/>
          </a:xfrm>
          <a:prstGeom prst="rect">
            <a:avLst/>
          </a:prstGeom>
        </p:spPr>
        <p:txBody>
          <a:bodyPr vert="horz" lIns="90014" tIns="45005" rIns="90014" bIns="45005" rtlCol="0"/>
          <a:lstStyle>
            <a:lvl1pPr algn="l">
              <a:defRPr sz="1100"/>
            </a:lvl1pPr>
          </a:lstStyle>
          <a:p>
            <a:endParaRPr lang="en-US"/>
          </a:p>
        </p:txBody>
      </p:sp>
      <p:sp>
        <p:nvSpPr>
          <p:cNvPr id="3" name="Date Placeholder 2"/>
          <p:cNvSpPr>
            <a:spLocks noGrp="1"/>
          </p:cNvSpPr>
          <p:nvPr>
            <p:ph type="dt" idx="1"/>
          </p:nvPr>
        </p:nvSpPr>
        <p:spPr>
          <a:xfrm>
            <a:off x="3809081" y="0"/>
            <a:ext cx="2914016" cy="490409"/>
          </a:xfrm>
          <a:prstGeom prst="rect">
            <a:avLst/>
          </a:prstGeom>
        </p:spPr>
        <p:txBody>
          <a:bodyPr vert="horz" lIns="90014" tIns="45005" rIns="90014" bIns="45005" rtlCol="0"/>
          <a:lstStyle>
            <a:lvl1pPr algn="r">
              <a:defRPr sz="1100"/>
            </a:lvl1pPr>
          </a:lstStyle>
          <a:p>
            <a:fld id="{A2FD89D3-6540-412A-8DF7-24F6B362E6BB}" type="datetimeFigureOut">
              <a:rPr lang="en-US" smtClean="0"/>
              <a:t>4/7/2026</a:t>
            </a:fld>
            <a:endParaRPr lang="en-US"/>
          </a:p>
        </p:txBody>
      </p:sp>
      <p:sp>
        <p:nvSpPr>
          <p:cNvPr id="4" name="Slide Image Placeholder 3"/>
          <p:cNvSpPr>
            <a:spLocks noGrp="1" noRot="1" noChangeAspect="1"/>
          </p:cNvSpPr>
          <p:nvPr>
            <p:ph type="sldImg" idx="2"/>
          </p:nvPr>
        </p:nvSpPr>
        <p:spPr>
          <a:xfrm>
            <a:off x="430213" y="1222375"/>
            <a:ext cx="5864225" cy="3298825"/>
          </a:xfrm>
          <a:prstGeom prst="rect">
            <a:avLst/>
          </a:prstGeom>
          <a:noFill/>
          <a:ln w="12700">
            <a:solidFill>
              <a:prstClr val="black"/>
            </a:solidFill>
          </a:ln>
        </p:spPr>
        <p:txBody>
          <a:bodyPr vert="horz" lIns="90014" tIns="45005" rIns="90014" bIns="45005" rtlCol="0" anchor="ctr"/>
          <a:lstStyle/>
          <a:p>
            <a:endParaRPr lang="en-US"/>
          </a:p>
        </p:txBody>
      </p:sp>
      <p:sp>
        <p:nvSpPr>
          <p:cNvPr id="5" name="Notes Placeholder 4"/>
          <p:cNvSpPr>
            <a:spLocks noGrp="1"/>
          </p:cNvSpPr>
          <p:nvPr>
            <p:ph type="body" sz="quarter" idx="3"/>
          </p:nvPr>
        </p:nvSpPr>
        <p:spPr>
          <a:xfrm>
            <a:off x="672466" y="4703855"/>
            <a:ext cx="5379720" cy="3848605"/>
          </a:xfrm>
          <a:prstGeom prst="rect">
            <a:avLst/>
          </a:prstGeom>
        </p:spPr>
        <p:txBody>
          <a:bodyPr vert="horz" lIns="90014" tIns="45005" rIns="90014" bIns="45005"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283831"/>
            <a:ext cx="2914016" cy="490408"/>
          </a:xfrm>
          <a:prstGeom prst="rect">
            <a:avLst/>
          </a:prstGeom>
        </p:spPr>
        <p:txBody>
          <a:bodyPr vert="horz" lIns="90014" tIns="45005" rIns="90014" bIns="45005" rtlCol="0" anchor="b"/>
          <a:lstStyle>
            <a:lvl1pPr algn="l">
              <a:defRPr sz="1100"/>
            </a:lvl1pPr>
          </a:lstStyle>
          <a:p>
            <a:endParaRPr lang="en-US"/>
          </a:p>
        </p:txBody>
      </p:sp>
      <p:sp>
        <p:nvSpPr>
          <p:cNvPr id="7" name="Slide Number Placeholder 6"/>
          <p:cNvSpPr>
            <a:spLocks noGrp="1"/>
          </p:cNvSpPr>
          <p:nvPr>
            <p:ph type="sldNum" sz="quarter" idx="5"/>
          </p:nvPr>
        </p:nvSpPr>
        <p:spPr>
          <a:xfrm>
            <a:off x="3809081" y="9283831"/>
            <a:ext cx="2914016" cy="490408"/>
          </a:xfrm>
          <a:prstGeom prst="rect">
            <a:avLst/>
          </a:prstGeom>
        </p:spPr>
        <p:txBody>
          <a:bodyPr vert="horz" lIns="90014" tIns="45005" rIns="90014" bIns="45005" rtlCol="0" anchor="b"/>
          <a:lstStyle>
            <a:lvl1pPr algn="r">
              <a:defRPr sz="1100"/>
            </a:lvl1pPr>
          </a:lstStyle>
          <a:p>
            <a:fld id="{53BCCA8E-E054-4945-93F6-8F3E2A7D5A26}" type="slidenum">
              <a:rPr lang="en-US" smtClean="0"/>
              <a:t>‹#›</a:t>
            </a:fld>
            <a:endParaRPr lang="en-US"/>
          </a:p>
        </p:txBody>
      </p:sp>
    </p:spTree>
    <p:extLst>
      <p:ext uri="{BB962C8B-B14F-4D97-AF65-F5344CB8AC3E}">
        <p14:creationId xmlns:p14="http://schemas.microsoft.com/office/powerpoint/2010/main" val="2230956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3BCCA8E-E054-4945-93F6-8F3E2A7D5A26}" type="slidenum">
              <a:rPr lang="en-US" smtClean="0"/>
              <a:t>0</a:t>
            </a:fld>
            <a:endParaRPr lang="en-US"/>
          </a:p>
        </p:txBody>
      </p:sp>
    </p:spTree>
    <p:extLst>
      <p:ext uri="{BB962C8B-B14F-4D97-AF65-F5344CB8AC3E}">
        <p14:creationId xmlns:p14="http://schemas.microsoft.com/office/powerpoint/2010/main" val="7692626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ECE71-3A46-CCD0-9D36-2D21314E38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66CD38-8A09-87D5-5584-B5ECE19883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D4F31D-B04D-DE23-9832-D1940D5F89F2}"/>
              </a:ext>
            </a:extLst>
          </p:cNvPr>
          <p:cNvSpPr>
            <a:spLocks noGrp="1"/>
          </p:cNvSpPr>
          <p:nvPr>
            <p:ph type="body" idx="1"/>
          </p:nvPr>
        </p:nvSpPr>
        <p:spPr/>
        <p:txBody>
          <a:bodyPr/>
          <a:lstStyle/>
          <a:p>
            <a:endParaRPr lang="en-US" altLang="ja-JP"/>
          </a:p>
        </p:txBody>
      </p:sp>
      <p:sp>
        <p:nvSpPr>
          <p:cNvPr id="4" name="Slide Number Placeholder 3">
            <a:extLst>
              <a:ext uri="{FF2B5EF4-FFF2-40B4-BE49-F238E27FC236}">
                <a16:creationId xmlns:a16="http://schemas.microsoft.com/office/drawing/2014/main" id="{753348E1-5247-DFF9-504C-71700976F9E7}"/>
              </a:ext>
            </a:extLst>
          </p:cNvPr>
          <p:cNvSpPr>
            <a:spLocks noGrp="1"/>
          </p:cNvSpPr>
          <p:nvPr>
            <p:ph type="sldNum" sz="quarter" idx="5"/>
          </p:nvPr>
        </p:nvSpPr>
        <p:spPr/>
        <p:txBody>
          <a:bodyPr/>
          <a:lstStyle/>
          <a:p>
            <a:pPr defTabSz="435057">
              <a:defRPr/>
            </a:pPr>
            <a:fld id="{53BCCA8E-E054-4945-93F6-8F3E2A7D5A26}" type="slidenum">
              <a:rPr lang="en-US">
                <a:solidFill>
                  <a:prstClr val="black"/>
                </a:solidFill>
                <a:latin typeface="Calibri" panose="020F0502020204030204"/>
              </a:rPr>
              <a:pPr defTabSz="435057">
                <a:defRPr/>
              </a:pPr>
              <a:t>1</a:t>
            </a:fld>
            <a:endParaRPr lang="en-US">
              <a:solidFill>
                <a:prstClr val="black"/>
              </a:solidFill>
              <a:latin typeface="Calibri" panose="020F0502020204030204"/>
            </a:endParaRPr>
          </a:p>
        </p:txBody>
      </p:sp>
    </p:spTree>
    <p:extLst>
      <p:ext uri="{BB962C8B-B14F-4D97-AF65-F5344CB8AC3E}">
        <p14:creationId xmlns:p14="http://schemas.microsoft.com/office/powerpoint/2010/main" val="753411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24A9B-6C03-6962-1937-D4DDA897E5F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8ED72B2-FC43-1280-9D4A-9EAE75A9008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9D00711-86EE-335D-5C54-3A957E6C0E8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209AB68-5697-DDD0-D3FF-80CE4979D2D7}"/>
              </a:ext>
            </a:extLst>
          </p:cNvPr>
          <p:cNvSpPr>
            <a:spLocks noGrp="1"/>
          </p:cNvSpPr>
          <p:nvPr>
            <p:ph type="sldNum" sz="quarter" idx="5"/>
          </p:nvPr>
        </p:nvSpPr>
        <p:spPr/>
        <p:txBody>
          <a:bodyPr/>
          <a:lstStyle/>
          <a:p>
            <a:fld id="{53BCCA8E-E054-4945-93F6-8F3E2A7D5A26}" type="slidenum">
              <a:rPr lang="en-US" smtClean="0"/>
              <a:t>6</a:t>
            </a:fld>
            <a:endParaRPr lang="en-US"/>
          </a:p>
        </p:txBody>
      </p:sp>
    </p:spTree>
    <p:extLst>
      <p:ext uri="{BB962C8B-B14F-4D97-AF65-F5344CB8AC3E}">
        <p14:creationId xmlns:p14="http://schemas.microsoft.com/office/powerpoint/2010/main" val="274018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FE421-FFA7-6CE5-E28A-F54442694A8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4A656-4241-816A-C23C-1EFD3DEA22E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46C9D6C-54F7-87E1-EE9F-70C2C10896C3}"/>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A6DA50A-315B-6F03-BF49-C3290255976A}"/>
              </a:ext>
            </a:extLst>
          </p:cNvPr>
          <p:cNvSpPr>
            <a:spLocks noGrp="1"/>
          </p:cNvSpPr>
          <p:nvPr>
            <p:ph type="sldNum" sz="quarter" idx="5"/>
          </p:nvPr>
        </p:nvSpPr>
        <p:spPr/>
        <p:txBody>
          <a:bodyPr/>
          <a:lstStyle/>
          <a:p>
            <a:fld id="{53BCCA8E-E054-4945-93F6-8F3E2A7D5A26}" type="slidenum">
              <a:rPr lang="en-US" smtClean="0"/>
              <a:t>8</a:t>
            </a:fld>
            <a:endParaRPr lang="en-US"/>
          </a:p>
        </p:txBody>
      </p:sp>
    </p:spTree>
    <p:extLst>
      <p:ext uri="{BB962C8B-B14F-4D97-AF65-F5344CB8AC3E}">
        <p14:creationId xmlns:p14="http://schemas.microsoft.com/office/powerpoint/2010/main" val="1819438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5AF3B-DD9E-799A-1BB0-FA3150F4D5B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A0455D6-911B-D568-93A1-89BAEE8F6DD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4AC042-FDD0-E95F-359B-DBFE914367F3}"/>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B099148-ED7B-BEE9-7E14-74BD8AA38E08}"/>
              </a:ext>
            </a:extLst>
          </p:cNvPr>
          <p:cNvSpPr>
            <a:spLocks noGrp="1"/>
          </p:cNvSpPr>
          <p:nvPr>
            <p:ph type="sldNum" sz="quarter" idx="5"/>
          </p:nvPr>
        </p:nvSpPr>
        <p:spPr/>
        <p:txBody>
          <a:bodyPr/>
          <a:lstStyle/>
          <a:p>
            <a:fld id="{53BCCA8E-E054-4945-93F6-8F3E2A7D5A26}" type="slidenum">
              <a:rPr lang="en-US" smtClean="0"/>
              <a:t>9</a:t>
            </a:fld>
            <a:endParaRPr lang="en-US"/>
          </a:p>
        </p:txBody>
      </p:sp>
    </p:spTree>
    <p:extLst>
      <p:ext uri="{BB962C8B-B14F-4D97-AF65-F5344CB8AC3E}">
        <p14:creationId xmlns:p14="http://schemas.microsoft.com/office/powerpoint/2010/main" val="2724670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4162F-3126-2B5B-74E4-7735E8CCD7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6BAAEB7-41D5-08AE-EB10-AD248E37EEF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E5BDACB-79BB-3202-CF99-53BDC51800B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6885A73-CBBF-B09F-22D3-F248EC2F4984}"/>
              </a:ext>
            </a:extLst>
          </p:cNvPr>
          <p:cNvSpPr>
            <a:spLocks noGrp="1"/>
          </p:cNvSpPr>
          <p:nvPr>
            <p:ph type="sldNum" sz="quarter" idx="5"/>
          </p:nvPr>
        </p:nvSpPr>
        <p:spPr/>
        <p:txBody>
          <a:bodyPr/>
          <a:lstStyle/>
          <a:p>
            <a:fld id="{53BCCA8E-E054-4945-93F6-8F3E2A7D5A26}" type="slidenum">
              <a:rPr lang="en-US" smtClean="0"/>
              <a:t>10</a:t>
            </a:fld>
            <a:endParaRPr lang="en-US"/>
          </a:p>
        </p:txBody>
      </p:sp>
    </p:spTree>
    <p:extLst>
      <p:ext uri="{BB962C8B-B14F-4D97-AF65-F5344CB8AC3E}">
        <p14:creationId xmlns:p14="http://schemas.microsoft.com/office/powerpoint/2010/main" val="1472590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A91C3-0F99-1468-3C90-EF4CCF14794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9375910-5E1C-CB2E-F6E8-104B0B793BE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C14945-CBB0-B4D2-0263-D6A10705A524}"/>
              </a:ext>
            </a:extLst>
          </p:cNvPr>
          <p:cNvSpPr>
            <a:spLocks noGrp="1"/>
          </p:cNvSpPr>
          <p:nvPr>
            <p:ph type="body" idx="1"/>
          </p:nvPr>
        </p:nvSpPr>
        <p:spPr/>
        <p:txBody>
          <a:bodyPr/>
          <a:lstStyle/>
          <a:p>
            <a:endParaRPr kumimoji="1" lang="en-US" altLang="ja-JP"/>
          </a:p>
        </p:txBody>
      </p:sp>
      <p:sp>
        <p:nvSpPr>
          <p:cNvPr id="4" name="スライド番号プレースホルダー 3">
            <a:extLst>
              <a:ext uri="{FF2B5EF4-FFF2-40B4-BE49-F238E27FC236}">
                <a16:creationId xmlns:a16="http://schemas.microsoft.com/office/drawing/2014/main" id="{0CB1E69B-D567-84F3-7A33-BA0FB30D74A7}"/>
              </a:ext>
            </a:extLst>
          </p:cNvPr>
          <p:cNvSpPr>
            <a:spLocks noGrp="1"/>
          </p:cNvSpPr>
          <p:nvPr>
            <p:ph type="sldNum" sz="quarter" idx="5"/>
          </p:nvPr>
        </p:nvSpPr>
        <p:spPr/>
        <p:txBody>
          <a:bodyPr/>
          <a:lstStyle/>
          <a:p>
            <a:fld id="{53BCCA8E-E054-4945-93F6-8F3E2A7D5A26}" type="slidenum">
              <a:rPr lang="en-US" smtClean="0"/>
              <a:t>12</a:t>
            </a:fld>
            <a:endParaRPr lang="en-US"/>
          </a:p>
        </p:txBody>
      </p:sp>
    </p:spTree>
    <p:extLst>
      <p:ext uri="{BB962C8B-B14F-4D97-AF65-F5344CB8AC3E}">
        <p14:creationId xmlns:p14="http://schemas.microsoft.com/office/powerpoint/2010/main" val="1004979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50EF5-98A5-AB25-3C3B-BA39DF8E806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B17DFC4-D74C-07F0-C390-CA81699560D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2E465D9-DB28-A9DE-DA07-BF0C0AEA1BB6}"/>
              </a:ext>
            </a:extLst>
          </p:cNvPr>
          <p:cNvSpPr>
            <a:spLocks noGrp="1"/>
          </p:cNvSpPr>
          <p:nvPr>
            <p:ph type="body" idx="1"/>
          </p:nvPr>
        </p:nvSpPr>
        <p:spPr/>
        <p:txBody>
          <a:bodyPr/>
          <a:lstStyle/>
          <a:p>
            <a:endParaRPr kumimoji="1" lang="en-US" altLang="ja-JP"/>
          </a:p>
        </p:txBody>
      </p:sp>
      <p:sp>
        <p:nvSpPr>
          <p:cNvPr id="4" name="スライド番号プレースホルダー 3">
            <a:extLst>
              <a:ext uri="{FF2B5EF4-FFF2-40B4-BE49-F238E27FC236}">
                <a16:creationId xmlns:a16="http://schemas.microsoft.com/office/drawing/2014/main" id="{1986C317-AC57-ABE4-8FF2-51600C66CB81}"/>
              </a:ext>
            </a:extLst>
          </p:cNvPr>
          <p:cNvSpPr>
            <a:spLocks noGrp="1"/>
          </p:cNvSpPr>
          <p:nvPr>
            <p:ph type="sldNum" sz="quarter" idx="5"/>
          </p:nvPr>
        </p:nvSpPr>
        <p:spPr/>
        <p:txBody>
          <a:bodyPr/>
          <a:lstStyle/>
          <a:p>
            <a:fld id="{53BCCA8E-E054-4945-93F6-8F3E2A7D5A26}" type="slidenum">
              <a:rPr lang="en-US" smtClean="0"/>
              <a:t>13</a:t>
            </a:fld>
            <a:endParaRPr lang="en-US"/>
          </a:p>
        </p:txBody>
      </p:sp>
    </p:spTree>
    <p:extLst>
      <p:ext uri="{BB962C8B-B14F-4D97-AF65-F5344CB8AC3E}">
        <p14:creationId xmlns:p14="http://schemas.microsoft.com/office/powerpoint/2010/main" val="500855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396CB-E717-7B61-3050-8F7342879F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6C23A2B-25A3-0B81-F5A5-6644F52C11E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A665AD0-22BA-0F63-0EB4-D2639D765B4D}"/>
              </a:ext>
            </a:extLst>
          </p:cNvPr>
          <p:cNvSpPr>
            <a:spLocks noGrp="1"/>
          </p:cNvSpPr>
          <p:nvPr>
            <p:ph type="body" idx="1"/>
          </p:nvPr>
        </p:nvSpPr>
        <p:spPr/>
        <p:txBody>
          <a:bodyPr/>
          <a:lstStyle/>
          <a:p>
            <a:endParaRPr kumimoji="1" lang="en-US" altLang="ja-JP"/>
          </a:p>
        </p:txBody>
      </p:sp>
      <p:sp>
        <p:nvSpPr>
          <p:cNvPr id="4" name="スライド番号プレースホルダー 3">
            <a:extLst>
              <a:ext uri="{FF2B5EF4-FFF2-40B4-BE49-F238E27FC236}">
                <a16:creationId xmlns:a16="http://schemas.microsoft.com/office/drawing/2014/main" id="{F3A1CBB6-5ECD-BAFB-7C1B-51797B0EBAF5}"/>
              </a:ext>
            </a:extLst>
          </p:cNvPr>
          <p:cNvSpPr>
            <a:spLocks noGrp="1"/>
          </p:cNvSpPr>
          <p:nvPr>
            <p:ph type="sldNum" sz="quarter" idx="5"/>
          </p:nvPr>
        </p:nvSpPr>
        <p:spPr/>
        <p:txBody>
          <a:bodyPr/>
          <a:lstStyle/>
          <a:p>
            <a:fld id="{53BCCA8E-E054-4945-93F6-8F3E2A7D5A26}" type="slidenum">
              <a:rPr lang="en-US" smtClean="0"/>
              <a:t>14</a:t>
            </a:fld>
            <a:endParaRPr lang="en-US"/>
          </a:p>
        </p:txBody>
      </p:sp>
    </p:spTree>
    <p:extLst>
      <p:ext uri="{BB962C8B-B14F-4D97-AF65-F5344CB8AC3E}">
        <p14:creationId xmlns:p14="http://schemas.microsoft.com/office/powerpoint/2010/main" val="11649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537E9-57D1-2F13-6333-02869D99A78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BEC3A61-0A3A-E129-8116-EB7AC5466C8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9267D99-EFF8-B325-CB6A-0773FA1A503D}"/>
              </a:ext>
            </a:extLst>
          </p:cNvPr>
          <p:cNvSpPr>
            <a:spLocks noGrp="1"/>
          </p:cNvSpPr>
          <p:nvPr>
            <p:ph type="body" idx="1"/>
          </p:nvPr>
        </p:nvSpPr>
        <p:spPr/>
        <p:txBody>
          <a:bodyPr/>
          <a:lstStyle/>
          <a:p>
            <a:endParaRPr kumimoji="1" lang="en-US" altLang="ja-JP"/>
          </a:p>
        </p:txBody>
      </p:sp>
      <p:sp>
        <p:nvSpPr>
          <p:cNvPr id="4" name="スライド番号プレースホルダー 3">
            <a:extLst>
              <a:ext uri="{FF2B5EF4-FFF2-40B4-BE49-F238E27FC236}">
                <a16:creationId xmlns:a16="http://schemas.microsoft.com/office/drawing/2014/main" id="{D48FA811-73DE-05D4-0847-21D98823FFE9}"/>
              </a:ext>
            </a:extLst>
          </p:cNvPr>
          <p:cNvSpPr>
            <a:spLocks noGrp="1"/>
          </p:cNvSpPr>
          <p:nvPr>
            <p:ph type="sldNum" sz="quarter" idx="5"/>
          </p:nvPr>
        </p:nvSpPr>
        <p:spPr/>
        <p:txBody>
          <a:bodyPr/>
          <a:lstStyle/>
          <a:p>
            <a:fld id="{53BCCA8E-E054-4945-93F6-8F3E2A7D5A26}" type="slidenum">
              <a:rPr lang="en-US" smtClean="0"/>
              <a:t>15</a:t>
            </a:fld>
            <a:endParaRPr lang="en-US"/>
          </a:p>
        </p:txBody>
      </p:sp>
    </p:spTree>
    <p:extLst>
      <p:ext uri="{BB962C8B-B14F-4D97-AF65-F5344CB8AC3E}">
        <p14:creationId xmlns:p14="http://schemas.microsoft.com/office/powerpoint/2010/main" val="9635465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3BCCA8E-E054-4945-93F6-8F3E2A7D5A26}" type="slidenum">
              <a:rPr lang="en-US" smtClean="0"/>
              <a:t>16</a:t>
            </a:fld>
            <a:endParaRPr lang="en-US"/>
          </a:p>
        </p:txBody>
      </p:sp>
    </p:spTree>
    <p:extLst>
      <p:ext uri="{BB962C8B-B14F-4D97-AF65-F5344CB8AC3E}">
        <p14:creationId xmlns:p14="http://schemas.microsoft.com/office/powerpoint/2010/main" val="38904205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2.emf"/></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FFBAE5CE-9115-4400-92CE-79F6EB75F8DE}"/>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pic>
        <p:nvPicPr>
          <p:cNvPr id="16" name="Picture 15">
            <a:extLst>
              <a:ext uri="{FF2B5EF4-FFF2-40B4-BE49-F238E27FC236}">
                <a16:creationId xmlns:a16="http://schemas.microsoft.com/office/drawing/2014/main" id="{A32749E2-B407-3D48-A30F-8E62153593B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7" name="Footer Placeholder 3">
            <a:extLst>
              <a:ext uri="{FF2B5EF4-FFF2-40B4-BE49-F238E27FC236}">
                <a16:creationId xmlns:a16="http://schemas.microsoft.com/office/drawing/2014/main" id="{B06DFEB4-C22B-4660-8B98-03308F89EF9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
        <p:nvSpPr>
          <p:cNvPr id="36" name="Rectangle 35">
            <a:extLst>
              <a:ext uri="{FF2B5EF4-FFF2-40B4-BE49-F238E27FC236}">
                <a16:creationId xmlns:a16="http://schemas.microsoft.com/office/drawing/2014/main" id="{3577A7A7-9477-4761-AD96-65CEFEE1C2F9}"/>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1" name="Title 1">
            <a:extLst>
              <a:ext uri="{FF2B5EF4-FFF2-40B4-BE49-F238E27FC236}">
                <a16:creationId xmlns:a16="http://schemas.microsoft.com/office/drawing/2014/main" id="{4EE778BE-2D2D-413A-8DA5-37EED51243FC}"/>
              </a:ext>
            </a:extLst>
          </p:cNvPr>
          <p:cNvSpPr>
            <a:spLocks noGrp="1"/>
          </p:cNvSpPr>
          <p:nvPr>
            <p:ph type="title" hasCustomPrompt="1"/>
          </p:nvPr>
        </p:nvSpPr>
        <p:spPr>
          <a:xfrm>
            <a:off x="457198" y="2211777"/>
            <a:ext cx="5166360" cy="957428"/>
          </a:xfrm>
        </p:spPr>
        <p:txBody>
          <a:bodyPr rIns="0">
            <a:noAutofit/>
          </a:bodyPr>
          <a:lstStyle>
            <a:lvl1pPr>
              <a:lnSpc>
                <a:spcPct val="90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Title with image — click to edit second line if needed </a:t>
            </a: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atin typeface="+mn-lt"/>
                <a:ea typeface="Meiryo UI" panose="020B0604030504040204" pitchFamily="50" charset="-128"/>
              </a:defRPr>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8" y="3227832"/>
            <a:ext cx="5166360" cy="452106"/>
          </a:xfrm>
        </p:spPr>
        <p:txBody>
          <a:bodyPr rIns="0" anchor="t" anchorCtr="0"/>
          <a:lstStyle>
            <a:lvl1pPr>
              <a:lnSpc>
                <a:spcPct val="100000"/>
              </a:lnSpc>
              <a:spcAft>
                <a:spcPts val="0"/>
              </a:spcAft>
              <a:defRPr sz="1800" b="0" i="0" baseline="0">
                <a:solidFill>
                  <a:schemeClr val="tx2"/>
                </a:solidFill>
                <a:latin typeface="+mn-lt"/>
                <a:ea typeface="Meiryo UI" panose="020B0604030504040204" pitchFamily="50" charset="-128"/>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4" name="Text Placeholder 25">
            <a:extLst>
              <a:ext uri="{FF2B5EF4-FFF2-40B4-BE49-F238E27FC236}">
                <a16:creationId xmlns:a16="http://schemas.microsoft.com/office/drawing/2014/main" id="{0A11D46E-B6D4-44F6-9A7E-9BD65611E3BD}"/>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latin typeface="+mn-lt"/>
                <a:ea typeface="Meiryo UI" panose="020B0604030504040204" pitchFamily="50" charset="-128"/>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Tree>
    <p:extLst>
      <p:ext uri="{BB962C8B-B14F-4D97-AF65-F5344CB8AC3E}">
        <p14:creationId xmlns:p14="http://schemas.microsoft.com/office/powerpoint/2010/main" val="46936335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ith ima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FFBAE5CE-9115-4400-92CE-79F6EB75F8DE}"/>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pic>
        <p:nvPicPr>
          <p:cNvPr id="16" name="Picture 15">
            <a:extLst>
              <a:ext uri="{FF2B5EF4-FFF2-40B4-BE49-F238E27FC236}">
                <a16:creationId xmlns:a16="http://schemas.microsoft.com/office/drawing/2014/main" id="{A32749E2-B407-3D48-A30F-8E62153593B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36" name="Rectangle 35">
            <a:extLst>
              <a:ext uri="{FF2B5EF4-FFF2-40B4-BE49-F238E27FC236}">
                <a16:creationId xmlns:a16="http://schemas.microsoft.com/office/drawing/2014/main" id="{3577A7A7-9477-4761-AD96-65CEFEE1C2F9}"/>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1" name="Title 1">
            <a:extLst>
              <a:ext uri="{FF2B5EF4-FFF2-40B4-BE49-F238E27FC236}">
                <a16:creationId xmlns:a16="http://schemas.microsoft.com/office/drawing/2014/main" id="{4EE778BE-2D2D-413A-8DA5-37EED51243FC}"/>
              </a:ext>
            </a:extLst>
          </p:cNvPr>
          <p:cNvSpPr>
            <a:spLocks noGrp="1"/>
          </p:cNvSpPr>
          <p:nvPr>
            <p:ph type="title" hasCustomPrompt="1"/>
          </p:nvPr>
        </p:nvSpPr>
        <p:spPr>
          <a:xfrm>
            <a:off x="457198" y="2211777"/>
            <a:ext cx="5166360" cy="957428"/>
          </a:xfrm>
        </p:spPr>
        <p:txBody>
          <a:bodyPr rIns="0">
            <a:noAutofit/>
          </a:bodyPr>
          <a:lstStyle>
            <a:lvl1pPr>
              <a:lnSpc>
                <a:spcPct val="90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Title with image 2 — click to edit second line if needed </a:t>
            </a: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atin typeface="+mn-lt"/>
                <a:ea typeface="Meiryo UI" panose="020B0604030504040204" pitchFamily="50" charset="-128"/>
              </a:defRPr>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8" y="3227832"/>
            <a:ext cx="5166360" cy="452106"/>
          </a:xfrm>
        </p:spPr>
        <p:txBody>
          <a:bodyPr rIns="0" anchor="t" anchorCtr="0"/>
          <a:lstStyle>
            <a:lvl1pPr>
              <a:lnSpc>
                <a:spcPct val="100000"/>
              </a:lnSpc>
              <a:spcAft>
                <a:spcPts val="0"/>
              </a:spcAft>
              <a:defRPr sz="1800" b="0" i="0" baseline="0">
                <a:solidFill>
                  <a:schemeClr val="tx2"/>
                </a:solidFill>
                <a:latin typeface="+mn-lt"/>
                <a:ea typeface="Meiryo UI" panose="020B0604030504040204" pitchFamily="50" charset="-128"/>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4" name="Text Placeholder 25">
            <a:extLst>
              <a:ext uri="{FF2B5EF4-FFF2-40B4-BE49-F238E27FC236}">
                <a16:creationId xmlns:a16="http://schemas.microsoft.com/office/drawing/2014/main" id="{0A11D46E-B6D4-44F6-9A7E-9BD65611E3BD}"/>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latin typeface="+mn-lt"/>
                <a:ea typeface="Meiryo UI" panose="020B0604030504040204" pitchFamily="50" charset="-128"/>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Footer Placeholder 3">
            <a:extLst>
              <a:ext uri="{FF2B5EF4-FFF2-40B4-BE49-F238E27FC236}">
                <a16:creationId xmlns:a16="http://schemas.microsoft.com/office/drawing/2014/main" id="{3C222505-F12F-47B6-A08D-83C86E0AB8C1}"/>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312440913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image and eyebro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Picture Placeholder 25">
            <a:extLst>
              <a:ext uri="{FF2B5EF4-FFF2-40B4-BE49-F238E27FC236}">
                <a16:creationId xmlns:a16="http://schemas.microsoft.com/office/drawing/2014/main" id="{038C9A5A-DF00-4E1E-9AE5-630B0B1C26E1}"/>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sp>
        <p:nvSpPr>
          <p:cNvPr id="19" name="Rectangle 18">
            <a:extLst>
              <a:ext uri="{FF2B5EF4-FFF2-40B4-BE49-F238E27FC236}">
                <a16:creationId xmlns:a16="http://schemas.microsoft.com/office/drawing/2014/main" id="{0DF17C8C-1234-4524-992E-E1158DFAEA2E}"/>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pic>
        <p:nvPicPr>
          <p:cNvPr id="16" name="Picture 15">
            <a:extLst>
              <a:ext uri="{FF2B5EF4-FFF2-40B4-BE49-F238E27FC236}">
                <a16:creationId xmlns:a16="http://schemas.microsoft.com/office/drawing/2014/main" id="{A32749E2-B407-3D48-A30F-8E62153593B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297680"/>
            <a:ext cx="2157454" cy="303396"/>
          </a:xfrm>
        </p:spPr>
        <p:txBody>
          <a:bodyPr anchor="ctr" anchorCtr="0"/>
          <a:lstStyle>
            <a:lvl1pPr>
              <a:lnSpc>
                <a:spcPct val="100000"/>
              </a:lnSpc>
              <a:defRPr sz="1200" b="0" i="0" baseline="0">
                <a:latin typeface="+mn-lt"/>
                <a:ea typeface="Meiryo UI" panose="020B0604030504040204" pitchFamily="50" charset="-128"/>
              </a:defRPr>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9" y="3593592"/>
            <a:ext cx="5166360" cy="452106"/>
          </a:xfrm>
        </p:spPr>
        <p:txBody>
          <a:bodyPr rIns="0" anchor="t" anchorCtr="0"/>
          <a:lstStyle>
            <a:lvl1pPr>
              <a:lnSpc>
                <a:spcPct val="100000"/>
              </a:lnSpc>
              <a:spcAft>
                <a:spcPts val="0"/>
              </a:spcAft>
              <a:defRPr sz="1800" b="0" i="0" baseline="0">
                <a:solidFill>
                  <a:schemeClr val="tx2"/>
                </a:solidFill>
                <a:latin typeface="+mn-lt"/>
                <a:ea typeface="Meiryo UI" panose="020B0604030504040204" pitchFamily="50" charset="-128"/>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 add subhead</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Text Placeholder 25">
            <a:extLst>
              <a:ext uri="{FF2B5EF4-FFF2-40B4-BE49-F238E27FC236}">
                <a16:creationId xmlns:a16="http://schemas.microsoft.com/office/drawing/2014/main" id="{3885F9D4-FCDE-BD46-A441-9DE0B73F38A1}"/>
              </a:ext>
            </a:extLst>
          </p:cNvPr>
          <p:cNvSpPr>
            <a:spLocks noGrp="1"/>
          </p:cNvSpPr>
          <p:nvPr>
            <p:ph type="body" sz="quarter" idx="21" hasCustomPrompt="1"/>
          </p:nvPr>
        </p:nvSpPr>
        <p:spPr>
          <a:xfrm>
            <a:off x="457199" y="2014776"/>
            <a:ext cx="5166360" cy="412931"/>
          </a:xfrm>
        </p:spPr>
        <p:txBody>
          <a:bodyPr rIns="0" anchor="ctr" anchorCtr="0"/>
          <a:lstStyle>
            <a:lvl1pPr>
              <a:lnSpc>
                <a:spcPct val="100000"/>
              </a:lnSpc>
              <a:spcAft>
                <a:spcPts val="0"/>
              </a:spcAft>
              <a:defRPr sz="1000" b="1" cap="all" spc="100" baseline="0">
                <a:solidFill>
                  <a:schemeClr val="tx1"/>
                </a:solidFill>
                <a:latin typeface="+mn-lt"/>
                <a:ea typeface="Meiryo UI" panose="020B0604030504040204" pitchFamily="50" charset="-128"/>
              </a:defRPr>
            </a:lvl1pPr>
            <a:lvl2pPr>
              <a:defRPr sz="1000" b="1" cap="all" spc="100" baseline="0">
                <a:solidFill>
                  <a:schemeClr val="tx1"/>
                </a:solidFill>
                <a:latin typeface="+mn-lt"/>
              </a:defRPr>
            </a:lvl2pPr>
            <a:lvl3pPr marL="0" indent="0">
              <a:buFontTx/>
              <a:buNone/>
              <a:defRPr sz="1000" b="1" cap="all" spc="100" baseline="0">
                <a:solidFill>
                  <a:schemeClr val="tx1"/>
                </a:solidFill>
              </a:defRPr>
            </a:lvl3pPr>
            <a:lvl4pPr marL="0" indent="0">
              <a:buFontTx/>
              <a:buNone/>
              <a:defRPr sz="1000" b="1" cap="all" spc="100" baseline="0">
                <a:solidFill>
                  <a:schemeClr val="tx1"/>
                </a:solidFill>
              </a:defRPr>
            </a:lvl4pPr>
            <a:lvl5pPr marL="0" indent="0">
              <a:buFontTx/>
              <a:buNone/>
              <a:defRPr sz="1000" b="1" cap="all" spc="100" baseline="0">
                <a:solidFill>
                  <a:schemeClr val="tx1"/>
                </a:solidFill>
              </a:defRPr>
            </a:lvl5pPr>
            <a:lvl6pPr marL="0" indent="0">
              <a:buFontTx/>
              <a:buNone/>
              <a:defRPr sz="1000" b="1" cap="all" spc="100" baseline="0">
                <a:solidFill>
                  <a:schemeClr val="tx1"/>
                </a:solidFill>
              </a:defRPr>
            </a:lvl6pPr>
            <a:lvl7pPr marL="0" indent="0">
              <a:buFontTx/>
              <a:buNone/>
              <a:defRPr sz="1000" b="1" cap="all" spc="100" baseline="0">
                <a:solidFill>
                  <a:schemeClr val="tx1"/>
                </a:solidFill>
              </a:defRPr>
            </a:lvl7pPr>
            <a:lvl8pPr marL="0" indent="0">
              <a:buFontTx/>
              <a:buNone/>
              <a:defRPr sz="1000" b="1" cap="all" spc="100" baseline="0">
                <a:solidFill>
                  <a:schemeClr val="tx1"/>
                </a:solidFill>
              </a:defRPr>
            </a:lvl8pPr>
            <a:lvl9pPr marL="0" indent="0">
              <a:buFontTx/>
              <a:buNone/>
              <a:defRPr sz="1000" b="1" i="0" cap="all" spc="100" baseline="0">
                <a:solidFill>
                  <a:schemeClr val="tx1"/>
                </a:solidFill>
              </a:defRPr>
            </a:lvl9pPr>
          </a:lstStyle>
          <a:p>
            <a:pPr lvl="0"/>
            <a:r>
              <a:rPr lang="en-US"/>
              <a:t>Click to add EYEBROW TEXT</a:t>
            </a:r>
          </a:p>
        </p:txBody>
      </p:sp>
      <p:cxnSp>
        <p:nvCxnSpPr>
          <p:cNvPr id="5" name="Straight Connector 4">
            <a:extLst>
              <a:ext uri="{FF2B5EF4-FFF2-40B4-BE49-F238E27FC236}">
                <a16:creationId xmlns:a16="http://schemas.microsoft.com/office/drawing/2014/main" id="{B1329BEF-C96E-3244-AF0B-0E139204A46B}"/>
              </a:ext>
            </a:extLst>
          </p:cNvPr>
          <p:cNvCxnSpPr>
            <a:cxnSpLocks/>
          </p:cNvCxnSpPr>
          <p:nvPr userDrawn="1"/>
        </p:nvCxnSpPr>
        <p:spPr>
          <a:xfrm>
            <a:off x="457199" y="2455405"/>
            <a:ext cx="516636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2996566D-E3C7-4510-8555-3ECF1D8B4887}"/>
              </a:ext>
            </a:extLst>
          </p:cNvPr>
          <p:cNvSpPr>
            <a:spLocks noGrp="1"/>
          </p:cNvSpPr>
          <p:nvPr>
            <p:ph type="title" hasCustomPrompt="1"/>
          </p:nvPr>
        </p:nvSpPr>
        <p:spPr>
          <a:xfrm>
            <a:off x="457199" y="2569464"/>
            <a:ext cx="5166360" cy="957428"/>
          </a:xfrm>
        </p:spPr>
        <p:txBody>
          <a:bodyPr rIns="0">
            <a:noAutofit/>
          </a:bodyPr>
          <a:lstStyle>
            <a:lvl1pPr>
              <a:lnSpc>
                <a:spcPct val="90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Title with image and eyebrow — click to edit</a:t>
            </a:r>
          </a:p>
        </p:txBody>
      </p:sp>
      <p:sp>
        <p:nvSpPr>
          <p:cNvPr id="20" name="Footer Placeholder 3">
            <a:extLst>
              <a:ext uri="{FF2B5EF4-FFF2-40B4-BE49-F238E27FC236}">
                <a16:creationId xmlns:a16="http://schemas.microsoft.com/office/drawing/2014/main" id="{983EB25C-4606-40BA-BDD6-47DE46CE2995}"/>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135607131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image and eyebrow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Picture Placeholder 25">
            <a:extLst>
              <a:ext uri="{FF2B5EF4-FFF2-40B4-BE49-F238E27FC236}">
                <a16:creationId xmlns:a16="http://schemas.microsoft.com/office/drawing/2014/main" id="{038C9A5A-DF00-4E1E-9AE5-630B0B1C26E1}"/>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sp>
        <p:nvSpPr>
          <p:cNvPr id="19" name="Rectangle 18">
            <a:extLst>
              <a:ext uri="{FF2B5EF4-FFF2-40B4-BE49-F238E27FC236}">
                <a16:creationId xmlns:a16="http://schemas.microsoft.com/office/drawing/2014/main" id="{0DF17C8C-1234-4524-992E-E1158DFAEA2E}"/>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pic>
        <p:nvPicPr>
          <p:cNvPr id="16" name="Picture 15">
            <a:extLst>
              <a:ext uri="{FF2B5EF4-FFF2-40B4-BE49-F238E27FC236}">
                <a16:creationId xmlns:a16="http://schemas.microsoft.com/office/drawing/2014/main" id="{A32749E2-B407-3D48-A30F-8E62153593B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297680"/>
            <a:ext cx="2157454" cy="303396"/>
          </a:xfrm>
        </p:spPr>
        <p:txBody>
          <a:bodyPr anchor="ctr" anchorCtr="0"/>
          <a:lstStyle>
            <a:lvl1pPr>
              <a:lnSpc>
                <a:spcPct val="100000"/>
              </a:lnSpc>
              <a:defRPr sz="1200" b="0" i="0" baseline="0">
                <a:latin typeface="+mn-lt"/>
                <a:ea typeface="Meiryo UI" panose="020B0604030504040204" pitchFamily="50" charset="-128"/>
              </a:defRPr>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9" y="3593592"/>
            <a:ext cx="5166360" cy="452106"/>
          </a:xfrm>
        </p:spPr>
        <p:txBody>
          <a:bodyPr rIns="0" anchor="t" anchorCtr="0"/>
          <a:lstStyle>
            <a:lvl1pPr>
              <a:lnSpc>
                <a:spcPct val="100000"/>
              </a:lnSpc>
              <a:spcAft>
                <a:spcPts val="0"/>
              </a:spcAft>
              <a:defRPr sz="1800" b="0" i="0" baseline="0">
                <a:solidFill>
                  <a:schemeClr val="tx2"/>
                </a:solidFill>
                <a:latin typeface="+mn-lt"/>
                <a:ea typeface="Meiryo UI" panose="020B0604030504040204" pitchFamily="50" charset="-128"/>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 add subhead</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Text Placeholder 25">
            <a:extLst>
              <a:ext uri="{FF2B5EF4-FFF2-40B4-BE49-F238E27FC236}">
                <a16:creationId xmlns:a16="http://schemas.microsoft.com/office/drawing/2014/main" id="{3885F9D4-FCDE-BD46-A441-9DE0B73F38A1}"/>
              </a:ext>
            </a:extLst>
          </p:cNvPr>
          <p:cNvSpPr>
            <a:spLocks noGrp="1"/>
          </p:cNvSpPr>
          <p:nvPr>
            <p:ph type="body" sz="quarter" idx="21" hasCustomPrompt="1"/>
          </p:nvPr>
        </p:nvSpPr>
        <p:spPr>
          <a:xfrm>
            <a:off x="457199" y="2014776"/>
            <a:ext cx="5166360" cy="412931"/>
          </a:xfrm>
        </p:spPr>
        <p:txBody>
          <a:bodyPr rIns="0" anchor="ctr" anchorCtr="0"/>
          <a:lstStyle>
            <a:lvl1pPr>
              <a:lnSpc>
                <a:spcPct val="100000"/>
              </a:lnSpc>
              <a:spcAft>
                <a:spcPts val="0"/>
              </a:spcAft>
              <a:defRPr sz="1000" b="1" cap="all" spc="100" baseline="0">
                <a:solidFill>
                  <a:schemeClr val="tx1"/>
                </a:solidFill>
                <a:latin typeface="+mn-lt"/>
                <a:ea typeface="Meiryo UI" panose="020B0604030504040204" pitchFamily="50" charset="-128"/>
              </a:defRPr>
            </a:lvl1pPr>
            <a:lvl2pPr>
              <a:defRPr sz="1000" b="1" cap="all" spc="100" baseline="0">
                <a:solidFill>
                  <a:schemeClr val="tx1"/>
                </a:solidFill>
                <a:latin typeface="+mn-lt"/>
              </a:defRPr>
            </a:lvl2pPr>
            <a:lvl3pPr marL="0" indent="0">
              <a:buFontTx/>
              <a:buNone/>
              <a:defRPr sz="1000" b="1" cap="all" spc="100" baseline="0">
                <a:solidFill>
                  <a:schemeClr val="tx1"/>
                </a:solidFill>
              </a:defRPr>
            </a:lvl3pPr>
            <a:lvl4pPr marL="0" indent="0">
              <a:buFontTx/>
              <a:buNone/>
              <a:defRPr sz="1000" b="1" cap="all" spc="100" baseline="0">
                <a:solidFill>
                  <a:schemeClr val="tx1"/>
                </a:solidFill>
              </a:defRPr>
            </a:lvl4pPr>
            <a:lvl5pPr marL="0" indent="0">
              <a:buFontTx/>
              <a:buNone/>
              <a:defRPr sz="1000" b="1" cap="all" spc="100" baseline="0">
                <a:solidFill>
                  <a:schemeClr val="tx1"/>
                </a:solidFill>
              </a:defRPr>
            </a:lvl5pPr>
            <a:lvl6pPr marL="0" indent="0">
              <a:buFontTx/>
              <a:buNone/>
              <a:defRPr sz="1000" b="1" cap="all" spc="100" baseline="0">
                <a:solidFill>
                  <a:schemeClr val="tx1"/>
                </a:solidFill>
              </a:defRPr>
            </a:lvl6pPr>
            <a:lvl7pPr marL="0" indent="0">
              <a:buFontTx/>
              <a:buNone/>
              <a:defRPr sz="1000" b="1" cap="all" spc="100" baseline="0">
                <a:solidFill>
                  <a:schemeClr val="tx1"/>
                </a:solidFill>
              </a:defRPr>
            </a:lvl7pPr>
            <a:lvl8pPr marL="0" indent="0">
              <a:buFontTx/>
              <a:buNone/>
              <a:defRPr sz="1000" b="1" cap="all" spc="100" baseline="0">
                <a:solidFill>
                  <a:schemeClr val="tx1"/>
                </a:solidFill>
              </a:defRPr>
            </a:lvl8pPr>
            <a:lvl9pPr marL="0" indent="0">
              <a:buFontTx/>
              <a:buNone/>
              <a:defRPr sz="1000" b="1" i="0" cap="all" spc="100" baseline="0">
                <a:solidFill>
                  <a:schemeClr val="tx1"/>
                </a:solidFill>
              </a:defRPr>
            </a:lvl9pPr>
          </a:lstStyle>
          <a:p>
            <a:pPr lvl="0"/>
            <a:r>
              <a:rPr lang="en-US"/>
              <a:t>Click to add EYEBROW TEXT</a:t>
            </a:r>
          </a:p>
        </p:txBody>
      </p:sp>
      <p:cxnSp>
        <p:nvCxnSpPr>
          <p:cNvPr id="5" name="Straight Connector 4">
            <a:extLst>
              <a:ext uri="{FF2B5EF4-FFF2-40B4-BE49-F238E27FC236}">
                <a16:creationId xmlns:a16="http://schemas.microsoft.com/office/drawing/2014/main" id="{B1329BEF-C96E-3244-AF0B-0E139204A46B}"/>
              </a:ext>
            </a:extLst>
          </p:cNvPr>
          <p:cNvCxnSpPr>
            <a:cxnSpLocks/>
          </p:cNvCxnSpPr>
          <p:nvPr userDrawn="1"/>
        </p:nvCxnSpPr>
        <p:spPr>
          <a:xfrm>
            <a:off x="457199" y="2455405"/>
            <a:ext cx="516636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2996566D-E3C7-4510-8555-3ECF1D8B4887}"/>
              </a:ext>
            </a:extLst>
          </p:cNvPr>
          <p:cNvSpPr>
            <a:spLocks noGrp="1"/>
          </p:cNvSpPr>
          <p:nvPr>
            <p:ph type="title" hasCustomPrompt="1"/>
          </p:nvPr>
        </p:nvSpPr>
        <p:spPr>
          <a:xfrm>
            <a:off x="457199" y="2569464"/>
            <a:ext cx="5166360" cy="957428"/>
          </a:xfrm>
        </p:spPr>
        <p:txBody>
          <a:bodyPr rIns="0">
            <a:noAutofit/>
          </a:bodyPr>
          <a:lstStyle>
            <a:lvl1pPr>
              <a:lnSpc>
                <a:spcPct val="90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Title with image and eyebrow 2 — click to edit</a:t>
            </a:r>
          </a:p>
        </p:txBody>
      </p:sp>
      <p:sp>
        <p:nvSpPr>
          <p:cNvPr id="20" name="Footer Placeholder 3">
            <a:extLst>
              <a:ext uri="{FF2B5EF4-FFF2-40B4-BE49-F238E27FC236}">
                <a16:creationId xmlns:a16="http://schemas.microsoft.com/office/drawing/2014/main" id="{90C3B054-93D7-4C84-9CB6-EF948419447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22261377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5AB0527-40F9-0B4A-9E3E-046B4A23315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0" name="Rectangle 9">
            <a:extLst>
              <a:ext uri="{FF2B5EF4-FFF2-40B4-BE49-F238E27FC236}">
                <a16:creationId xmlns:a16="http://schemas.microsoft.com/office/drawing/2014/main" id="{6ADD352E-DF4D-446E-9A60-7583091C589C}"/>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2" name="Rectangle 21">
            <a:extLst>
              <a:ext uri="{FF2B5EF4-FFF2-40B4-BE49-F238E27FC236}">
                <a16:creationId xmlns:a16="http://schemas.microsoft.com/office/drawing/2014/main" id="{626745FB-344D-4188-943E-D28182376830}"/>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Title 1">
            <a:extLst>
              <a:ext uri="{FF2B5EF4-FFF2-40B4-BE49-F238E27FC236}">
                <a16:creationId xmlns:a16="http://schemas.microsoft.com/office/drawing/2014/main" id="{8657438D-0593-47FA-B429-C3DE64FC966D}"/>
              </a:ext>
            </a:extLst>
          </p:cNvPr>
          <p:cNvSpPr>
            <a:spLocks noGrp="1"/>
          </p:cNvSpPr>
          <p:nvPr>
            <p:ph type="title" hasCustomPrompt="1"/>
          </p:nvPr>
        </p:nvSpPr>
        <p:spPr>
          <a:xfrm>
            <a:off x="457198" y="2211777"/>
            <a:ext cx="5166360" cy="957428"/>
          </a:xfrm>
        </p:spPr>
        <p:txBody>
          <a:bodyPr rIns="0">
            <a:noAutofit/>
          </a:bodyPr>
          <a:lstStyle>
            <a:lvl1pPr>
              <a:lnSpc>
                <a:spcPct val="90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Title no image — click to edit second line if needed </a:t>
            </a:r>
          </a:p>
        </p:txBody>
      </p:sp>
      <p:sp>
        <p:nvSpPr>
          <p:cNvPr id="12" name="Text Placeholder 23">
            <a:extLst>
              <a:ext uri="{FF2B5EF4-FFF2-40B4-BE49-F238E27FC236}">
                <a16:creationId xmlns:a16="http://schemas.microsoft.com/office/drawing/2014/main" id="{510F4C07-544E-4DD2-9C21-F577ED2FB2DE}"/>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atin typeface="+mn-lt"/>
                <a:ea typeface="Meiryo UI" panose="020B0604030504040204" pitchFamily="50" charset="-128"/>
              </a:defRPr>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6" name="Text Placeholder 21">
            <a:extLst>
              <a:ext uri="{FF2B5EF4-FFF2-40B4-BE49-F238E27FC236}">
                <a16:creationId xmlns:a16="http://schemas.microsoft.com/office/drawing/2014/main" id="{AA9E3402-A66C-4F26-86E2-0EF3C9DC4AA5}"/>
              </a:ext>
            </a:extLst>
          </p:cNvPr>
          <p:cNvSpPr>
            <a:spLocks noGrp="1"/>
          </p:cNvSpPr>
          <p:nvPr>
            <p:ph type="body" sz="quarter" idx="15" hasCustomPrompt="1"/>
          </p:nvPr>
        </p:nvSpPr>
        <p:spPr>
          <a:xfrm>
            <a:off x="457198" y="3225916"/>
            <a:ext cx="5166360" cy="452106"/>
          </a:xfrm>
        </p:spPr>
        <p:txBody>
          <a:bodyPr rIns="0" anchor="t" anchorCtr="0"/>
          <a:lstStyle>
            <a:lvl1pPr>
              <a:lnSpc>
                <a:spcPct val="100000"/>
              </a:lnSpc>
              <a:spcAft>
                <a:spcPts val="0"/>
              </a:spcAft>
              <a:defRPr sz="1800" b="0" i="0" baseline="0">
                <a:solidFill>
                  <a:schemeClr val="tx2"/>
                </a:solidFill>
                <a:latin typeface="+mn-lt"/>
                <a:ea typeface="Meiryo UI" panose="020B0604030504040204" pitchFamily="50" charset="-128"/>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9" name="Text Placeholder 25">
            <a:extLst>
              <a:ext uri="{FF2B5EF4-FFF2-40B4-BE49-F238E27FC236}">
                <a16:creationId xmlns:a16="http://schemas.microsoft.com/office/drawing/2014/main" id="{70B2E61E-429F-4743-B432-4615E5429B7F}"/>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latin typeface="+mn-lt"/>
                <a:ea typeface="Meiryo UI" panose="020B0604030504040204" pitchFamily="50" charset="-128"/>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13" name="Footer Placeholder 3">
            <a:extLst>
              <a:ext uri="{FF2B5EF4-FFF2-40B4-BE49-F238E27FC236}">
                <a16:creationId xmlns:a16="http://schemas.microsoft.com/office/drawing/2014/main" id="{7F83DE0D-D829-4834-8907-51D720F2BB3B}"/>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345489923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no ima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5AB0527-40F9-0B4A-9E3E-046B4A23315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0" name="Rectangle 9">
            <a:extLst>
              <a:ext uri="{FF2B5EF4-FFF2-40B4-BE49-F238E27FC236}">
                <a16:creationId xmlns:a16="http://schemas.microsoft.com/office/drawing/2014/main" id="{6ADD352E-DF4D-446E-9A60-7583091C589C}"/>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2" name="Rectangle 21">
            <a:extLst>
              <a:ext uri="{FF2B5EF4-FFF2-40B4-BE49-F238E27FC236}">
                <a16:creationId xmlns:a16="http://schemas.microsoft.com/office/drawing/2014/main" id="{626745FB-344D-4188-943E-D28182376830}"/>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Title 1">
            <a:extLst>
              <a:ext uri="{FF2B5EF4-FFF2-40B4-BE49-F238E27FC236}">
                <a16:creationId xmlns:a16="http://schemas.microsoft.com/office/drawing/2014/main" id="{8657438D-0593-47FA-B429-C3DE64FC966D}"/>
              </a:ext>
            </a:extLst>
          </p:cNvPr>
          <p:cNvSpPr>
            <a:spLocks noGrp="1"/>
          </p:cNvSpPr>
          <p:nvPr>
            <p:ph type="title" hasCustomPrompt="1"/>
          </p:nvPr>
        </p:nvSpPr>
        <p:spPr>
          <a:xfrm>
            <a:off x="457198" y="2211777"/>
            <a:ext cx="5166360" cy="957428"/>
          </a:xfrm>
        </p:spPr>
        <p:txBody>
          <a:bodyPr rIns="0">
            <a:noAutofit/>
          </a:bodyPr>
          <a:lstStyle>
            <a:lvl1pPr>
              <a:lnSpc>
                <a:spcPct val="90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Title no image 2 — click to edit second line if needed </a:t>
            </a:r>
          </a:p>
        </p:txBody>
      </p:sp>
      <p:sp>
        <p:nvSpPr>
          <p:cNvPr id="12" name="Text Placeholder 23">
            <a:extLst>
              <a:ext uri="{FF2B5EF4-FFF2-40B4-BE49-F238E27FC236}">
                <a16:creationId xmlns:a16="http://schemas.microsoft.com/office/drawing/2014/main" id="{510F4C07-544E-4DD2-9C21-F577ED2FB2DE}"/>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atin typeface="+mn-lt"/>
                <a:ea typeface="Meiryo UI" panose="020B0604030504040204" pitchFamily="50" charset="-128"/>
              </a:defRPr>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6" name="Text Placeholder 21">
            <a:extLst>
              <a:ext uri="{FF2B5EF4-FFF2-40B4-BE49-F238E27FC236}">
                <a16:creationId xmlns:a16="http://schemas.microsoft.com/office/drawing/2014/main" id="{AA9E3402-A66C-4F26-86E2-0EF3C9DC4AA5}"/>
              </a:ext>
            </a:extLst>
          </p:cNvPr>
          <p:cNvSpPr>
            <a:spLocks noGrp="1"/>
          </p:cNvSpPr>
          <p:nvPr>
            <p:ph type="body" sz="quarter" idx="15" hasCustomPrompt="1"/>
          </p:nvPr>
        </p:nvSpPr>
        <p:spPr>
          <a:xfrm>
            <a:off x="457198" y="3225916"/>
            <a:ext cx="5166360" cy="452106"/>
          </a:xfrm>
        </p:spPr>
        <p:txBody>
          <a:bodyPr rIns="0" anchor="t" anchorCtr="0"/>
          <a:lstStyle>
            <a:lvl1pPr>
              <a:lnSpc>
                <a:spcPct val="100000"/>
              </a:lnSpc>
              <a:spcAft>
                <a:spcPts val="0"/>
              </a:spcAft>
              <a:defRPr sz="1800" b="0" i="0" baseline="0">
                <a:solidFill>
                  <a:schemeClr val="tx2"/>
                </a:solidFill>
                <a:latin typeface="+mn-lt"/>
                <a:ea typeface="Meiryo UI" panose="020B0604030504040204" pitchFamily="50" charset="-128"/>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9" name="Text Placeholder 25">
            <a:extLst>
              <a:ext uri="{FF2B5EF4-FFF2-40B4-BE49-F238E27FC236}">
                <a16:creationId xmlns:a16="http://schemas.microsoft.com/office/drawing/2014/main" id="{70B2E61E-429F-4743-B432-4615E5429B7F}"/>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latin typeface="+mn-lt"/>
                <a:ea typeface="Meiryo UI" panose="020B0604030504040204" pitchFamily="50" charset="-128"/>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13" name="Footer Placeholder 3">
            <a:extLst>
              <a:ext uri="{FF2B5EF4-FFF2-40B4-BE49-F238E27FC236}">
                <a16:creationId xmlns:a16="http://schemas.microsoft.com/office/drawing/2014/main" id="{8275F65D-5C7F-46EA-9473-E5077215EA8A}"/>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124610345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cobr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5AB0527-40F9-0B4A-9E3E-046B4A23315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cxnSp>
        <p:nvCxnSpPr>
          <p:cNvPr id="8" name="Straight Connector 7">
            <a:extLst>
              <a:ext uri="{FF2B5EF4-FFF2-40B4-BE49-F238E27FC236}">
                <a16:creationId xmlns:a16="http://schemas.microsoft.com/office/drawing/2014/main" id="{68BD69C2-429A-47BF-AFC1-919C4469AC6B}"/>
              </a:ext>
            </a:extLst>
          </p:cNvPr>
          <p:cNvCxnSpPr/>
          <p:nvPr userDrawn="1"/>
        </p:nvCxnSpPr>
        <p:spPr>
          <a:xfrm>
            <a:off x="10738017" y="6335876"/>
            <a:ext cx="0" cy="3673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19">
            <a:extLst>
              <a:ext uri="{FF2B5EF4-FFF2-40B4-BE49-F238E27FC236}">
                <a16:creationId xmlns:a16="http://schemas.microsoft.com/office/drawing/2014/main" id="{57EBCDC8-3858-4B96-BABB-58AE637B4076}"/>
              </a:ext>
            </a:extLst>
          </p:cNvPr>
          <p:cNvSpPr>
            <a:spLocks noGrp="1"/>
          </p:cNvSpPr>
          <p:nvPr>
            <p:ph type="pic" sz="quarter" idx="14" hasCustomPrompt="1"/>
          </p:nvPr>
        </p:nvSpPr>
        <p:spPr>
          <a:xfrm>
            <a:off x="8049554" y="6368931"/>
            <a:ext cx="2466975" cy="390196"/>
          </a:xfrm>
        </p:spPr>
        <p:txBody>
          <a:bodyPr anchor="ctr" anchorCtr="0"/>
          <a:lstStyle>
            <a:lvl1pPr algn="ctr">
              <a:defRPr sz="1200"/>
            </a:lvl1pPr>
          </a:lstStyle>
          <a:p>
            <a:r>
              <a:rPr lang="en-US"/>
              <a:t>Click to insert cobrand logo</a:t>
            </a:r>
          </a:p>
        </p:txBody>
      </p:sp>
      <p:sp>
        <p:nvSpPr>
          <p:cNvPr id="15" name="Rectangle 14">
            <a:extLst>
              <a:ext uri="{FF2B5EF4-FFF2-40B4-BE49-F238E27FC236}">
                <a16:creationId xmlns:a16="http://schemas.microsoft.com/office/drawing/2014/main" id="{0E81A99A-28F5-400A-A06C-4564C61FDFA8}"/>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3" name="Rectangle 22">
            <a:extLst>
              <a:ext uri="{FF2B5EF4-FFF2-40B4-BE49-F238E27FC236}">
                <a16:creationId xmlns:a16="http://schemas.microsoft.com/office/drawing/2014/main" id="{B79E3780-1FCA-42E3-91B5-3C07F3064D11}"/>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6" name="Rectangle 15">
            <a:extLst>
              <a:ext uri="{FF2B5EF4-FFF2-40B4-BE49-F238E27FC236}">
                <a16:creationId xmlns:a16="http://schemas.microsoft.com/office/drawing/2014/main" id="{1DBF7C3F-7FC1-423D-8774-FED59E4DBCE0}"/>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4" name="Text Placeholder 23">
            <a:extLst>
              <a:ext uri="{FF2B5EF4-FFF2-40B4-BE49-F238E27FC236}">
                <a16:creationId xmlns:a16="http://schemas.microsoft.com/office/drawing/2014/main" id="{F0C785EF-9E17-43E6-868A-A0F48620F168}"/>
              </a:ext>
            </a:extLst>
          </p:cNvPr>
          <p:cNvSpPr>
            <a:spLocks noGrp="1"/>
          </p:cNvSpPr>
          <p:nvPr>
            <p:ph type="body" sz="quarter" idx="18" hasCustomPrompt="1"/>
          </p:nvPr>
        </p:nvSpPr>
        <p:spPr>
          <a:xfrm>
            <a:off x="457200" y="4343400"/>
            <a:ext cx="2157454" cy="274320"/>
          </a:xfrm>
        </p:spPr>
        <p:txBody>
          <a:bodyPr anchor="ctr" anchorCtr="0"/>
          <a:lstStyle>
            <a:lvl1pPr>
              <a:lnSpc>
                <a:spcPct val="100000"/>
              </a:lnSpc>
              <a:defRPr sz="1200" b="0" i="0" baseline="0">
                <a:latin typeface="+mn-lt"/>
                <a:ea typeface="Meiryo UI" panose="020B0604030504040204" pitchFamily="50" charset="-128"/>
              </a:defRPr>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25" name="Text Placeholder 21">
            <a:extLst>
              <a:ext uri="{FF2B5EF4-FFF2-40B4-BE49-F238E27FC236}">
                <a16:creationId xmlns:a16="http://schemas.microsoft.com/office/drawing/2014/main" id="{CA9928E1-888D-4F50-BC02-91B5DA680D24}"/>
              </a:ext>
            </a:extLst>
          </p:cNvPr>
          <p:cNvSpPr>
            <a:spLocks noGrp="1"/>
          </p:cNvSpPr>
          <p:nvPr>
            <p:ph type="body" sz="quarter" idx="19" hasCustomPrompt="1"/>
          </p:nvPr>
        </p:nvSpPr>
        <p:spPr>
          <a:xfrm>
            <a:off x="457198" y="3227832"/>
            <a:ext cx="5166360" cy="452106"/>
          </a:xfrm>
        </p:spPr>
        <p:txBody>
          <a:bodyPr rIns="0" anchor="t" anchorCtr="0"/>
          <a:lstStyle>
            <a:lvl1pPr>
              <a:lnSpc>
                <a:spcPct val="100000"/>
              </a:lnSpc>
              <a:spcAft>
                <a:spcPts val="0"/>
              </a:spcAft>
              <a:defRPr sz="1800" b="0" i="0" baseline="0">
                <a:solidFill>
                  <a:schemeClr val="tx2"/>
                </a:solidFill>
                <a:latin typeface="+mn-lt"/>
                <a:ea typeface="Meiryo UI" panose="020B0604030504040204" pitchFamily="50" charset="-128"/>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26" name="Text Placeholder 25">
            <a:extLst>
              <a:ext uri="{FF2B5EF4-FFF2-40B4-BE49-F238E27FC236}">
                <a16:creationId xmlns:a16="http://schemas.microsoft.com/office/drawing/2014/main" id="{9A9EAD76-6105-44A8-8A8B-286F32267AB5}"/>
              </a:ext>
            </a:extLst>
          </p:cNvPr>
          <p:cNvSpPr>
            <a:spLocks noGrp="1"/>
          </p:cNvSpPr>
          <p:nvPr>
            <p:ph type="body" sz="quarter" idx="20"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latin typeface="+mn-lt"/>
                <a:ea typeface="Meiryo UI" panose="020B0604030504040204" pitchFamily="50" charset="-128"/>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27" name="Title 1">
            <a:extLst>
              <a:ext uri="{FF2B5EF4-FFF2-40B4-BE49-F238E27FC236}">
                <a16:creationId xmlns:a16="http://schemas.microsoft.com/office/drawing/2014/main" id="{9C7E50F4-F140-435A-BF1E-BB5BF832FB72}"/>
              </a:ext>
            </a:extLst>
          </p:cNvPr>
          <p:cNvSpPr>
            <a:spLocks noGrp="1"/>
          </p:cNvSpPr>
          <p:nvPr>
            <p:ph type="title" hasCustomPrompt="1"/>
          </p:nvPr>
        </p:nvSpPr>
        <p:spPr>
          <a:xfrm>
            <a:off x="457198" y="2211777"/>
            <a:ext cx="5166360" cy="957428"/>
          </a:xfrm>
        </p:spPr>
        <p:txBody>
          <a:bodyPr rIns="0">
            <a:noAutofit/>
          </a:bodyPr>
          <a:lstStyle>
            <a:lvl1pPr>
              <a:lnSpc>
                <a:spcPct val="90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Title cobrand — click to edit second line if needed </a:t>
            </a:r>
          </a:p>
        </p:txBody>
      </p:sp>
      <p:sp>
        <p:nvSpPr>
          <p:cNvPr id="13" name="Footer Placeholder 3">
            <a:extLst>
              <a:ext uri="{FF2B5EF4-FFF2-40B4-BE49-F238E27FC236}">
                <a16:creationId xmlns:a16="http://schemas.microsoft.com/office/drawing/2014/main" id="{382ADA15-D6A6-45CE-9014-7935A669E46E}"/>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49507739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1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F982AE-B441-5D47-8FE2-7C216AC85070}"/>
              </a:ext>
            </a:extLst>
          </p:cNvPr>
          <p:cNvSpPr>
            <a:spLocks noGrp="1"/>
          </p:cNvSpPr>
          <p:nvPr>
            <p:ph type="title" hasCustomPrompt="1"/>
          </p:nvPr>
        </p:nvSpPr>
        <p:spPr>
          <a:xfrm>
            <a:off x="4233673" y="2530432"/>
            <a:ext cx="6199632" cy="1317667"/>
          </a:xfrm>
          <a:solidFill>
            <a:schemeClr val="bg1"/>
          </a:solidFill>
        </p:spPr>
        <p:txBody>
          <a:bodyPr lIns="0" tIns="0" rIns="0" anchor="ctr" anchorCtr="0">
            <a:noAutofit/>
          </a:bodyPr>
          <a:lstStyle>
            <a:lvl1pPr>
              <a:lnSpc>
                <a:spcPct val="90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Divider 1 no image — click to edit text</a:t>
            </a:r>
          </a:p>
        </p:txBody>
      </p:sp>
      <p:sp>
        <p:nvSpPr>
          <p:cNvPr id="9" name="Text Placeholder 25">
            <a:extLst>
              <a:ext uri="{FF2B5EF4-FFF2-40B4-BE49-F238E27FC236}">
                <a16:creationId xmlns:a16="http://schemas.microsoft.com/office/drawing/2014/main" id="{423B3AC3-FF6A-7E40-8C74-6C527274E56C}"/>
              </a:ext>
            </a:extLst>
          </p:cNvPr>
          <p:cNvSpPr>
            <a:spLocks noGrp="1"/>
          </p:cNvSpPr>
          <p:nvPr>
            <p:ph type="body" sz="quarter" idx="17" hasCustomPrompt="1"/>
          </p:nvPr>
        </p:nvSpPr>
        <p:spPr>
          <a:xfrm>
            <a:off x="4233672" y="3947537"/>
            <a:ext cx="6199632" cy="402123"/>
          </a:xfrm>
        </p:spPr>
        <p:txBody>
          <a:bodyPr lIns="0" tIns="0" rIns="228600"/>
          <a:lstStyle>
            <a:lvl1pPr>
              <a:lnSpc>
                <a:spcPct val="100000"/>
              </a:lnSpc>
              <a:spcAft>
                <a:spcPts val="0"/>
              </a:spcAft>
              <a:defRPr sz="1600" b="0">
                <a:solidFill>
                  <a:schemeClr val="tx1"/>
                </a:solidFill>
                <a:latin typeface="+mn-lt"/>
                <a:ea typeface="Meiryo UI" panose="020B0604030504040204" pitchFamily="50" charset="-128"/>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subhead</a:t>
            </a:r>
          </a:p>
        </p:txBody>
      </p:sp>
      <p:pic>
        <p:nvPicPr>
          <p:cNvPr id="10" name="Picture 9">
            <a:extLst>
              <a:ext uri="{FF2B5EF4-FFF2-40B4-BE49-F238E27FC236}">
                <a16:creationId xmlns:a16="http://schemas.microsoft.com/office/drawing/2014/main" id="{14EF8B42-EA86-E84A-AB99-6D91A9C3FFC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7376"/>
            <a:ext cx="644234" cy="208999"/>
          </a:xfrm>
          <a:prstGeom prst="rect">
            <a:avLst/>
          </a:prstGeom>
        </p:spPr>
      </p:pic>
      <p:sp>
        <p:nvSpPr>
          <p:cNvPr id="2" name="Slide Number Placeholder 1">
            <a:extLst>
              <a:ext uri="{FF2B5EF4-FFF2-40B4-BE49-F238E27FC236}">
                <a16:creationId xmlns:a16="http://schemas.microsoft.com/office/drawing/2014/main" id="{EDA2F4BF-5814-104F-9DEA-62BEC9541555}"/>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F6D15C58-405A-4936-A9EB-228AF76CF04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Footer Placeholder 3">
            <a:extLst>
              <a:ext uri="{FF2B5EF4-FFF2-40B4-BE49-F238E27FC236}">
                <a16:creationId xmlns:a16="http://schemas.microsoft.com/office/drawing/2014/main" id="{76AB2782-3C23-4773-B6BF-A9C36DB1389F}"/>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3024853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2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A2584FF-D46F-45F7-B82A-CE42BD41844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4" name="Slide Number Placeholder 1">
            <a:extLst>
              <a:ext uri="{FF2B5EF4-FFF2-40B4-BE49-F238E27FC236}">
                <a16:creationId xmlns:a16="http://schemas.microsoft.com/office/drawing/2014/main" id="{FE44C43D-DB44-4411-BDB9-A4C2C7084B51}"/>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378FBD8A-D12B-4EFA-A9DB-2DD83E9E322D}"/>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21" name="Title 1">
            <a:extLst>
              <a:ext uri="{FF2B5EF4-FFF2-40B4-BE49-F238E27FC236}">
                <a16:creationId xmlns:a16="http://schemas.microsoft.com/office/drawing/2014/main" id="{22BF5985-B02F-458A-8DDC-57916CC8A299}"/>
              </a:ext>
            </a:extLst>
          </p:cNvPr>
          <p:cNvSpPr>
            <a:spLocks noGrp="1"/>
          </p:cNvSpPr>
          <p:nvPr>
            <p:ph type="title" hasCustomPrompt="1"/>
          </p:nvPr>
        </p:nvSpPr>
        <p:spPr>
          <a:xfrm>
            <a:off x="4233673" y="2530432"/>
            <a:ext cx="6199632" cy="1317667"/>
          </a:xfrm>
          <a:solidFill>
            <a:schemeClr val="bg1"/>
          </a:solidFill>
        </p:spPr>
        <p:txBody>
          <a:bodyPr lIns="0" tIns="0" rIns="0" anchor="ctr" anchorCtr="0">
            <a:noAutofit/>
          </a:bodyPr>
          <a:lstStyle>
            <a:lvl1pPr>
              <a:lnSpc>
                <a:spcPct val="90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Divider 2 no image — click to edit text</a:t>
            </a:r>
          </a:p>
        </p:txBody>
      </p:sp>
      <p:sp>
        <p:nvSpPr>
          <p:cNvPr id="22" name="Text Placeholder 25">
            <a:extLst>
              <a:ext uri="{FF2B5EF4-FFF2-40B4-BE49-F238E27FC236}">
                <a16:creationId xmlns:a16="http://schemas.microsoft.com/office/drawing/2014/main" id="{DBEB1D60-90BA-4234-8D5F-520D83E1A270}"/>
              </a:ext>
            </a:extLst>
          </p:cNvPr>
          <p:cNvSpPr>
            <a:spLocks noGrp="1"/>
          </p:cNvSpPr>
          <p:nvPr>
            <p:ph type="body" sz="quarter" idx="17" hasCustomPrompt="1"/>
          </p:nvPr>
        </p:nvSpPr>
        <p:spPr>
          <a:xfrm>
            <a:off x="4233672" y="3947537"/>
            <a:ext cx="6199632" cy="402123"/>
          </a:xfrm>
        </p:spPr>
        <p:txBody>
          <a:bodyPr lIns="0" tIns="0" rIns="228600"/>
          <a:lstStyle>
            <a:lvl1pPr>
              <a:lnSpc>
                <a:spcPct val="100000"/>
              </a:lnSpc>
              <a:spcAft>
                <a:spcPts val="0"/>
              </a:spcAft>
              <a:defRPr sz="1600" b="0">
                <a:solidFill>
                  <a:schemeClr val="tx1"/>
                </a:solidFill>
                <a:latin typeface="+mn-lt"/>
                <a:ea typeface="Meiryo UI" panose="020B0604030504040204" pitchFamily="50" charset="-128"/>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subhead</a:t>
            </a:r>
          </a:p>
        </p:txBody>
      </p:sp>
      <p:sp>
        <p:nvSpPr>
          <p:cNvPr id="8" name="Footer Placeholder 3">
            <a:extLst>
              <a:ext uri="{FF2B5EF4-FFF2-40B4-BE49-F238E27FC236}">
                <a16:creationId xmlns:a16="http://schemas.microsoft.com/office/drawing/2014/main" id="{0FF65890-EF87-41AB-AAD2-3303743DA38B}"/>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364746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3 with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9B7A2125-0066-41AD-B5C4-1FCDE010232D}"/>
              </a:ext>
            </a:extLst>
          </p:cNvPr>
          <p:cNvSpPr>
            <a:spLocks noGrp="1"/>
          </p:cNvSpPr>
          <p:nvPr>
            <p:ph type="pic" sz="quarter" idx="20" hasCustomPrompt="1"/>
          </p:nvPr>
        </p:nvSpPr>
        <p:spPr>
          <a:xfrm>
            <a:off x="465138" y="457200"/>
            <a:ext cx="11269662" cy="5791200"/>
          </a:xfrm>
          <a:custGeom>
            <a:avLst/>
            <a:gdLst>
              <a:gd name="connsiteX0" fmla="*/ 0 w 11269662"/>
              <a:gd name="connsiteY0" fmla="*/ 0 h 5791200"/>
              <a:gd name="connsiteX1" fmla="*/ 11269662 w 11269662"/>
              <a:gd name="connsiteY1" fmla="*/ 0 h 5791200"/>
              <a:gd name="connsiteX2" fmla="*/ 11269662 w 11269662"/>
              <a:gd name="connsiteY2" fmla="*/ 5791200 h 5791200"/>
              <a:gd name="connsiteX3" fmla="*/ 0 w 11269662"/>
              <a:gd name="connsiteY3" fmla="*/ 5791200 h 5791200"/>
              <a:gd name="connsiteX4" fmla="*/ 0 w 11269662"/>
              <a:gd name="connsiteY4" fmla="*/ 3941064 h 5791200"/>
              <a:gd name="connsiteX5" fmla="*/ 5624766 w 11269662"/>
              <a:gd name="connsiteY5" fmla="*/ 3941064 h 5791200"/>
              <a:gd name="connsiteX6" fmla="*/ 5624766 w 11269662"/>
              <a:gd name="connsiteY6" fmla="*/ 1929384 h 5791200"/>
              <a:gd name="connsiteX7" fmla="*/ 0 w 11269662"/>
              <a:gd name="connsiteY7" fmla="*/ 1929384 h 579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69662" h="5791200">
                <a:moveTo>
                  <a:pt x="0" y="0"/>
                </a:moveTo>
                <a:lnTo>
                  <a:pt x="11269662" y="0"/>
                </a:lnTo>
                <a:lnTo>
                  <a:pt x="11269662" y="5791200"/>
                </a:lnTo>
                <a:lnTo>
                  <a:pt x="0" y="5791200"/>
                </a:lnTo>
                <a:lnTo>
                  <a:pt x="0" y="3941064"/>
                </a:lnTo>
                <a:lnTo>
                  <a:pt x="5624766" y="3941064"/>
                </a:lnTo>
                <a:lnTo>
                  <a:pt x="5624766" y="1929384"/>
                </a:lnTo>
                <a:lnTo>
                  <a:pt x="0" y="1929384"/>
                </a:lnTo>
                <a:close/>
              </a:path>
            </a:pathLst>
          </a:custGeom>
          <a:solidFill>
            <a:srgbClr val="BFBFBF"/>
          </a:solidFill>
        </p:spPr>
        <p:txBody>
          <a:bodyPr wrap="square" tIns="1463040">
            <a:noAutofit/>
          </a:bodyPr>
          <a:lstStyle>
            <a:lvl1pPr algn="ctr">
              <a:defRPr/>
            </a:lvl1pPr>
          </a:lstStyle>
          <a:p>
            <a:r>
              <a:rPr lang="en-US"/>
              <a:t>Insert Pic</a:t>
            </a:r>
            <a:endParaRPr lang="en-GB"/>
          </a:p>
        </p:txBody>
      </p:sp>
      <p:sp>
        <p:nvSpPr>
          <p:cNvPr id="18" name="Rectangle 17">
            <a:extLst>
              <a:ext uri="{FF2B5EF4-FFF2-40B4-BE49-F238E27FC236}">
                <a16:creationId xmlns:a16="http://schemas.microsoft.com/office/drawing/2014/main" id="{1EB2AA7D-C791-4F6C-A258-4D60B1A85487}"/>
              </a:ext>
            </a:extLst>
          </p:cNvPr>
          <p:cNvSpPr/>
          <p:nvPr userDrawn="1"/>
        </p:nvSpPr>
        <p:spPr bwMode="auto">
          <a:xfrm>
            <a:off x="0" y="2386584"/>
            <a:ext cx="6089904" cy="2011680"/>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9" name="Title 1">
            <a:extLst>
              <a:ext uri="{FF2B5EF4-FFF2-40B4-BE49-F238E27FC236}">
                <a16:creationId xmlns:a16="http://schemas.microsoft.com/office/drawing/2014/main" id="{C5BEADA9-8B0A-E647-BE4B-A60A9933BF45}"/>
              </a:ext>
            </a:extLst>
          </p:cNvPr>
          <p:cNvSpPr>
            <a:spLocks noGrp="1"/>
          </p:cNvSpPr>
          <p:nvPr>
            <p:ph type="title" hasCustomPrompt="1"/>
          </p:nvPr>
        </p:nvSpPr>
        <p:spPr>
          <a:xfrm>
            <a:off x="465137" y="2686049"/>
            <a:ext cx="5421313" cy="1128137"/>
          </a:xfrm>
        </p:spPr>
        <p:txBody>
          <a:bodyPr lIns="0" rIns="0" anchor="ctr" anchorCtr="0">
            <a:noAutofit/>
          </a:bodyPr>
          <a:lstStyle>
            <a:lvl1pPr>
              <a:lnSpc>
                <a:spcPct val="90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Divider 3 with image — click to edit text</a:t>
            </a:r>
          </a:p>
        </p:txBody>
      </p:sp>
      <p:sp>
        <p:nvSpPr>
          <p:cNvPr id="10" name="Text Placeholder 25">
            <a:extLst>
              <a:ext uri="{FF2B5EF4-FFF2-40B4-BE49-F238E27FC236}">
                <a16:creationId xmlns:a16="http://schemas.microsoft.com/office/drawing/2014/main" id="{17B4EE0A-0572-284B-BEDD-5BB727575BBC}"/>
              </a:ext>
            </a:extLst>
          </p:cNvPr>
          <p:cNvSpPr>
            <a:spLocks noGrp="1"/>
          </p:cNvSpPr>
          <p:nvPr>
            <p:ph type="body" sz="quarter" idx="17" hasCustomPrompt="1"/>
          </p:nvPr>
        </p:nvSpPr>
        <p:spPr>
          <a:xfrm>
            <a:off x="465138" y="3852287"/>
            <a:ext cx="5421312" cy="402123"/>
          </a:xfrm>
        </p:spPr>
        <p:txBody>
          <a:bodyPr lIns="0" tIns="0" rIns="0"/>
          <a:lstStyle>
            <a:lvl1pPr>
              <a:lnSpc>
                <a:spcPct val="100000"/>
              </a:lnSpc>
              <a:spcAft>
                <a:spcPts val="0"/>
              </a:spcAft>
              <a:defRPr sz="1600" b="0">
                <a:solidFill>
                  <a:schemeClr val="tx1"/>
                </a:solidFill>
                <a:latin typeface="+mn-lt"/>
                <a:ea typeface="Meiryo UI" panose="020B0604030504040204" pitchFamily="50" charset="-128"/>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subhead</a:t>
            </a:r>
          </a:p>
        </p:txBody>
      </p:sp>
      <p:pic>
        <p:nvPicPr>
          <p:cNvPr id="14" name="Picture 13">
            <a:extLst>
              <a:ext uri="{FF2B5EF4-FFF2-40B4-BE49-F238E27FC236}">
                <a16:creationId xmlns:a16="http://schemas.microsoft.com/office/drawing/2014/main" id="{04EBF1F0-2701-43DF-A3C4-DF3A356079D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5" name="Slide Number Placeholder 1">
            <a:extLst>
              <a:ext uri="{FF2B5EF4-FFF2-40B4-BE49-F238E27FC236}">
                <a16:creationId xmlns:a16="http://schemas.microsoft.com/office/drawing/2014/main" id="{94D1E600-447F-4CCE-ABE9-DF9703B6F18E}"/>
              </a:ext>
            </a:extLst>
          </p:cNvPr>
          <p:cNvSpPr>
            <a:spLocks noGrp="1"/>
          </p:cNvSpPr>
          <p:nvPr>
            <p:ph type="sldNum" sz="quarter" idx="19"/>
          </p:nvPr>
        </p:nvSpPr>
        <p:spPr>
          <a:xfrm>
            <a:off x="11427675" y="6437376"/>
            <a:ext cx="306387" cy="208758"/>
          </a:xfrm>
        </p:spPr>
        <p:txBody>
          <a:bodyPr/>
          <a:lstStyle/>
          <a:p>
            <a:fld id="{63DCA5C9-2E11-4C67-86EB-AE1DE127DC64}" type="slidenum">
              <a:rPr lang="en-US" smtClean="0"/>
              <a:pPr/>
              <a:t>‹#›</a:t>
            </a:fld>
            <a:endParaRPr lang="en-US"/>
          </a:p>
        </p:txBody>
      </p:sp>
      <p:sp>
        <p:nvSpPr>
          <p:cNvPr id="11" name="Rectangle 10">
            <a:extLst>
              <a:ext uri="{FF2B5EF4-FFF2-40B4-BE49-F238E27FC236}">
                <a16:creationId xmlns:a16="http://schemas.microsoft.com/office/drawing/2014/main" id="{60A0F0C9-9AC1-450D-B914-82DDD3ACCAAF}"/>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2" name="Footer Placeholder 3">
            <a:extLst>
              <a:ext uri="{FF2B5EF4-FFF2-40B4-BE49-F238E27FC236}">
                <a16:creationId xmlns:a16="http://schemas.microsoft.com/office/drawing/2014/main" id="{BEC031B5-0A3F-45AA-817D-9E575FF8BA68}"/>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3676937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3A17733-62EA-6940-A350-A58D7D15F1FB}"/>
              </a:ext>
            </a:extLst>
          </p:cNvPr>
          <p:cNvSpPr>
            <a:spLocks noGrp="1"/>
          </p:cNvSpPr>
          <p:nvPr>
            <p:ph type="title" hasCustomPrompt="1"/>
          </p:nvPr>
        </p:nvSpPr>
        <p:spPr>
          <a:xfrm>
            <a:off x="457200" y="457200"/>
            <a:ext cx="7434262" cy="1371600"/>
          </a:xfrm>
        </p:spPr>
        <p:txBody>
          <a:bodyPr lIns="548640" tIns="429768" rIns="228600">
            <a:noAutofit/>
          </a:bodyPr>
          <a:lstStyle>
            <a:lvl1pPr>
              <a:lnSpc>
                <a:spcPct val="95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Agenda — click to edit Master title style</a:t>
            </a:r>
          </a:p>
        </p:txBody>
      </p:sp>
      <p:sp>
        <p:nvSpPr>
          <p:cNvPr id="9" name="Text Placeholder 25">
            <a:extLst>
              <a:ext uri="{FF2B5EF4-FFF2-40B4-BE49-F238E27FC236}">
                <a16:creationId xmlns:a16="http://schemas.microsoft.com/office/drawing/2014/main" id="{423B3AC3-FF6A-7E40-8C74-6C527274E56C}"/>
              </a:ext>
            </a:extLst>
          </p:cNvPr>
          <p:cNvSpPr>
            <a:spLocks noGrp="1"/>
          </p:cNvSpPr>
          <p:nvPr>
            <p:ph type="body" sz="quarter" idx="17"/>
          </p:nvPr>
        </p:nvSpPr>
        <p:spPr>
          <a:xfrm>
            <a:off x="457200" y="1828800"/>
            <a:ext cx="10287000" cy="3514725"/>
          </a:xfrm>
        </p:spPr>
        <p:txBody>
          <a:bodyPr lIns="548640" tIns="228600" rIns="228600"/>
          <a:lstStyle>
            <a:lvl1pPr marL="548640" indent="-548640">
              <a:lnSpc>
                <a:spcPct val="100000"/>
              </a:lnSpc>
              <a:spcAft>
                <a:spcPts val="2500"/>
              </a:spcAft>
              <a:buClr>
                <a:schemeClr val="tx2"/>
              </a:buClr>
              <a:buSzPct val="200000"/>
              <a:buFont typeface="+mj-lt"/>
              <a:buAutoNum type="arabicPeriod"/>
              <a:defRPr sz="1600" b="0" i="0">
                <a:latin typeface="+mn-lt"/>
                <a:ea typeface="Meiryo UI" panose="020B0604030504040204" pitchFamily="50" charset="-128"/>
              </a:defRPr>
            </a:lvl1pPr>
            <a:lvl2pPr marL="548640" indent="-548640">
              <a:spcAft>
                <a:spcPts val="2500"/>
              </a:spcAft>
              <a:buClr>
                <a:schemeClr val="tx2"/>
              </a:buClr>
              <a:buSzPct val="200000"/>
              <a:buFont typeface="+mj-lt"/>
              <a:buAutoNum type="arabicPeriod"/>
              <a:defRPr b="0">
                <a:solidFill>
                  <a:schemeClr val="tx1"/>
                </a:solidFill>
                <a:latin typeface="+mn-lt"/>
              </a:defRPr>
            </a:lvl2pPr>
            <a:lvl3pPr marL="548640" indent="-548640">
              <a:spcAft>
                <a:spcPts val="2500"/>
              </a:spcAft>
              <a:buSzPct val="200000"/>
              <a:buFont typeface="+mj-lt"/>
              <a:buAutoNum type="arabicPeriod"/>
              <a:defRPr sz="1600">
                <a:solidFill>
                  <a:schemeClr val="tx1"/>
                </a:solidFill>
              </a:defRPr>
            </a:lvl3pPr>
            <a:lvl4pPr marL="548640" indent="-548640">
              <a:spcAft>
                <a:spcPts val="2500"/>
              </a:spcAft>
              <a:buSzPct val="200000"/>
              <a:buFont typeface="+mj-lt"/>
              <a:buAutoNum type="arabicPeriod"/>
              <a:defRPr sz="1600">
                <a:solidFill>
                  <a:schemeClr val="tx1"/>
                </a:solidFill>
              </a:defRPr>
            </a:lvl4pPr>
            <a:lvl5pPr marL="548640" indent="-548640">
              <a:spcAft>
                <a:spcPts val="2500"/>
              </a:spcAft>
              <a:buSzPct val="200000"/>
              <a:buFont typeface="+mj-lt"/>
              <a:buAutoNum type="arabicPeriod"/>
              <a:defRPr sz="1600">
                <a:solidFill>
                  <a:schemeClr val="tx1"/>
                </a:solidFill>
              </a:defRPr>
            </a:lvl5pPr>
            <a:lvl6pPr marL="548640" indent="-548640">
              <a:spcAft>
                <a:spcPts val="2500"/>
              </a:spcAft>
              <a:buSzPct val="200000"/>
              <a:buFont typeface="+mj-lt"/>
              <a:buAutoNum type="arabicPeriod"/>
              <a:defRPr sz="1600">
                <a:solidFill>
                  <a:schemeClr val="tx1"/>
                </a:solidFill>
              </a:defRPr>
            </a:lvl6pPr>
            <a:lvl7pPr marL="548640" indent="-548640">
              <a:spcAft>
                <a:spcPts val="2500"/>
              </a:spcAft>
              <a:buSzPct val="200000"/>
              <a:buFont typeface="+mj-lt"/>
              <a:buAutoNum type="arabicPeriod"/>
              <a:defRPr sz="1600">
                <a:solidFill>
                  <a:schemeClr val="tx1"/>
                </a:solidFill>
              </a:defRPr>
            </a:lvl7pPr>
            <a:lvl8pPr marL="548640" indent="-548640">
              <a:spcAft>
                <a:spcPts val="2500"/>
              </a:spcAft>
              <a:buSzPct val="200000"/>
              <a:buFont typeface="+mj-lt"/>
              <a:buAutoNum type="arabicPeriod"/>
              <a:defRPr sz="1600">
                <a:solidFill>
                  <a:schemeClr val="tx1"/>
                </a:solidFill>
              </a:defRPr>
            </a:lvl8pPr>
            <a:lvl9pPr marL="548640" indent="-548640">
              <a:spcAft>
                <a:spcPts val="2500"/>
              </a:spcAft>
              <a:buSzPct val="200000"/>
              <a:buFont typeface="+mj-lt"/>
              <a:buAutoNum type="arabicPeriod"/>
              <a:defRPr sz="1600">
                <a:solidFill>
                  <a:schemeClr val="tx1"/>
                </a:solidFill>
              </a:defRPr>
            </a:lvl9pPr>
          </a:lstStyle>
          <a:p>
            <a:pPr lvl="0"/>
            <a:r>
              <a:rPr lang="en-US" altLang="ja-JP"/>
              <a:t>Click to edit Master text styles</a:t>
            </a:r>
          </a:p>
        </p:txBody>
      </p:sp>
      <p:pic>
        <p:nvPicPr>
          <p:cNvPr id="12" name="Picture 11">
            <a:extLst>
              <a:ext uri="{FF2B5EF4-FFF2-40B4-BE49-F238E27FC236}">
                <a16:creationId xmlns:a16="http://schemas.microsoft.com/office/drawing/2014/main" id="{8D0481BC-8CF3-454D-9E5E-36168A3AFDF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67BBABA-B53A-4DFE-A411-8A783BDC1E8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C98C4414-061C-40DB-9EEB-146F2EF49BE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8" name="Footer Placeholder 3">
            <a:extLst>
              <a:ext uri="{FF2B5EF4-FFF2-40B4-BE49-F238E27FC236}">
                <a16:creationId xmlns:a16="http://schemas.microsoft.com/office/drawing/2014/main" id="{73807002-AE7F-439C-BA58-08DA607A53C7}"/>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1697564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3A17733-62EA-6940-A350-A58D7D15F1FB}"/>
              </a:ext>
            </a:extLst>
          </p:cNvPr>
          <p:cNvSpPr>
            <a:spLocks noGrp="1"/>
          </p:cNvSpPr>
          <p:nvPr>
            <p:ph type="title" hasCustomPrompt="1"/>
          </p:nvPr>
        </p:nvSpPr>
        <p:spPr>
          <a:xfrm>
            <a:off x="457200" y="457200"/>
            <a:ext cx="7434262" cy="1371600"/>
          </a:xfrm>
        </p:spPr>
        <p:txBody>
          <a:bodyPr lIns="548640" tIns="429768" rIns="228600">
            <a:noAutofit/>
          </a:bodyPr>
          <a:lstStyle>
            <a:lvl1pPr>
              <a:lnSpc>
                <a:spcPct val="95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Agenda — click to edit Master title style</a:t>
            </a:r>
          </a:p>
        </p:txBody>
      </p:sp>
      <p:sp>
        <p:nvSpPr>
          <p:cNvPr id="9" name="Text Placeholder 25">
            <a:extLst>
              <a:ext uri="{FF2B5EF4-FFF2-40B4-BE49-F238E27FC236}">
                <a16:creationId xmlns:a16="http://schemas.microsoft.com/office/drawing/2014/main" id="{423B3AC3-FF6A-7E40-8C74-6C527274E56C}"/>
              </a:ext>
            </a:extLst>
          </p:cNvPr>
          <p:cNvSpPr>
            <a:spLocks noGrp="1"/>
          </p:cNvSpPr>
          <p:nvPr>
            <p:ph type="body" sz="quarter" idx="17"/>
          </p:nvPr>
        </p:nvSpPr>
        <p:spPr>
          <a:xfrm>
            <a:off x="457200" y="1828800"/>
            <a:ext cx="10287000" cy="3514725"/>
          </a:xfrm>
        </p:spPr>
        <p:txBody>
          <a:bodyPr lIns="548640" tIns="228600" rIns="228600"/>
          <a:lstStyle>
            <a:lvl1pPr marL="548640" indent="-548640">
              <a:lnSpc>
                <a:spcPct val="100000"/>
              </a:lnSpc>
              <a:spcAft>
                <a:spcPts val="2500"/>
              </a:spcAft>
              <a:buClr>
                <a:schemeClr val="tx2"/>
              </a:buClr>
              <a:buSzPct val="200000"/>
              <a:buFont typeface="+mj-lt"/>
              <a:buAutoNum type="arabicPeriod"/>
              <a:defRPr sz="1600" b="0" i="0">
                <a:latin typeface="+mn-lt"/>
                <a:ea typeface="Meiryo UI" panose="020B0604030504040204" pitchFamily="50" charset="-128"/>
              </a:defRPr>
            </a:lvl1pPr>
            <a:lvl2pPr marL="548640" indent="-548640">
              <a:spcAft>
                <a:spcPts val="2500"/>
              </a:spcAft>
              <a:buClr>
                <a:schemeClr val="tx2"/>
              </a:buClr>
              <a:buSzPct val="200000"/>
              <a:buFont typeface="+mj-lt"/>
              <a:buAutoNum type="arabicPeriod"/>
              <a:defRPr b="0">
                <a:solidFill>
                  <a:schemeClr val="tx1"/>
                </a:solidFill>
                <a:latin typeface="+mn-lt"/>
              </a:defRPr>
            </a:lvl2pPr>
            <a:lvl3pPr marL="548640" indent="-548640">
              <a:spcAft>
                <a:spcPts val="2500"/>
              </a:spcAft>
              <a:buSzPct val="200000"/>
              <a:buFont typeface="+mj-lt"/>
              <a:buAutoNum type="arabicPeriod"/>
              <a:defRPr sz="1600">
                <a:solidFill>
                  <a:schemeClr val="tx1"/>
                </a:solidFill>
              </a:defRPr>
            </a:lvl3pPr>
            <a:lvl4pPr marL="548640" indent="-548640">
              <a:spcAft>
                <a:spcPts val="2500"/>
              </a:spcAft>
              <a:buSzPct val="200000"/>
              <a:buFont typeface="+mj-lt"/>
              <a:buAutoNum type="arabicPeriod"/>
              <a:defRPr sz="1600">
                <a:solidFill>
                  <a:schemeClr val="tx1"/>
                </a:solidFill>
              </a:defRPr>
            </a:lvl4pPr>
            <a:lvl5pPr marL="548640" indent="-548640">
              <a:spcAft>
                <a:spcPts val="2500"/>
              </a:spcAft>
              <a:buSzPct val="200000"/>
              <a:buFont typeface="+mj-lt"/>
              <a:buAutoNum type="arabicPeriod"/>
              <a:defRPr sz="1600">
                <a:solidFill>
                  <a:schemeClr val="tx1"/>
                </a:solidFill>
              </a:defRPr>
            </a:lvl5pPr>
            <a:lvl6pPr marL="548640" indent="-548640">
              <a:spcAft>
                <a:spcPts val="2500"/>
              </a:spcAft>
              <a:buSzPct val="200000"/>
              <a:buFont typeface="+mj-lt"/>
              <a:buAutoNum type="arabicPeriod"/>
              <a:defRPr sz="1600">
                <a:solidFill>
                  <a:schemeClr val="tx1"/>
                </a:solidFill>
              </a:defRPr>
            </a:lvl6pPr>
            <a:lvl7pPr marL="548640" indent="-548640">
              <a:spcAft>
                <a:spcPts val="2500"/>
              </a:spcAft>
              <a:buSzPct val="200000"/>
              <a:buFont typeface="+mj-lt"/>
              <a:buAutoNum type="arabicPeriod"/>
              <a:defRPr sz="1600">
                <a:solidFill>
                  <a:schemeClr val="tx1"/>
                </a:solidFill>
              </a:defRPr>
            </a:lvl7pPr>
            <a:lvl8pPr marL="548640" indent="-548640">
              <a:spcAft>
                <a:spcPts val="2500"/>
              </a:spcAft>
              <a:buSzPct val="200000"/>
              <a:buFont typeface="+mj-lt"/>
              <a:buAutoNum type="arabicPeriod"/>
              <a:defRPr sz="1600">
                <a:solidFill>
                  <a:schemeClr val="tx1"/>
                </a:solidFill>
              </a:defRPr>
            </a:lvl8pPr>
            <a:lvl9pPr marL="548640" indent="-548640">
              <a:spcAft>
                <a:spcPts val="2500"/>
              </a:spcAft>
              <a:buSzPct val="200000"/>
              <a:buFont typeface="+mj-lt"/>
              <a:buAutoNum type="arabicPeriod"/>
              <a:defRPr sz="1600">
                <a:solidFill>
                  <a:schemeClr val="tx1"/>
                </a:solidFill>
              </a:defRPr>
            </a:lvl9pPr>
          </a:lstStyle>
          <a:p>
            <a:pPr lvl="0"/>
            <a:r>
              <a:rPr lang="en-US" altLang="ja-JP"/>
              <a:t>Click to edit Master text styles</a:t>
            </a:r>
          </a:p>
        </p:txBody>
      </p:sp>
      <p:pic>
        <p:nvPicPr>
          <p:cNvPr id="12" name="Picture 11">
            <a:extLst>
              <a:ext uri="{FF2B5EF4-FFF2-40B4-BE49-F238E27FC236}">
                <a16:creationId xmlns:a16="http://schemas.microsoft.com/office/drawing/2014/main" id="{8D0481BC-8CF3-454D-9E5E-36168A3AFDF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67BBABA-B53A-4DFE-A411-8A783BDC1E8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C98C4414-061C-40DB-9EEB-146F2EF49BE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8" name="Footer Placeholder 3">
            <a:extLst>
              <a:ext uri="{FF2B5EF4-FFF2-40B4-BE49-F238E27FC236}">
                <a16:creationId xmlns:a16="http://schemas.microsoft.com/office/drawing/2014/main" id="{78705963-0744-41D8-BF34-0B2F1409FCBD}"/>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2152063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Zoom-dual purpose">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F7CA303-9F06-4521-9775-F2D8EBA60779}"/>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5" name="Title 1">
            <a:extLst>
              <a:ext uri="{FF2B5EF4-FFF2-40B4-BE49-F238E27FC236}">
                <a16:creationId xmlns:a16="http://schemas.microsoft.com/office/drawing/2014/main" id="{FEF6AAA5-1DD4-7042-97B8-DBA2321B05B9}"/>
              </a:ext>
            </a:extLst>
          </p:cNvPr>
          <p:cNvSpPr>
            <a:spLocks noGrp="1"/>
          </p:cNvSpPr>
          <p:nvPr>
            <p:ph type="title"/>
          </p:nvPr>
        </p:nvSpPr>
        <p:spPr>
          <a:xfrm>
            <a:off x="465138" y="457200"/>
            <a:ext cx="5516562" cy="5551487"/>
          </a:xfrm>
        </p:spPr>
        <p:txBody>
          <a:bodyPr lIns="548640" tIns="429768" rIns="228600">
            <a:noAutofit/>
          </a:bodyPr>
          <a:lstStyle>
            <a:lvl1pPr>
              <a:lnSpc>
                <a:spcPct val="95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ltLang="ja-JP"/>
              <a:t>Click to edit Master title style</a:t>
            </a:r>
            <a:endParaRPr lang="en-US"/>
          </a:p>
        </p:txBody>
      </p:sp>
      <p:sp>
        <p:nvSpPr>
          <p:cNvPr id="7" name="Picture Placeholder 7">
            <a:extLst>
              <a:ext uri="{FF2B5EF4-FFF2-40B4-BE49-F238E27FC236}">
                <a16:creationId xmlns:a16="http://schemas.microsoft.com/office/drawing/2014/main" id="{22F72546-F4C0-E249-9BAB-A1046D5C614F}"/>
              </a:ext>
            </a:extLst>
          </p:cNvPr>
          <p:cNvSpPr>
            <a:spLocks noGrp="1"/>
          </p:cNvSpPr>
          <p:nvPr>
            <p:ph type="pic" sz="quarter" idx="12"/>
          </p:nvPr>
        </p:nvSpPr>
        <p:spPr>
          <a:xfrm>
            <a:off x="6096000" y="457200"/>
            <a:ext cx="5634038" cy="5829300"/>
          </a:xfrm>
          <a:solidFill>
            <a:schemeClr val="bg1">
              <a:lumMod val="75000"/>
            </a:schemeClr>
          </a:solidFill>
        </p:spPr>
        <p:txBody>
          <a:bodyPr tIns="2286000"/>
          <a:lstStyle>
            <a:lvl1pPr algn="ctr">
              <a:defRPr b="0" i="0"/>
            </a:lvl1pPr>
          </a:lstStyle>
          <a:p>
            <a:r>
              <a:rPr lang="en-US" altLang="ja-JP"/>
              <a:t>Click icon to add picture</a:t>
            </a:r>
            <a:endParaRPr lang="en-US"/>
          </a:p>
        </p:txBody>
      </p:sp>
      <p:pic>
        <p:nvPicPr>
          <p:cNvPr id="11" name="Picture 10">
            <a:extLst>
              <a:ext uri="{FF2B5EF4-FFF2-40B4-BE49-F238E27FC236}">
                <a16:creationId xmlns:a16="http://schemas.microsoft.com/office/drawing/2014/main" id="{D177DD62-FF0E-4DF1-9857-E5D803D2BAB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2" name="Slide Number Placeholder 1">
            <a:extLst>
              <a:ext uri="{FF2B5EF4-FFF2-40B4-BE49-F238E27FC236}">
                <a16:creationId xmlns:a16="http://schemas.microsoft.com/office/drawing/2014/main" id="{85DF98F8-B5A9-4546-B33B-E34E6C9D205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8" name="Rectangle 7">
            <a:extLst>
              <a:ext uri="{FF2B5EF4-FFF2-40B4-BE49-F238E27FC236}">
                <a16:creationId xmlns:a16="http://schemas.microsoft.com/office/drawing/2014/main" id="{D722DFAE-1A38-4A03-B3F8-1A4E194429A5}"/>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14" name="Straight Connector 13">
            <a:extLst>
              <a:ext uri="{FF2B5EF4-FFF2-40B4-BE49-F238E27FC236}">
                <a16:creationId xmlns:a16="http://schemas.microsoft.com/office/drawing/2014/main" id="{43A3CEF4-AC88-498D-AD5B-70BDA426251B}"/>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0" name="Footer Placeholder 3">
            <a:extLst>
              <a:ext uri="{FF2B5EF4-FFF2-40B4-BE49-F238E27FC236}">
                <a16:creationId xmlns:a16="http://schemas.microsoft.com/office/drawing/2014/main" id="{0ACB852D-07C7-4892-AD73-BEAC6B9E26A4}"/>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925612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oom in/out callout">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CAAC153-FD25-4A34-8523-EA3F12FF3846}"/>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5" name="Title 1">
            <a:extLst>
              <a:ext uri="{FF2B5EF4-FFF2-40B4-BE49-F238E27FC236}">
                <a16:creationId xmlns:a16="http://schemas.microsoft.com/office/drawing/2014/main" id="{FEF6AAA5-1DD4-7042-97B8-DBA2321B05B9}"/>
              </a:ext>
            </a:extLst>
          </p:cNvPr>
          <p:cNvSpPr>
            <a:spLocks noGrp="1"/>
          </p:cNvSpPr>
          <p:nvPr>
            <p:ph type="title"/>
          </p:nvPr>
        </p:nvSpPr>
        <p:spPr>
          <a:xfrm>
            <a:off x="465138" y="457200"/>
            <a:ext cx="5516562" cy="5551487"/>
          </a:xfrm>
        </p:spPr>
        <p:txBody>
          <a:bodyPr lIns="548640" tIns="429768" rIns="228600">
            <a:noAutofit/>
          </a:bodyPr>
          <a:lstStyle>
            <a:lvl1pPr>
              <a:lnSpc>
                <a:spcPct val="95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ltLang="ja-JP"/>
              <a:t>Click to edit Master title style</a:t>
            </a:r>
            <a:endParaRPr lang="en-US"/>
          </a:p>
        </p:txBody>
      </p:sp>
      <p:sp>
        <p:nvSpPr>
          <p:cNvPr id="11" name="Content Placeholder 7">
            <a:extLst>
              <a:ext uri="{FF2B5EF4-FFF2-40B4-BE49-F238E27FC236}">
                <a16:creationId xmlns:a16="http://schemas.microsoft.com/office/drawing/2014/main" id="{B67E0CAE-FDEA-C145-B999-E3ED2EEF7DCB}"/>
              </a:ext>
            </a:extLst>
          </p:cNvPr>
          <p:cNvSpPr>
            <a:spLocks noGrp="1"/>
          </p:cNvSpPr>
          <p:nvPr>
            <p:ph sz="quarter" idx="13"/>
          </p:nvPr>
        </p:nvSpPr>
        <p:spPr>
          <a:xfrm>
            <a:off x="6858000" y="1050925"/>
            <a:ext cx="4251325" cy="4957763"/>
          </a:xfrm>
        </p:spPr>
        <p:txBody>
          <a:bodyPr tIns="0"/>
          <a:lstStyle>
            <a:lvl1pPr>
              <a:defRPr>
                <a:latin typeface="+mn-lt"/>
                <a:ea typeface="Meiryo UI" panose="020B0604030504040204" pitchFamily="50" charset="-128"/>
              </a:defRPr>
            </a:lvl1pPr>
            <a:lvl2pPr>
              <a:defRPr>
                <a:latin typeface="+mn-lt"/>
                <a:ea typeface="Meiryo UI" panose="020B0604030504040204" pitchFamily="50" charset="-128"/>
              </a:defRPr>
            </a:lvl2pPr>
            <a:lvl3pPr>
              <a:defRPr>
                <a:latin typeface="+mn-lt"/>
                <a:ea typeface="Meiryo UI" panose="020B0604030504040204" pitchFamily="50" charset="-128"/>
              </a:defRPr>
            </a:lvl3pPr>
            <a:lvl4pPr>
              <a:defRPr>
                <a:latin typeface="+mn-lt"/>
                <a:ea typeface="Meiryo UI" panose="020B0604030504040204" pitchFamily="50" charset="-128"/>
              </a:defRPr>
            </a:lvl4pPr>
            <a:lvl5pPr>
              <a:defRPr>
                <a:latin typeface="+mn-lt"/>
                <a:ea typeface="Meiryo UI" panose="020B0604030504040204" pitchFamily="50" charset="-128"/>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pic>
        <p:nvPicPr>
          <p:cNvPr id="16" name="Picture 15">
            <a:extLst>
              <a:ext uri="{FF2B5EF4-FFF2-40B4-BE49-F238E27FC236}">
                <a16:creationId xmlns:a16="http://schemas.microsoft.com/office/drawing/2014/main" id="{FB0A2DBD-2C3E-466C-BADC-105A51F0751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7" name="Slide Number Placeholder 1">
            <a:extLst>
              <a:ext uri="{FF2B5EF4-FFF2-40B4-BE49-F238E27FC236}">
                <a16:creationId xmlns:a16="http://schemas.microsoft.com/office/drawing/2014/main" id="{EC8168B8-3C50-438E-8409-252CA81CD310}"/>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8" name="Rectangle 7">
            <a:extLst>
              <a:ext uri="{FF2B5EF4-FFF2-40B4-BE49-F238E27FC236}">
                <a16:creationId xmlns:a16="http://schemas.microsoft.com/office/drawing/2014/main" id="{D8A43D52-A8FE-42DB-B6C3-993FFCB56D69}"/>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12" name="Straight Connector 11">
            <a:extLst>
              <a:ext uri="{FF2B5EF4-FFF2-40B4-BE49-F238E27FC236}">
                <a16:creationId xmlns:a16="http://schemas.microsoft.com/office/drawing/2014/main" id="{D91477EA-1D32-469C-BAD5-7EC065043A2B}"/>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3" name="Footer Placeholder 3">
            <a:extLst>
              <a:ext uri="{FF2B5EF4-FFF2-40B4-BE49-F238E27FC236}">
                <a16:creationId xmlns:a16="http://schemas.microsoft.com/office/drawing/2014/main" id="{E7903649-BFA3-4993-A86D-C71107BC9BF8}"/>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41000290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Zoom in callout graphic">
    <p:bg>
      <p:bgPr>
        <a:solidFill>
          <a:schemeClr val="bg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8E1CB50-699E-427E-B551-982C8EDBF4AF}"/>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pic>
        <p:nvPicPr>
          <p:cNvPr id="3" name="Picture 2">
            <a:extLst>
              <a:ext uri="{FF2B5EF4-FFF2-40B4-BE49-F238E27FC236}">
                <a16:creationId xmlns:a16="http://schemas.microsoft.com/office/drawing/2014/main" id="{47F573AC-3BEE-4B60-9795-422296D847E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09992" y="3346682"/>
            <a:ext cx="4560203" cy="2438611"/>
          </a:xfrm>
          <a:prstGeom prst="rect">
            <a:avLst/>
          </a:prstGeom>
        </p:spPr>
      </p:pic>
      <p:sp>
        <p:nvSpPr>
          <p:cNvPr id="8" name="Text Placeholder 21">
            <a:extLst>
              <a:ext uri="{FF2B5EF4-FFF2-40B4-BE49-F238E27FC236}">
                <a16:creationId xmlns:a16="http://schemas.microsoft.com/office/drawing/2014/main" id="{AC804CF8-26B3-8F4A-9684-54A3AA410744}"/>
              </a:ext>
            </a:extLst>
          </p:cNvPr>
          <p:cNvSpPr>
            <a:spLocks noGrp="1"/>
          </p:cNvSpPr>
          <p:nvPr>
            <p:ph type="body" sz="quarter" idx="15" hasCustomPrompt="1"/>
          </p:nvPr>
        </p:nvSpPr>
        <p:spPr>
          <a:xfrm>
            <a:off x="1257300" y="3575957"/>
            <a:ext cx="4065814" cy="1975756"/>
          </a:xfrm>
        </p:spPr>
        <p:txBody>
          <a:bodyPr lIns="228600" tIns="0" rIns="228600" anchor="ctr" anchorCtr="0"/>
          <a:lstStyle>
            <a:lvl1pPr>
              <a:lnSpc>
                <a:spcPct val="100000"/>
              </a:lnSpc>
              <a:spcAft>
                <a:spcPts val="0"/>
              </a:spcAft>
              <a:defRPr sz="1800" b="0" i="0" baseline="0">
                <a:solidFill>
                  <a:schemeClr val="tx1"/>
                </a:solidFill>
                <a:latin typeface="+mn-lt"/>
                <a:ea typeface="Meiryo UI" panose="020B0604030504040204" pitchFamily="50" charset="-128"/>
              </a:defRPr>
            </a:lvl1pPr>
            <a:lvl2pPr>
              <a:lnSpc>
                <a:spcPct val="100000"/>
              </a:lnSpc>
              <a:defRPr sz="1800" b="1">
                <a:solidFill>
                  <a:schemeClr val="tx2"/>
                </a:solidFill>
                <a:latin typeface="+mn-lt"/>
              </a:defRPr>
            </a:lvl2pPr>
            <a:lvl3pPr marL="0" indent="0">
              <a:buFontTx/>
              <a:buNone/>
              <a:defRPr sz="1800" b="1">
                <a:solidFill>
                  <a:schemeClr val="tx2"/>
                </a:solidFill>
              </a:defRPr>
            </a:lvl3pPr>
            <a:lvl4pPr marL="0" indent="0">
              <a:buFontTx/>
              <a:buNone/>
              <a:defRPr sz="1800" b="1">
                <a:solidFill>
                  <a:schemeClr val="tx2"/>
                </a:solidFill>
              </a:defRPr>
            </a:lvl4pPr>
            <a:lvl5pPr marL="0" indent="0">
              <a:buFontTx/>
              <a:buNone/>
              <a:defRPr sz="1800" b="1">
                <a:solidFill>
                  <a:schemeClr val="tx2"/>
                </a:solidFill>
              </a:defRPr>
            </a:lvl5pPr>
            <a:lvl6pPr marL="0" indent="0">
              <a:buFontTx/>
              <a:buNone/>
              <a:defRPr sz="1800" b="1">
                <a:solidFill>
                  <a:schemeClr val="tx2"/>
                </a:solidFill>
              </a:defRPr>
            </a:lvl6pPr>
            <a:lvl7pPr marL="0" indent="0">
              <a:buFontTx/>
              <a:buNone/>
              <a:defRPr sz="1800" b="1">
                <a:solidFill>
                  <a:schemeClr val="tx2"/>
                </a:solidFill>
              </a:defRPr>
            </a:lvl7pPr>
            <a:lvl8pPr marL="0" indent="0">
              <a:buFontTx/>
              <a:buNone/>
              <a:defRPr sz="1800" b="1">
                <a:solidFill>
                  <a:schemeClr val="tx2"/>
                </a:solidFill>
              </a:defRPr>
            </a:lvl8pPr>
            <a:lvl9pPr marL="0" indent="0">
              <a:buFontTx/>
              <a:buNone/>
              <a:defRPr sz="1800" b="1">
                <a:solidFill>
                  <a:schemeClr val="tx2"/>
                </a:solidFill>
              </a:defRPr>
            </a:lvl9pPr>
          </a:lstStyle>
          <a:p>
            <a:pPr lvl="0"/>
            <a:r>
              <a:rPr lang="en-US"/>
              <a:t>Click to add text</a:t>
            </a:r>
          </a:p>
        </p:txBody>
      </p:sp>
      <p:sp>
        <p:nvSpPr>
          <p:cNvPr id="10" name="Title 1">
            <a:extLst>
              <a:ext uri="{FF2B5EF4-FFF2-40B4-BE49-F238E27FC236}">
                <a16:creationId xmlns:a16="http://schemas.microsoft.com/office/drawing/2014/main" id="{299F32F4-D474-AA46-9DE4-6ED26394AFEC}"/>
              </a:ext>
            </a:extLst>
          </p:cNvPr>
          <p:cNvSpPr>
            <a:spLocks noGrp="1"/>
          </p:cNvSpPr>
          <p:nvPr>
            <p:ph type="title"/>
          </p:nvPr>
        </p:nvSpPr>
        <p:spPr>
          <a:xfrm>
            <a:off x="465138" y="457200"/>
            <a:ext cx="5516562" cy="2824843"/>
          </a:xfrm>
        </p:spPr>
        <p:txBody>
          <a:bodyPr lIns="548640" tIns="429768" rIns="228600">
            <a:noAutofit/>
          </a:bodyPr>
          <a:lstStyle>
            <a:lvl1pPr>
              <a:lnSpc>
                <a:spcPct val="95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ltLang="ja-JP"/>
              <a:t>Click to edit Master title style</a:t>
            </a:r>
            <a:endParaRPr lang="en-US"/>
          </a:p>
        </p:txBody>
      </p:sp>
      <p:sp>
        <p:nvSpPr>
          <p:cNvPr id="9" name="Content Placeholder 7">
            <a:extLst>
              <a:ext uri="{FF2B5EF4-FFF2-40B4-BE49-F238E27FC236}">
                <a16:creationId xmlns:a16="http://schemas.microsoft.com/office/drawing/2014/main" id="{F1E37254-624E-6F4B-AF11-FA2EB81EE932}"/>
              </a:ext>
            </a:extLst>
          </p:cNvPr>
          <p:cNvSpPr>
            <a:spLocks noGrp="1"/>
          </p:cNvSpPr>
          <p:nvPr>
            <p:ph sz="quarter" idx="13"/>
          </p:nvPr>
        </p:nvSpPr>
        <p:spPr>
          <a:xfrm>
            <a:off x="6858000" y="1050925"/>
            <a:ext cx="4251325" cy="4957763"/>
          </a:xfrm>
        </p:spPr>
        <p:txBody>
          <a:bodyPr tIns="0"/>
          <a:lstStyle>
            <a:lvl1pPr>
              <a:defRPr>
                <a:latin typeface="+mn-lt"/>
                <a:ea typeface="Meiryo UI" panose="020B0604030504040204" pitchFamily="50" charset="-128"/>
              </a:defRPr>
            </a:lvl1pPr>
            <a:lvl2pPr>
              <a:defRPr>
                <a:latin typeface="+mn-lt"/>
                <a:ea typeface="Meiryo UI" panose="020B0604030504040204" pitchFamily="50" charset="-128"/>
              </a:defRPr>
            </a:lvl2pPr>
            <a:lvl3pPr>
              <a:defRPr>
                <a:latin typeface="+mn-lt"/>
                <a:ea typeface="Meiryo UI" panose="020B0604030504040204" pitchFamily="50" charset="-128"/>
              </a:defRPr>
            </a:lvl3pPr>
            <a:lvl4pPr>
              <a:defRPr>
                <a:latin typeface="+mn-lt"/>
                <a:ea typeface="Meiryo UI" panose="020B0604030504040204" pitchFamily="50" charset="-128"/>
              </a:defRPr>
            </a:lvl4pPr>
            <a:lvl5pPr>
              <a:defRPr>
                <a:latin typeface="+mn-lt"/>
                <a:ea typeface="Meiryo UI" panose="020B0604030504040204" pitchFamily="50" charset="-128"/>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pic>
        <p:nvPicPr>
          <p:cNvPr id="15" name="Picture 14">
            <a:extLst>
              <a:ext uri="{FF2B5EF4-FFF2-40B4-BE49-F238E27FC236}">
                <a16:creationId xmlns:a16="http://schemas.microsoft.com/office/drawing/2014/main" id="{9865C6DA-08B3-44E3-954D-9685DBE8279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6" name="Slide Number Placeholder 1">
            <a:extLst>
              <a:ext uri="{FF2B5EF4-FFF2-40B4-BE49-F238E27FC236}">
                <a16:creationId xmlns:a16="http://schemas.microsoft.com/office/drawing/2014/main" id="{DD483DF6-F9A6-4AB7-901D-A04C24F22E6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12" name="Rectangle 11">
            <a:extLst>
              <a:ext uri="{FF2B5EF4-FFF2-40B4-BE49-F238E27FC236}">
                <a16:creationId xmlns:a16="http://schemas.microsoft.com/office/drawing/2014/main" id="{D51058F0-0AF5-40AD-A96A-DCAE716FBBA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17" name="Straight Connector 16">
            <a:extLst>
              <a:ext uri="{FF2B5EF4-FFF2-40B4-BE49-F238E27FC236}">
                <a16:creationId xmlns:a16="http://schemas.microsoft.com/office/drawing/2014/main" id="{A4D50D21-C984-4D0D-A8BC-684DCBCB9AC9}"/>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4" name="Footer Placeholder 3">
            <a:extLst>
              <a:ext uri="{FF2B5EF4-FFF2-40B4-BE49-F238E27FC236}">
                <a16:creationId xmlns:a16="http://schemas.microsoft.com/office/drawing/2014/main" id="{490C78E4-DDF9-49F6-923C-8710F20B86D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10806852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oom in quote graphic">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3FFF7F9-28BB-4EE3-AB28-AB89F98814F7}"/>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pic>
        <p:nvPicPr>
          <p:cNvPr id="20" name="Picture 19">
            <a:extLst>
              <a:ext uri="{FF2B5EF4-FFF2-40B4-BE49-F238E27FC236}">
                <a16:creationId xmlns:a16="http://schemas.microsoft.com/office/drawing/2014/main" id="{487648CA-0A0A-4EC3-8110-60E9704A4FD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71891" y="3332700"/>
            <a:ext cx="4590686" cy="2444708"/>
          </a:xfrm>
          <a:prstGeom prst="rect">
            <a:avLst/>
          </a:prstGeom>
        </p:spPr>
      </p:pic>
      <p:sp>
        <p:nvSpPr>
          <p:cNvPr id="21" name="Text Placeholder 21">
            <a:extLst>
              <a:ext uri="{FF2B5EF4-FFF2-40B4-BE49-F238E27FC236}">
                <a16:creationId xmlns:a16="http://schemas.microsoft.com/office/drawing/2014/main" id="{DE70C388-D8B3-45A3-9EC3-7AC529957E5E}"/>
              </a:ext>
            </a:extLst>
          </p:cNvPr>
          <p:cNvSpPr>
            <a:spLocks noGrp="1"/>
          </p:cNvSpPr>
          <p:nvPr>
            <p:ph type="body" sz="quarter" idx="15" hasCustomPrompt="1"/>
          </p:nvPr>
        </p:nvSpPr>
        <p:spPr>
          <a:xfrm>
            <a:off x="1257300" y="3575957"/>
            <a:ext cx="4065814" cy="1975756"/>
          </a:xfrm>
        </p:spPr>
        <p:txBody>
          <a:bodyPr lIns="228600" tIns="0" rIns="228600" anchor="ctr" anchorCtr="0"/>
          <a:lstStyle>
            <a:lvl1pPr>
              <a:lnSpc>
                <a:spcPct val="100000"/>
              </a:lnSpc>
              <a:spcAft>
                <a:spcPts val="0"/>
              </a:spcAft>
              <a:defRPr sz="1800" b="0" i="0" baseline="0">
                <a:solidFill>
                  <a:schemeClr val="tx1"/>
                </a:solidFill>
                <a:latin typeface="+mn-lt"/>
                <a:ea typeface="Meiryo UI" panose="020B0604030504040204" pitchFamily="50" charset="-128"/>
              </a:defRPr>
            </a:lvl1pPr>
            <a:lvl2pPr>
              <a:lnSpc>
                <a:spcPct val="100000"/>
              </a:lnSpc>
              <a:defRPr sz="1800" b="1">
                <a:solidFill>
                  <a:schemeClr val="tx2"/>
                </a:solidFill>
                <a:latin typeface="+mn-lt"/>
              </a:defRPr>
            </a:lvl2pPr>
            <a:lvl3pPr marL="0" indent="0">
              <a:buFontTx/>
              <a:buNone/>
              <a:defRPr sz="1800" b="1">
                <a:solidFill>
                  <a:schemeClr val="tx2"/>
                </a:solidFill>
              </a:defRPr>
            </a:lvl3pPr>
            <a:lvl4pPr marL="0" indent="0">
              <a:buFontTx/>
              <a:buNone/>
              <a:defRPr sz="1800" b="1">
                <a:solidFill>
                  <a:schemeClr val="tx2"/>
                </a:solidFill>
              </a:defRPr>
            </a:lvl4pPr>
            <a:lvl5pPr marL="0" indent="0">
              <a:buFontTx/>
              <a:buNone/>
              <a:defRPr sz="1800" b="1">
                <a:solidFill>
                  <a:schemeClr val="tx2"/>
                </a:solidFill>
              </a:defRPr>
            </a:lvl5pPr>
            <a:lvl6pPr marL="0" indent="0">
              <a:buFontTx/>
              <a:buNone/>
              <a:defRPr sz="1800" b="1">
                <a:solidFill>
                  <a:schemeClr val="tx2"/>
                </a:solidFill>
              </a:defRPr>
            </a:lvl6pPr>
            <a:lvl7pPr marL="0" indent="0">
              <a:buFontTx/>
              <a:buNone/>
              <a:defRPr sz="1800" b="1">
                <a:solidFill>
                  <a:schemeClr val="tx2"/>
                </a:solidFill>
              </a:defRPr>
            </a:lvl7pPr>
            <a:lvl8pPr marL="0" indent="0">
              <a:buFontTx/>
              <a:buNone/>
              <a:defRPr sz="1800" b="1">
                <a:solidFill>
                  <a:schemeClr val="tx2"/>
                </a:solidFill>
              </a:defRPr>
            </a:lvl8pPr>
            <a:lvl9pPr marL="0" indent="0">
              <a:buFontTx/>
              <a:buNone/>
              <a:defRPr sz="1800" b="1">
                <a:solidFill>
                  <a:schemeClr val="tx2"/>
                </a:solidFill>
              </a:defRPr>
            </a:lvl9pPr>
          </a:lstStyle>
          <a:p>
            <a:pPr lvl="0"/>
            <a:r>
              <a:rPr lang="en-US"/>
              <a:t>Click to add text</a:t>
            </a:r>
          </a:p>
        </p:txBody>
      </p:sp>
      <p:sp>
        <p:nvSpPr>
          <p:cNvPr id="19" name="Title 1">
            <a:extLst>
              <a:ext uri="{FF2B5EF4-FFF2-40B4-BE49-F238E27FC236}">
                <a16:creationId xmlns:a16="http://schemas.microsoft.com/office/drawing/2014/main" id="{034C1D9A-5144-FD41-A4E5-9D84E378FEBF}"/>
              </a:ext>
            </a:extLst>
          </p:cNvPr>
          <p:cNvSpPr>
            <a:spLocks noGrp="1"/>
          </p:cNvSpPr>
          <p:nvPr>
            <p:ph type="title"/>
          </p:nvPr>
        </p:nvSpPr>
        <p:spPr>
          <a:xfrm>
            <a:off x="465138" y="457200"/>
            <a:ext cx="5516562" cy="2824843"/>
          </a:xfrm>
        </p:spPr>
        <p:txBody>
          <a:bodyPr lIns="548640" tIns="429768" rIns="228600">
            <a:noAutofit/>
          </a:bodyPr>
          <a:lstStyle>
            <a:lvl1pPr>
              <a:lnSpc>
                <a:spcPct val="95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ltLang="ja-JP"/>
              <a:t>Click to edit Master title style</a:t>
            </a:r>
            <a:endParaRPr lang="en-US"/>
          </a:p>
        </p:txBody>
      </p:sp>
      <p:sp>
        <p:nvSpPr>
          <p:cNvPr id="9" name="Content Placeholder 7">
            <a:extLst>
              <a:ext uri="{FF2B5EF4-FFF2-40B4-BE49-F238E27FC236}">
                <a16:creationId xmlns:a16="http://schemas.microsoft.com/office/drawing/2014/main" id="{2B40B544-CE1D-6D47-804C-8797BE640EA6}"/>
              </a:ext>
            </a:extLst>
          </p:cNvPr>
          <p:cNvSpPr>
            <a:spLocks noGrp="1"/>
          </p:cNvSpPr>
          <p:nvPr>
            <p:ph sz="quarter" idx="13"/>
          </p:nvPr>
        </p:nvSpPr>
        <p:spPr>
          <a:xfrm>
            <a:off x="6858000" y="1050925"/>
            <a:ext cx="4251325" cy="4957763"/>
          </a:xfrm>
        </p:spPr>
        <p:txBody>
          <a:bodyPr tIns="0"/>
          <a:lstStyle>
            <a:lvl1pPr>
              <a:defRPr>
                <a:latin typeface="+mn-lt"/>
                <a:ea typeface="Meiryo UI" panose="020B0604030504040204" pitchFamily="50" charset="-128"/>
              </a:defRPr>
            </a:lvl1pPr>
            <a:lvl2pPr>
              <a:defRPr>
                <a:latin typeface="+mn-lt"/>
                <a:ea typeface="Meiryo UI" panose="020B0604030504040204" pitchFamily="50" charset="-128"/>
              </a:defRPr>
            </a:lvl2pPr>
            <a:lvl3pPr>
              <a:defRPr>
                <a:latin typeface="+mn-lt"/>
                <a:ea typeface="Meiryo UI" panose="020B0604030504040204" pitchFamily="50" charset="-128"/>
              </a:defRPr>
            </a:lvl3pPr>
            <a:lvl4pPr>
              <a:defRPr>
                <a:latin typeface="+mn-lt"/>
                <a:ea typeface="Meiryo UI" panose="020B0604030504040204" pitchFamily="50" charset="-128"/>
              </a:defRPr>
            </a:lvl4pPr>
            <a:lvl5pPr>
              <a:defRPr>
                <a:latin typeface="+mn-lt"/>
                <a:ea typeface="Meiryo UI" panose="020B0604030504040204" pitchFamily="50" charset="-128"/>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pic>
        <p:nvPicPr>
          <p:cNvPr id="12" name="Picture 11">
            <a:extLst>
              <a:ext uri="{FF2B5EF4-FFF2-40B4-BE49-F238E27FC236}">
                <a16:creationId xmlns:a16="http://schemas.microsoft.com/office/drawing/2014/main" id="{4E1BDC4F-516D-4B73-AB7F-B44D2AA4956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4" name="Slide Number Placeholder 1">
            <a:extLst>
              <a:ext uri="{FF2B5EF4-FFF2-40B4-BE49-F238E27FC236}">
                <a16:creationId xmlns:a16="http://schemas.microsoft.com/office/drawing/2014/main" id="{34391273-6B4B-44F6-ACE6-FC902A60F4C4}"/>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13" name="Rectangle 12">
            <a:extLst>
              <a:ext uri="{FF2B5EF4-FFF2-40B4-BE49-F238E27FC236}">
                <a16:creationId xmlns:a16="http://schemas.microsoft.com/office/drawing/2014/main" id="{2356B187-B2DC-4535-B1D2-17215FDBBFB9}"/>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22" name="Straight Connector 21">
            <a:extLst>
              <a:ext uri="{FF2B5EF4-FFF2-40B4-BE49-F238E27FC236}">
                <a16:creationId xmlns:a16="http://schemas.microsoft.com/office/drawing/2014/main" id="{F2DF66EA-FE11-402A-A09E-CB414D18E2C4}"/>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5" name="Footer Placeholder 3">
            <a:extLst>
              <a:ext uri="{FF2B5EF4-FFF2-40B4-BE49-F238E27FC236}">
                <a16:creationId xmlns:a16="http://schemas.microsoft.com/office/drawing/2014/main" id="{2582890A-3542-4DB2-980D-6809823FDEA8}"/>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38945826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1col ">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10" name="Text Placeholder 25">
            <a:extLst>
              <a:ext uri="{FF2B5EF4-FFF2-40B4-BE49-F238E27FC236}">
                <a16:creationId xmlns:a16="http://schemas.microsoft.com/office/drawing/2014/main" id="{361F0B8B-F383-5648-840E-3CFCED056165}"/>
              </a:ext>
            </a:extLst>
          </p:cNvPr>
          <p:cNvSpPr>
            <a:spLocks noGrp="1"/>
          </p:cNvSpPr>
          <p:nvPr>
            <p:ph type="body" sz="quarter" idx="17"/>
          </p:nvPr>
        </p:nvSpPr>
        <p:spPr>
          <a:xfrm>
            <a:off x="457200" y="950976"/>
            <a:ext cx="11247120" cy="365760"/>
          </a:xfrm>
        </p:spPr>
        <p:txBody>
          <a:bodyPr tIns="0" rIns="0"/>
          <a:lstStyle>
            <a:lvl1pPr>
              <a:lnSpc>
                <a:spcPct val="100000"/>
              </a:lnSpc>
              <a:spcAft>
                <a:spcPts val="0"/>
              </a:spcAft>
              <a:defRPr sz="2000" b="0" i="0">
                <a:solidFill>
                  <a:schemeClr val="tx1"/>
                </a:solidFill>
                <a:latin typeface="+mj-lt"/>
                <a:ea typeface="BIZ UDP明朝 Medium" panose="02020500000000000000" pitchFamily="18" charset="-128"/>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endParaRPr lang="en-US"/>
          </a:p>
        </p:txBody>
      </p:sp>
      <p:sp>
        <p:nvSpPr>
          <p:cNvPr id="16" name="Title 15">
            <a:extLst>
              <a:ext uri="{FF2B5EF4-FFF2-40B4-BE49-F238E27FC236}">
                <a16:creationId xmlns:a16="http://schemas.microsoft.com/office/drawing/2014/main" id="{B0B919C9-B9AD-524C-B36A-104779C34B62}"/>
              </a:ext>
            </a:extLst>
          </p:cNvPr>
          <p:cNvSpPr>
            <a:spLocks noGrp="1"/>
          </p:cNvSpPr>
          <p:nvPr>
            <p:ph type="title"/>
          </p:nvPr>
        </p:nvSpPr>
        <p:spPr>
          <a:xfrm>
            <a:off x="457200" y="457199"/>
            <a:ext cx="11247120" cy="457200"/>
          </a:xfrm>
        </p:spPr>
        <p:txBody>
          <a:bodyPr rIns="0"/>
          <a:lstStyle/>
          <a:p>
            <a:endParaRPr lang="en-US"/>
          </a:p>
        </p:txBody>
      </p:sp>
      <p:sp>
        <p:nvSpPr>
          <p:cNvPr id="3" name="Content Placeholder 2">
            <a:extLst>
              <a:ext uri="{FF2B5EF4-FFF2-40B4-BE49-F238E27FC236}">
                <a16:creationId xmlns:a16="http://schemas.microsoft.com/office/drawing/2014/main" id="{C2F043B3-7271-2743-8B55-2D3661E53CB4}"/>
              </a:ext>
            </a:extLst>
          </p:cNvPr>
          <p:cNvSpPr>
            <a:spLocks noGrp="1"/>
          </p:cNvSpPr>
          <p:nvPr>
            <p:ph sz="quarter" idx="19" hasCustomPrompt="1"/>
          </p:nvPr>
        </p:nvSpPr>
        <p:spPr>
          <a:xfrm>
            <a:off x="457199" y="1645920"/>
            <a:ext cx="11247120" cy="4179888"/>
          </a:xfrm>
        </p:spPr>
        <p:txBody>
          <a:bodyPr tIns="0" rIns="0"/>
          <a:lstStyle>
            <a:lvl1pPr>
              <a:defRPr>
                <a:latin typeface="+mj-lt"/>
                <a:ea typeface="BIZ UDP明朝 Medium" panose="02020500000000000000" pitchFamily="18" charset="-128"/>
              </a:defRPr>
            </a:lvl1pPr>
            <a:lvl2pPr>
              <a:defRPr>
                <a:latin typeface="+mj-lt"/>
                <a:ea typeface="BIZ UDP明朝 Medium" panose="02020500000000000000" pitchFamily="18" charset="-128"/>
              </a:defRPr>
            </a:lvl2pPr>
            <a:lvl3pPr>
              <a:defRPr sz="1600">
                <a:latin typeface="+mj-lt"/>
                <a:ea typeface="BIZ UDP明朝 Medium" panose="02020500000000000000" pitchFamily="18" charset="-128"/>
              </a:defRPr>
            </a:lvl3pPr>
            <a:lvl4pPr>
              <a:defRPr sz="1400">
                <a:latin typeface="+mj-lt"/>
                <a:ea typeface="BIZ UDP明朝 Medium" panose="02020500000000000000" pitchFamily="18" charset="-128"/>
              </a:defRPr>
            </a:lvl4pPr>
            <a:lvl5pPr>
              <a:defRPr sz="1200">
                <a:latin typeface="+mj-lt"/>
                <a:ea typeface="BIZ UDP明朝 Medium" panose="02020500000000000000" pitchFamily="18" charset="-128"/>
              </a:defRPr>
            </a:lvl5pPr>
            <a:lvl6pPr>
              <a:defRPr>
                <a:latin typeface="+mj-lt"/>
                <a:ea typeface="BIZ UDP明朝 Medium" panose="02020500000000000000" pitchFamily="18" charset="-128"/>
              </a:defRPr>
            </a:lvl6pPr>
            <a:lvl7pPr>
              <a:defRPr>
                <a:latin typeface="+mj-lt"/>
                <a:ea typeface="BIZ UDP明朝 Medium" panose="02020500000000000000" pitchFamily="18" charset="-128"/>
              </a:defRPr>
            </a:lvl7pPr>
            <a:lvl8pPr>
              <a:defRPr>
                <a:latin typeface="+mj-lt"/>
                <a:ea typeface="BIZ UDP明朝 Medium" panose="02020500000000000000" pitchFamily="18" charset="-128"/>
              </a:defRPr>
            </a:lvl8pPr>
            <a:lvl9pPr>
              <a:defRPr>
                <a:latin typeface="+mj-lt"/>
                <a:ea typeface="BIZ UDP明朝 Medium" panose="02020500000000000000" pitchFamily="18" charset="-128"/>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a:p>
            <a:pPr lvl="4"/>
            <a:endParaRPr lang="en-US"/>
          </a:p>
        </p:txBody>
      </p:sp>
      <p:pic>
        <p:nvPicPr>
          <p:cNvPr id="12" name="Picture 11">
            <a:extLst>
              <a:ext uri="{FF2B5EF4-FFF2-40B4-BE49-F238E27FC236}">
                <a16:creationId xmlns:a16="http://schemas.microsoft.com/office/drawing/2014/main" id="{F9CB4D68-4B51-4D61-9A53-702C3163D229}"/>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961B5C2-8E9B-4DD0-BCE9-BC0465E93ED6}"/>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14" name="Rectangle 13">
            <a:extLst>
              <a:ext uri="{FF2B5EF4-FFF2-40B4-BE49-F238E27FC236}">
                <a16:creationId xmlns:a16="http://schemas.microsoft.com/office/drawing/2014/main" id="{657D2A46-9974-4E5B-B02D-C5B430D34E12}"/>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9" name="Footer Placeholder 3">
            <a:extLst>
              <a:ext uri="{FF2B5EF4-FFF2-40B4-BE49-F238E27FC236}">
                <a16:creationId xmlns:a16="http://schemas.microsoft.com/office/drawing/2014/main" id="{1BC3DBE6-4497-46FF-A852-C5ED2DEAC4C3}"/>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18424845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1col_2 line headlin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AE0816A-A18F-4FA0-84A3-052FE1DE205D}"/>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5" name="Rectangle 14">
            <a:extLst>
              <a:ext uri="{FF2B5EF4-FFF2-40B4-BE49-F238E27FC236}">
                <a16:creationId xmlns:a16="http://schemas.microsoft.com/office/drawing/2014/main" id="{50028726-36A9-4D68-AE5A-99DDB1E396C6}"/>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pic>
        <p:nvPicPr>
          <p:cNvPr id="12" name="Picture 11">
            <a:extLst>
              <a:ext uri="{FF2B5EF4-FFF2-40B4-BE49-F238E27FC236}">
                <a16:creationId xmlns:a16="http://schemas.microsoft.com/office/drawing/2014/main" id="{F9CB4D68-4B51-4D61-9A53-702C3163D22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961B5C2-8E9B-4DD0-BCE9-BC0465E93ED6}"/>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8" name="Title 8">
            <a:extLst>
              <a:ext uri="{FF2B5EF4-FFF2-40B4-BE49-F238E27FC236}">
                <a16:creationId xmlns:a16="http://schemas.microsoft.com/office/drawing/2014/main" id="{1FADA34C-ABB2-4812-A4FE-3F09B5A82D8F}"/>
              </a:ext>
            </a:extLst>
          </p:cNvPr>
          <p:cNvSpPr>
            <a:spLocks noGrp="1"/>
          </p:cNvSpPr>
          <p:nvPr>
            <p:ph type="title" hasCustomPrompt="1"/>
          </p:nvPr>
        </p:nvSpPr>
        <p:spPr>
          <a:xfrm>
            <a:off x="457200" y="457199"/>
            <a:ext cx="11261723" cy="784226"/>
          </a:xfrm>
        </p:spPr>
        <p:txBody>
          <a:bodyPr rIns="0"/>
          <a:lstStyle>
            <a:lvl1pPr>
              <a:defRPr/>
            </a:lvl1pPr>
          </a:lstStyle>
          <a:p>
            <a:r>
              <a:rPr lang="en-US"/>
              <a:t>Click to edit Master title style</a:t>
            </a:r>
            <a:br>
              <a:rPr lang="en-US"/>
            </a:br>
            <a:r>
              <a:rPr lang="en-US"/>
              <a:t>two lines option</a:t>
            </a:r>
          </a:p>
        </p:txBody>
      </p:sp>
      <p:sp>
        <p:nvSpPr>
          <p:cNvPr id="14" name="Text Placeholder 25">
            <a:extLst>
              <a:ext uri="{FF2B5EF4-FFF2-40B4-BE49-F238E27FC236}">
                <a16:creationId xmlns:a16="http://schemas.microsoft.com/office/drawing/2014/main" id="{24D67745-6C65-463F-BC80-C2616D3736AB}"/>
              </a:ext>
            </a:extLst>
          </p:cNvPr>
          <p:cNvSpPr>
            <a:spLocks noGrp="1"/>
          </p:cNvSpPr>
          <p:nvPr>
            <p:ph type="body" sz="quarter" idx="17" hasCustomPrompt="1"/>
          </p:nvPr>
        </p:nvSpPr>
        <p:spPr>
          <a:xfrm>
            <a:off x="457200" y="133178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0" name="Content Placeholder 2">
            <a:extLst>
              <a:ext uri="{FF2B5EF4-FFF2-40B4-BE49-F238E27FC236}">
                <a16:creationId xmlns:a16="http://schemas.microsoft.com/office/drawing/2014/main" id="{936B0218-4226-44D7-A283-EC6A35A8D836}"/>
              </a:ext>
            </a:extLst>
          </p:cNvPr>
          <p:cNvSpPr>
            <a:spLocks noGrp="1"/>
          </p:cNvSpPr>
          <p:nvPr>
            <p:ph sz="quarter" idx="19" hasCustomPrompt="1"/>
          </p:nvPr>
        </p:nvSpPr>
        <p:spPr>
          <a:xfrm>
            <a:off x="457199" y="1828800"/>
            <a:ext cx="11247120" cy="4179888"/>
          </a:xfrm>
        </p:spPr>
        <p:txBody>
          <a:bodyPr tIns="0" rIns="0"/>
          <a:lstStyle>
            <a:lvl3pPr>
              <a:defRPr sz="1600"/>
            </a:lvl3pPr>
            <a:lvl4pPr>
              <a:defRPr sz="1400"/>
            </a:lvl4pPr>
            <a:lvl5pPr>
              <a:defRPr sz="1200"/>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a:p>
            <a:pPr lvl="4"/>
            <a:endParaRPr lang="en-US"/>
          </a:p>
        </p:txBody>
      </p:sp>
      <p:sp>
        <p:nvSpPr>
          <p:cNvPr id="11" name="Footer Placeholder 3">
            <a:extLst>
              <a:ext uri="{FF2B5EF4-FFF2-40B4-BE49-F238E27FC236}">
                <a16:creationId xmlns:a16="http://schemas.microsoft.com/office/drawing/2014/main" id="{14AE9A2E-30C4-46FF-8082-EF84AF6F4C44}"/>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3618615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1col_breadcrumb">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338D0E5-8D0D-4B70-B9DE-1632BE6DC5DA}"/>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1" name="Rectangle 10">
            <a:extLst>
              <a:ext uri="{FF2B5EF4-FFF2-40B4-BE49-F238E27FC236}">
                <a16:creationId xmlns:a16="http://schemas.microsoft.com/office/drawing/2014/main" id="{B09E4ECF-32D1-4129-AAB6-26C1F6BAC857}"/>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0" name="Text Placeholder 25">
            <a:extLst>
              <a:ext uri="{FF2B5EF4-FFF2-40B4-BE49-F238E27FC236}">
                <a16:creationId xmlns:a16="http://schemas.microsoft.com/office/drawing/2014/main" id="{361F0B8B-F383-5648-840E-3CFCED056165}"/>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6" name="Title 15">
            <a:extLst>
              <a:ext uri="{FF2B5EF4-FFF2-40B4-BE49-F238E27FC236}">
                <a16:creationId xmlns:a16="http://schemas.microsoft.com/office/drawing/2014/main" id="{B0B919C9-B9AD-524C-B36A-104779C34B62}"/>
              </a:ext>
            </a:extLst>
          </p:cNvPr>
          <p:cNvSpPr>
            <a:spLocks noGrp="1"/>
          </p:cNvSpPr>
          <p:nvPr>
            <p:ph type="title"/>
          </p:nvPr>
        </p:nvSpPr>
        <p:spPr>
          <a:xfrm>
            <a:off x="457200" y="457199"/>
            <a:ext cx="11247120" cy="457200"/>
          </a:xfrm>
        </p:spPr>
        <p:txBody>
          <a:bodyPr rIns="0"/>
          <a:lstStyle/>
          <a:p>
            <a:r>
              <a:rPr lang="en-US" altLang="ja-JP"/>
              <a:t>Click to edit Master title style</a:t>
            </a:r>
            <a:endParaRPr lang="en-US"/>
          </a:p>
        </p:txBody>
      </p:sp>
      <p:sp>
        <p:nvSpPr>
          <p:cNvPr id="3" name="Content Placeholder 2">
            <a:extLst>
              <a:ext uri="{FF2B5EF4-FFF2-40B4-BE49-F238E27FC236}">
                <a16:creationId xmlns:a16="http://schemas.microsoft.com/office/drawing/2014/main" id="{C2F043B3-7271-2743-8B55-2D3661E53CB4}"/>
              </a:ext>
            </a:extLst>
          </p:cNvPr>
          <p:cNvSpPr>
            <a:spLocks noGrp="1"/>
          </p:cNvSpPr>
          <p:nvPr>
            <p:ph sz="quarter" idx="19"/>
          </p:nvPr>
        </p:nvSpPr>
        <p:spPr>
          <a:xfrm>
            <a:off x="457200" y="1645920"/>
            <a:ext cx="11247120" cy="4179888"/>
          </a:xfrm>
        </p:spPr>
        <p:txBody>
          <a:bodyPr rIns="0"/>
          <a:lstStyle>
            <a:lvl3pPr>
              <a:defRPr sz="1600"/>
            </a:lvl3pPr>
            <a:lvl4pPr>
              <a:defRPr sz="1400"/>
            </a:lvl4pPr>
            <a:lvl5pPr>
              <a:defRPr sz="12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8" name="Text Placeholder 25">
            <a:extLst>
              <a:ext uri="{FF2B5EF4-FFF2-40B4-BE49-F238E27FC236}">
                <a16:creationId xmlns:a16="http://schemas.microsoft.com/office/drawing/2014/main" id="{47E6DB96-29A5-457D-BE4F-4D334C5441E9}"/>
              </a:ext>
            </a:extLst>
          </p:cNvPr>
          <p:cNvSpPr>
            <a:spLocks noGrp="1"/>
          </p:cNvSpPr>
          <p:nvPr>
            <p:ph type="body" sz="quarter" idx="18" hasCustomPrompt="1"/>
          </p:nvPr>
        </p:nvSpPr>
        <p:spPr>
          <a:xfrm>
            <a:off x="9528560" y="4074"/>
            <a:ext cx="2663439" cy="262143"/>
          </a:xfrm>
          <a:solidFill>
            <a:schemeClr val="accent1"/>
          </a:solidFill>
        </p:spPr>
        <p:txBody>
          <a:bodyPr tIns="0" rIns="0" anchor="ctr" anchorCtr="0">
            <a:normAutofit/>
          </a:bodyPr>
          <a:lstStyle>
            <a:lvl1pPr algn="ctr">
              <a:lnSpc>
                <a:spcPct val="100000"/>
              </a:lnSpc>
              <a:spcAft>
                <a:spcPts val="0"/>
              </a:spcAft>
              <a:defRPr sz="1000" b="0" i="0">
                <a:solidFill>
                  <a:schemeClr val="bg1"/>
                </a:solidFill>
              </a:defRPr>
            </a:lvl1pPr>
            <a:lvl2pPr algn="ctr">
              <a:defRPr sz="900" b="0">
                <a:solidFill>
                  <a:schemeClr val="bg1"/>
                </a:solidFill>
                <a:latin typeface="+mn-lt"/>
              </a:defRPr>
            </a:lvl2pPr>
            <a:lvl3pPr marL="0" indent="0" algn="ctr">
              <a:buFontTx/>
              <a:buNone/>
              <a:defRPr sz="900">
                <a:solidFill>
                  <a:schemeClr val="bg1"/>
                </a:solidFill>
              </a:defRPr>
            </a:lvl3pPr>
            <a:lvl4pPr marL="0" indent="0" algn="ctr">
              <a:buFontTx/>
              <a:buNone/>
              <a:defRPr sz="900">
                <a:solidFill>
                  <a:schemeClr val="bg1"/>
                </a:solidFill>
              </a:defRPr>
            </a:lvl4pPr>
            <a:lvl5pPr marL="0" indent="0" algn="ctr">
              <a:buFontTx/>
              <a:buNone/>
              <a:defRPr sz="900">
                <a:solidFill>
                  <a:schemeClr val="bg1"/>
                </a:solidFill>
              </a:defRPr>
            </a:lvl5pPr>
            <a:lvl6pPr marL="0" indent="0" algn="ctr">
              <a:buFontTx/>
              <a:buNone/>
              <a:defRPr sz="900">
                <a:solidFill>
                  <a:schemeClr val="bg1"/>
                </a:solidFill>
              </a:defRPr>
            </a:lvl6pPr>
            <a:lvl7pPr marL="0" indent="0" algn="ctr">
              <a:buFontTx/>
              <a:buNone/>
              <a:defRPr sz="900">
                <a:solidFill>
                  <a:schemeClr val="bg1"/>
                </a:solidFill>
              </a:defRPr>
            </a:lvl7pPr>
            <a:lvl8pPr marL="0" indent="0" algn="ctr">
              <a:buFontTx/>
              <a:buNone/>
              <a:defRPr sz="900">
                <a:solidFill>
                  <a:schemeClr val="bg1"/>
                </a:solidFill>
              </a:defRPr>
            </a:lvl8pPr>
            <a:lvl9pPr marL="0" indent="0" algn="ctr">
              <a:buFontTx/>
              <a:buNone/>
              <a:defRPr sz="900">
                <a:solidFill>
                  <a:schemeClr val="bg1"/>
                </a:solidFill>
              </a:defRPr>
            </a:lvl9pPr>
          </a:lstStyle>
          <a:p>
            <a:pPr lvl="0"/>
            <a:r>
              <a:rPr lang="en-US"/>
              <a:t>Click to add text</a:t>
            </a:r>
          </a:p>
        </p:txBody>
      </p:sp>
      <p:pic>
        <p:nvPicPr>
          <p:cNvPr id="13" name="Picture 12">
            <a:extLst>
              <a:ext uri="{FF2B5EF4-FFF2-40B4-BE49-F238E27FC236}">
                <a16:creationId xmlns:a16="http://schemas.microsoft.com/office/drawing/2014/main" id="{DFF7D67B-5441-438D-92F3-295655C3820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5" name="Slide Number Placeholder 1">
            <a:extLst>
              <a:ext uri="{FF2B5EF4-FFF2-40B4-BE49-F238E27FC236}">
                <a16:creationId xmlns:a16="http://schemas.microsoft.com/office/drawing/2014/main" id="{C91D8D77-9F41-4E40-97A2-73FD8864C684}"/>
              </a:ext>
            </a:extLst>
          </p:cNvPr>
          <p:cNvSpPr>
            <a:spLocks noGrp="1"/>
          </p:cNvSpPr>
          <p:nvPr>
            <p:ph type="sldNum" sz="quarter" idx="20"/>
          </p:nvPr>
        </p:nvSpPr>
        <p:spPr>
          <a:xfrm>
            <a:off x="11427675" y="6437376"/>
            <a:ext cx="306387" cy="208758"/>
          </a:xfrm>
        </p:spPr>
        <p:txBody>
          <a:bodyPr/>
          <a:lstStyle/>
          <a:p>
            <a:fld id="{63DCA5C9-2E11-4C67-86EB-AE1DE127DC64}" type="slidenum">
              <a:rPr lang="en-US" smtClean="0"/>
              <a:pPr/>
              <a:t>‹#›</a:t>
            </a:fld>
            <a:endParaRPr lang="en-US"/>
          </a:p>
        </p:txBody>
      </p:sp>
      <p:sp>
        <p:nvSpPr>
          <p:cNvPr id="12" name="Footer Placeholder 3">
            <a:extLst>
              <a:ext uri="{FF2B5EF4-FFF2-40B4-BE49-F238E27FC236}">
                <a16:creationId xmlns:a16="http://schemas.microsoft.com/office/drawing/2014/main" id="{31F96F8B-859C-444A-9C14-BC942C1C5A1E}"/>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19288612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2col">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1622B17-C39D-4AD6-AB7D-AA8EC1545936}"/>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0" name="Rectangle 9">
            <a:extLst>
              <a:ext uri="{FF2B5EF4-FFF2-40B4-BE49-F238E27FC236}">
                <a16:creationId xmlns:a16="http://schemas.microsoft.com/office/drawing/2014/main" id="{9120953D-DF34-4108-B972-BD5EE2AF2B07}"/>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5" name="Content Placeholder 4">
            <a:extLst>
              <a:ext uri="{FF2B5EF4-FFF2-40B4-BE49-F238E27FC236}">
                <a16:creationId xmlns:a16="http://schemas.microsoft.com/office/drawing/2014/main" id="{33EB6DAB-F115-1E4D-92B8-863DEEC7C63A}"/>
              </a:ext>
            </a:extLst>
          </p:cNvPr>
          <p:cNvSpPr>
            <a:spLocks noGrp="1"/>
          </p:cNvSpPr>
          <p:nvPr>
            <p:ph sz="quarter" idx="19"/>
          </p:nvPr>
        </p:nvSpPr>
        <p:spPr>
          <a:xfrm>
            <a:off x="457200" y="1645920"/>
            <a:ext cx="5516562" cy="4179888"/>
          </a:xfrm>
        </p:spPr>
        <p:txBody>
          <a:bodyPr tIns="0"/>
          <a:lstStyle>
            <a:lvl3pPr>
              <a:defRPr sz="1600"/>
            </a:lvl3pPr>
            <a:lvl4pPr>
              <a:defRPr sz="1400"/>
            </a:lvl4pPr>
            <a:lvl5pPr>
              <a:defRPr sz="12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14" name="Content Placeholder 4">
            <a:extLst>
              <a:ext uri="{FF2B5EF4-FFF2-40B4-BE49-F238E27FC236}">
                <a16:creationId xmlns:a16="http://schemas.microsoft.com/office/drawing/2014/main" id="{DF9E4E54-38A0-7A4A-9C7A-DE9895AD53EA}"/>
              </a:ext>
            </a:extLst>
          </p:cNvPr>
          <p:cNvSpPr>
            <a:spLocks noGrp="1"/>
          </p:cNvSpPr>
          <p:nvPr>
            <p:ph sz="quarter" idx="20"/>
          </p:nvPr>
        </p:nvSpPr>
        <p:spPr>
          <a:xfrm>
            <a:off x="6218240" y="1645920"/>
            <a:ext cx="5516562" cy="4179888"/>
          </a:xfrm>
        </p:spPr>
        <p:txBody>
          <a:bodyPr tIns="0"/>
          <a:lstStyle>
            <a:lvl3pPr>
              <a:defRPr sz="1600"/>
            </a:lvl3pPr>
            <a:lvl4pPr>
              <a:defRPr sz="1400"/>
            </a:lvl4pPr>
            <a:lvl5pPr>
              <a:defRPr sz="12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pic>
        <p:nvPicPr>
          <p:cNvPr id="15" name="Picture 14">
            <a:extLst>
              <a:ext uri="{FF2B5EF4-FFF2-40B4-BE49-F238E27FC236}">
                <a16:creationId xmlns:a16="http://schemas.microsoft.com/office/drawing/2014/main" id="{1CDC242F-151A-4C8D-983F-5B17C0733E9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6" name="Slide Number Placeholder 1">
            <a:extLst>
              <a:ext uri="{FF2B5EF4-FFF2-40B4-BE49-F238E27FC236}">
                <a16:creationId xmlns:a16="http://schemas.microsoft.com/office/drawing/2014/main" id="{F3241DAD-93F1-46FE-B3D5-B78ABEFB31D0}"/>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7" name="Text Placeholder 25">
            <a:extLst>
              <a:ext uri="{FF2B5EF4-FFF2-40B4-BE49-F238E27FC236}">
                <a16:creationId xmlns:a16="http://schemas.microsoft.com/office/drawing/2014/main" id="{EE945B9D-809E-438C-84C6-7C541ABECC85}"/>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8" name="Title 15">
            <a:extLst>
              <a:ext uri="{FF2B5EF4-FFF2-40B4-BE49-F238E27FC236}">
                <a16:creationId xmlns:a16="http://schemas.microsoft.com/office/drawing/2014/main" id="{192EF0A7-775E-433D-B066-FC8FE0DA8C43}"/>
              </a:ext>
            </a:extLst>
          </p:cNvPr>
          <p:cNvSpPr>
            <a:spLocks noGrp="1"/>
          </p:cNvSpPr>
          <p:nvPr>
            <p:ph type="title"/>
          </p:nvPr>
        </p:nvSpPr>
        <p:spPr>
          <a:xfrm>
            <a:off x="457200" y="457199"/>
            <a:ext cx="11247120" cy="457200"/>
          </a:xfrm>
        </p:spPr>
        <p:txBody>
          <a:bodyPr rIns="0"/>
          <a:lstStyle/>
          <a:p>
            <a:r>
              <a:rPr lang="en-US" altLang="ja-JP"/>
              <a:t>Click to edit Master title style</a:t>
            </a:r>
            <a:endParaRPr lang="en-US"/>
          </a:p>
        </p:txBody>
      </p:sp>
      <p:sp>
        <p:nvSpPr>
          <p:cNvPr id="12" name="Footer Placeholder 3">
            <a:extLst>
              <a:ext uri="{FF2B5EF4-FFF2-40B4-BE49-F238E27FC236}">
                <a16:creationId xmlns:a16="http://schemas.microsoft.com/office/drawing/2014/main" id="{D514A855-9470-4D29-B515-F758F496C815}"/>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13194206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2col callout">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880629-F8B8-489E-A159-E5F2045264A6}"/>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0" name="Rectangle 9">
            <a:extLst>
              <a:ext uri="{FF2B5EF4-FFF2-40B4-BE49-F238E27FC236}">
                <a16:creationId xmlns:a16="http://schemas.microsoft.com/office/drawing/2014/main" id="{D133D475-15EB-4023-8710-9FDCD54EC6C7}"/>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Text Placeholder 21">
            <a:extLst>
              <a:ext uri="{FF2B5EF4-FFF2-40B4-BE49-F238E27FC236}">
                <a16:creationId xmlns:a16="http://schemas.microsoft.com/office/drawing/2014/main" id="{1F962C8B-E6B1-AF47-903B-DBEFAD819272}"/>
              </a:ext>
            </a:extLst>
          </p:cNvPr>
          <p:cNvSpPr>
            <a:spLocks noGrp="1"/>
          </p:cNvSpPr>
          <p:nvPr>
            <p:ph type="body" sz="quarter" idx="19" hasCustomPrompt="1"/>
          </p:nvPr>
        </p:nvSpPr>
        <p:spPr>
          <a:xfrm>
            <a:off x="6210302" y="1645920"/>
            <a:ext cx="5524498" cy="4210503"/>
          </a:xfrm>
        </p:spPr>
        <p:txBody>
          <a:bodyPr tIns="0" rIns="0" anchor="t" anchorCtr="0"/>
          <a:lstStyle>
            <a:lvl1pPr>
              <a:lnSpc>
                <a:spcPct val="100000"/>
              </a:lnSpc>
              <a:spcAft>
                <a:spcPts val="0"/>
              </a:spcAft>
              <a:defRPr sz="2000" b="0" i="0" baseline="0">
                <a:solidFill>
                  <a:schemeClr val="tx2"/>
                </a:solidFill>
              </a:defRPr>
            </a:lvl1pPr>
            <a:lvl2pPr>
              <a:lnSpc>
                <a:spcPct val="100000"/>
              </a:lnSpc>
              <a:defRPr sz="1800" b="0">
                <a:solidFill>
                  <a:schemeClr val="tx2"/>
                </a:solidFill>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text</a:t>
            </a:r>
          </a:p>
        </p:txBody>
      </p:sp>
      <p:sp>
        <p:nvSpPr>
          <p:cNvPr id="13" name="Content Placeholder 4">
            <a:extLst>
              <a:ext uri="{FF2B5EF4-FFF2-40B4-BE49-F238E27FC236}">
                <a16:creationId xmlns:a16="http://schemas.microsoft.com/office/drawing/2014/main" id="{4ED40494-5301-0642-8668-76D3D0C38C1B}"/>
              </a:ext>
            </a:extLst>
          </p:cNvPr>
          <p:cNvSpPr>
            <a:spLocks noGrp="1"/>
          </p:cNvSpPr>
          <p:nvPr>
            <p:ph sz="quarter" idx="20"/>
          </p:nvPr>
        </p:nvSpPr>
        <p:spPr>
          <a:xfrm>
            <a:off x="457200" y="1645920"/>
            <a:ext cx="5516562" cy="4179888"/>
          </a:xfrm>
        </p:spPr>
        <p:txBody>
          <a:bodyPr tIns="0"/>
          <a:lstStyle>
            <a:lvl3pPr>
              <a:defRPr sz="1600"/>
            </a:lvl3pPr>
            <a:lvl4pPr>
              <a:defRPr sz="1400"/>
            </a:lvl4pPr>
            <a:lvl5pPr>
              <a:defRPr sz="12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pic>
        <p:nvPicPr>
          <p:cNvPr id="16" name="Picture 15">
            <a:extLst>
              <a:ext uri="{FF2B5EF4-FFF2-40B4-BE49-F238E27FC236}">
                <a16:creationId xmlns:a16="http://schemas.microsoft.com/office/drawing/2014/main" id="{1D3B7971-BF2E-4C20-8A08-5E8E498DB72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7" name="Slide Number Placeholder 1">
            <a:extLst>
              <a:ext uri="{FF2B5EF4-FFF2-40B4-BE49-F238E27FC236}">
                <a16:creationId xmlns:a16="http://schemas.microsoft.com/office/drawing/2014/main" id="{005C84A1-34FA-4896-9E64-219EE97225F0}"/>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8" name="Text Placeholder 25">
            <a:extLst>
              <a:ext uri="{FF2B5EF4-FFF2-40B4-BE49-F238E27FC236}">
                <a16:creationId xmlns:a16="http://schemas.microsoft.com/office/drawing/2014/main" id="{7C5CFC39-B415-4875-B677-A9F917753A7A}"/>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9" name="Title 15">
            <a:extLst>
              <a:ext uri="{FF2B5EF4-FFF2-40B4-BE49-F238E27FC236}">
                <a16:creationId xmlns:a16="http://schemas.microsoft.com/office/drawing/2014/main" id="{8B6226B5-5566-4E14-9F71-9B9C76DCB9A9}"/>
              </a:ext>
            </a:extLst>
          </p:cNvPr>
          <p:cNvSpPr>
            <a:spLocks noGrp="1"/>
          </p:cNvSpPr>
          <p:nvPr>
            <p:ph type="title"/>
          </p:nvPr>
        </p:nvSpPr>
        <p:spPr>
          <a:xfrm>
            <a:off x="457200" y="457199"/>
            <a:ext cx="11247120" cy="457200"/>
          </a:xfrm>
        </p:spPr>
        <p:txBody>
          <a:bodyPr rIns="0"/>
          <a:lstStyle/>
          <a:p>
            <a:r>
              <a:rPr lang="en-US" altLang="ja-JP"/>
              <a:t>Click to edit Master title style</a:t>
            </a:r>
            <a:endParaRPr lang="en-US"/>
          </a:p>
        </p:txBody>
      </p:sp>
      <p:sp>
        <p:nvSpPr>
          <p:cNvPr id="12" name="Footer Placeholder 3">
            <a:extLst>
              <a:ext uri="{FF2B5EF4-FFF2-40B4-BE49-F238E27FC236}">
                <a16:creationId xmlns:a16="http://schemas.microsoft.com/office/drawing/2014/main" id="{89E08287-5218-4658-85C2-11CF0741C6F0}"/>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10203585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2col quote graphic">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F43AA13-BC7D-453C-8E7F-CD1215172884}"/>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pic>
        <p:nvPicPr>
          <p:cNvPr id="20" name="Picture 19">
            <a:extLst>
              <a:ext uri="{FF2B5EF4-FFF2-40B4-BE49-F238E27FC236}">
                <a16:creationId xmlns:a16="http://schemas.microsoft.com/office/drawing/2014/main" id="{88E88A76-56D1-473A-947D-D7281F65A1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43602" y="2152650"/>
            <a:ext cx="5151193" cy="2743199"/>
          </a:xfrm>
          <a:prstGeom prst="rect">
            <a:avLst/>
          </a:prstGeom>
        </p:spPr>
      </p:pic>
      <p:sp>
        <p:nvSpPr>
          <p:cNvPr id="11" name="Text Placeholder 21">
            <a:extLst>
              <a:ext uri="{FF2B5EF4-FFF2-40B4-BE49-F238E27FC236}">
                <a16:creationId xmlns:a16="http://schemas.microsoft.com/office/drawing/2014/main" id="{1F962C8B-E6B1-AF47-903B-DBEFAD819272}"/>
              </a:ext>
            </a:extLst>
          </p:cNvPr>
          <p:cNvSpPr>
            <a:spLocks noGrp="1"/>
          </p:cNvSpPr>
          <p:nvPr>
            <p:ph type="body" sz="quarter" idx="19" hasCustomPrompt="1"/>
          </p:nvPr>
        </p:nvSpPr>
        <p:spPr>
          <a:xfrm>
            <a:off x="6844552" y="2420471"/>
            <a:ext cx="4583123" cy="2208679"/>
          </a:xfrm>
        </p:spPr>
        <p:txBody>
          <a:bodyPr lIns="182880" tIns="137160" rIns="182880" bIns="182880" anchor="t" anchorCtr="0">
            <a:normAutofit/>
          </a:bodyPr>
          <a:lstStyle>
            <a:lvl1pPr>
              <a:lnSpc>
                <a:spcPct val="100000"/>
              </a:lnSpc>
              <a:spcAft>
                <a:spcPts val="1200"/>
              </a:spcAft>
              <a:defRPr sz="1800" b="0" i="0" baseline="0">
                <a:solidFill>
                  <a:schemeClr val="tx1"/>
                </a:solidFill>
              </a:defRPr>
            </a:lvl1pPr>
            <a:lvl2pPr>
              <a:lnSpc>
                <a:spcPct val="100000"/>
              </a:lnSpc>
              <a:defRPr sz="1000" b="0" i="0">
                <a:solidFill>
                  <a:schemeClr val="tx1"/>
                </a:solidFill>
                <a:latin typeface="+mn-lt"/>
              </a:defRPr>
            </a:lvl2pPr>
            <a:lvl3pPr marL="0" indent="0">
              <a:buFontTx/>
              <a:buNone/>
              <a:defRPr sz="1000" b="0" i="0">
                <a:solidFill>
                  <a:schemeClr val="tx1"/>
                </a:solidFill>
              </a:defRPr>
            </a:lvl3pPr>
            <a:lvl4pPr marL="0" indent="0">
              <a:buFontTx/>
              <a:buNone/>
              <a:defRPr sz="1000">
                <a:solidFill>
                  <a:schemeClr val="tx1"/>
                </a:solidFill>
              </a:defRPr>
            </a:lvl4pPr>
            <a:lvl5pPr marL="0" indent="0">
              <a:buFontTx/>
              <a:buNone/>
              <a:defRPr sz="1000">
                <a:solidFill>
                  <a:schemeClr val="tx1"/>
                </a:solidFill>
              </a:defRPr>
            </a:lvl5pPr>
            <a:lvl6pPr marL="0" indent="0">
              <a:buFontTx/>
              <a:buNone/>
              <a:defRPr sz="1000">
                <a:solidFill>
                  <a:schemeClr val="tx1"/>
                </a:solidFill>
              </a:defRPr>
            </a:lvl6pPr>
            <a:lvl7pPr marL="0" indent="0">
              <a:buFontTx/>
              <a:buNone/>
              <a:defRPr sz="1000">
                <a:solidFill>
                  <a:schemeClr val="tx1"/>
                </a:solidFill>
              </a:defRPr>
            </a:lvl7pPr>
            <a:lvl8pPr marL="0" indent="0">
              <a:buFontTx/>
              <a:buNone/>
              <a:defRPr sz="1000">
                <a:solidFill>
                  <a:schemeClr val="tx1"/>
                </a:solidFill>
              </a:defRPr>
            </a:lvl8pPr>
            <a:lvl9pPr marL="0" indent="0">
              <a:buFontTx/>
              <a:buNone/>
              <a:defRPr sz="1000">
                <a:solidFill>
                  <a:schemeClr val="tx1"/>
                </a:solidFill>
              </a:defRPr>
            </a:lvl9pPr>
          </a:lstStyle>
          <a:p>
            <a:pPr lvl="0"/>
            <a:r>
              <a:rPr lang="en-US"/>
              <a:t>Click to add text</a:t>
            </a:r>
          </a:p>
        </p:txBody>
      </p:sp>
      <p:sp>
        <p:nvSpPr>
          <p:cNvPr id="13" name="Content Placeholder 4">
            <a:extLst>
              <a:ext uri="{FF2B5EF4-FFF2-40B4-BE49-F238E27FC236}">
                <a16:creationId xmlns:a16="http://schemas.microsoft.com/office/drawing/2014/main" id="{3F838A0E-9C6D-5749-8DE7-F50D37E7135A}"/>
              </a:ext>
            </a:extLst>
          </p:cNvPr>
          <p:cNvSpPr>
            <a:spLocks noGrp="1"/>
          </p:cNvSpPr>
          <p:nvPr>
            <p:ph sz="quarter" idx="20"/>
          </p:nvPr>
        </p:nvSpPr>
        <p:spPr>
          <a:xfrm>
            <a:off x="457200" y="1645920"/>
            <a:ext cx="5516562" cy="4179888"/>
          </a:xfrm>
        </p:spPr>
        <p:txBody>
          <a:bodyPr tIns="0"/>
          <a:lstStyle>
            <a:lvl3pPr>
              <a:defRPr sz="1600"/>
            </a:lvl3pPr>
            <a:lvl4pPr>
              <a:defRPr sz="1400"/>
            </a:lvl4pPr>
            <a:lvl5pPr>
              <a:defRPr sz="12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pic>
        <p:nvPicPr>
          <p:cNvPr id="16" name="Picture 15">
            <a:extLst>
              <a:ext uri="{FF2B5EF4-FFF2-40B4-BE49-F238E27FC236}">
                <a16:creationId xmlns:a16="http://schemas.microsoft.com/office/drawing/2014/main" id="{D0FBA4F3-2BF8-460E-975E-79EFD6A469E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7" name="Slide Number Placeholder 1">
            <a:extLst>
              <a:ext uri="{FF2B5EF4-FFF2-40B4-BE49-F238E27FC236}">
                <a16:creationId xmlns:a16="http://schemas.microsoft.com/office/drawing/2014/main" id="{A9082F09-215D-462F-8AE2-AF4850E331BE}"/>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8" name="Text Placeholder 25">
            <a:extLst>
              <a:ext uri="{FF2B5EF4-FFF2-40B4-BE49-F238E27FC236}">
                <a16:creationId xmlns:a16="http://schemas.microsoft.com/office/drawing/2014/main" id="{CED792D8-BB5D-46B3-B111-23EE8EFC8396}"/>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9" name="Title 15">
            <a:extLst>
              <a:ext uri="{FF2B5EF4-FFF2-40B4-BE49-F238E27FC236}">
                <a16:creationId xmlns:a16="http://schemas.microsoft.com/office/drawing/2014/main" id="{CF8D1FD5-9821-4E87-9D22-2822EA104D6A}"/>
              </a:ext>
            </a:extLst>
          </p:cNvPr>
          <p:cNvSpPr>
            <a:spLocks noGrp="1"/>
          </p:cNvSpPr>
          <p:nvPr>
            <p:ph type="title"/>
          </p:nvPr>
        </p:nvSpPr>
        <p:spPr>
          <a:xfrm>
            <a:off x="457200" y="457199"/>
            <a:ext cx="11247120" cy="457200"/>
          </a:xfrm>
        </p:spPr>
        <p:txBody>
          <a:bodyPr rIns="0"/>
          <a:lstStyle/>
          <a:p>
            <a:r>
              <a:rPr lang="en-US" altLang="ja-JP"/>
              <a:t>Click to edit Master title style</a:t>
            </a:r>
            <a:endParaRPr lang="en-US"/>
          </a:p>
        </p:txBody>
      </p:sp>
      <p:sp>
        <p:nvSpPr>
          <p:cNvPr id="10" name="Rectangle 9">
            <a:extLst>
              <a:ext uri="{FF2B5EF4-FFF2-40B4-BE49-F238E27FC236}">
                <a16:creationId xmlns:a16="http://schemas.microsoft.com/office/drawing/2014/main" id="{62CC7B06-2344-4D79-BA63-F5B8FB6BDC38}"/>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2" name="Footer Placeholder 3">
            <a:extLst>
              <a:ext uri="{FF2B5EF4-FFF2-40B4-BE49-F238E27FC236}">
                <a16:creationId xmlns:a16="http://schemas.microsoft.com/office/drawing/2014/main" id="{3773053F-E0D5-45D3-B8EC-D22EF5E0D09D}"/>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5057098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2col imag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FD29D68-3A09-43C3-8F93-53801A9E8027}"/>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0" name="Rectangle 9">
            <a:extLst>
              <a:ext uri="{FF2B5EF4-FFF2-40B4-BE49-F238E27FC236}">
                <a16:creationId xmlns:a16="http://schemas.microsoft.com/office/drawing/2014/main" id="{C4C4004A-BAE4-44BC-A324-2D30F5B3B59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5" name="Picture Placeholder 4">
            <a:extLst>
              <a:ext uri="{FF2B5EF4-FFF2-40B4-BE49-F238E27FC236}">
                <a16:creationId xmlns:a16="http://schemas.microsoft.com/office/drawing/2014/main" id="{A693F555-17A4-FA44-B000-3CAEB366B8A0}"/>
              </a:ext>
            </a:extLst>
          </p:cNvPr>
          <p:cNvSpPr>
            <a:spLocks noGrp="1"/>
          </p:cNvSpPr>
          <p:nvPr>
            <p:ph type="pic" sz="quarter" idx="18"/>
          </p:nvPr>
        </p:nvSpPr>
        <p:spPr>
          <a:xfrm>
            <a:off x="0" y="0"/>
            <a:ext cx="6096000" cy="6286500"/>
          </a:xfrm>
          <a:solidFill>
            <a:schemeClr val="bg1">
              <a:lumMod val="75000"/>
            </a:schemeClr>
          </a:solidFill>
        </p:spPr>
        <p:txBody>
          <a:bodyPr tIns="2560320"/>
          <a:lstStyle>
            <a:lvl1pPr algn="ctr">
              <a:defRPr b="0" i="0"/>
            </a:lvl1pPr>
          </a:lstStyle>
          <a:p>
            <a:r>
              <a:rPr lang="en-US" altLang="ja-JP"/>
              <a:t>Click icon to add picture</a:t>
            </a:r>
            <a:endParaRPr lang="en-US"/>
          </a:p>
        </p:txBody>
      </p:sp>
      <p:sp>
        <p:nvSpPr>
          <p:cNvPr id="11" name="Content Placeholder 4">
            <a:extLst>
              <a:ext uri="{FF2B5EF4-FFF2-40B4-BE49-F238E27FC236}">
                <a16:creationId xmlns:a16="http://schemas.microsoft.com/office/drawing/2014/main" id="{207FC60C-7DF0-B74A-B2EE-03F1DFEC3C7D}"/>
              </a:ext>
            </a:extLst>
          </p:cNvPr>
          <p:cNvSpPr>
            <a:spLocks noGrp="1"/>
          </p:cNvSpPr>
          <p:nvPr>
            <p:ph sz="quarter" idx="19"/>
          </p:nvPr>
        </p:nvSpPr>
        <p:spPr>
          <a:xfrm>
            <a:off x="6320117" y="1828800"/>
            <a:ext cx="5413943" cy="4179888"/>
          </a:xfrm>
        </p:spPr>
        <p:txBody>
          <a:bodyPr tIns="0"/>
          <a:lstStyle>
            <a:lvl3pPr>
              <a:defRPr sz="1600"/>
            </a:lvl3pPr>
            <a:lvl4pPr>
              <a:defRPr sz="1400"/>
            </a:lvl4pPr>
            <a:lvl5pPr>
              <a:defRPr sz="12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pic>
        <p:nvPicPr>
          <p:cNvPr id="18" name="Picture 17">
            <a:extLst>
              <a:ext uri="{FF2B5EF4-FFF2-40B4-BE49-F238E27FC236}">
                <a16:creationId xmlns:a16="http://schemas.microsoft.com/office/drawing/2014/main" id="{F4BB6C34-EF86-49E6-AEF2-C7F05BD9DB6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9" name="Slide Number Placeholder 1">
            <a:extLst>
              <a:ext uri="{FF2B5EF4-FFF2-40B4-BE49-F238E27FC236}">
                <a16:creationId xmlns:a16="http://schemas.microsoft.com/office/drawing/2014/main" id="{A439155B-AD52-42E7-A425-EA7250CFBE54}"/>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22" name="Text Placeholder 25">
            <a:extLst>
              <a:ext uri="{FF2B5EF4-FFF2-40B4-BE49-F238E27FC236}">
                <a16:creationId xmlns:a16="http://schemas.microsoft.com/office/drawing/2014/main" id="{AAC117CE-F2A7-4C1A-AF9A-EDE055E522BC}"/>
              </a:ext>
            </a:extLst>
          </p:cNvPr>
          <p:cNvSpPr>
            <a:spLocks noGrp="1"/>
          </p:cNvSpPr>
          <p:nvPr>
            <p:ph type="body" sz="quarter" idx="17" hasCustomPrompt="1"/>
          </p:nvPr>
        </p:nvSpPr>
        <p:spPr>
          <a:xfrm>
            <a:off x="6319978" y="1344168"/>
            <a:ext cx="5384342"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23" name="Title 15">
            <a:extLst>
              <a:ext uri="{FF2B5EF4-FFF2-40B4-BE49-F238E27FC236}">
                <a16:creationId xmlns:a16="http://schemas.microsoft.com/office/drawing/2014/main" id="{10433174-55DF-47EB-96A0-B862D3A869BA}"/>
              </a:ext>
            </a:extLst>
          </p:cNvPr>
          <p:cNvSpPr>
            <a:spLocks noGrp="1"/>
          </p:cNvSpPr>
          <p:nvPr>
            <p:ph type="title"/>
          </p:nvPr>
        </p:nvSpPr>
        <p:spPr>
          <a:xfrm>
            <a:off x="6319978" y="457199"/>
            <a:ext cx="5384342" cy="786384"/>
          </a:xfrm>
        </p:spPr>
        <p:txBody>
          <a:bodyPr rIns="0"/>
          <a:lstStyle/>
          <a:p>
            <a:r>
              <a:rPr lang="en-US" altLang="ja-JP"/>
              <a:t>Click to edit Master title style</a:t>
            </a:r>
            <a:endParaRPr lang="en-US"/>
          </a:p>
        </p:txBody>
      </p:sp>
      <p:sp>
        <p:nvSpPr>
          <p:cNvPr id="12" name="Footer Placeholder 3">
            <a:extLst>
              <a:ext uri="{FF2B5EF4-FFF2-40B4-BE49-F238E27FC236}">
                <a16:creationId xmlns:a16="http://schemas.microsoft.com/office/drawing/2014/main" id="{5F10961A-1663-466D-95A7-DBAB058F2DE0}"/>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8618327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2/3 image">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6CC3C6E-EE89-434A-973C-DFF0598D6477}"/>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2" name="Rectangle 11">
            <a:extLst>
              <a:ext uri="{FF2B5EF4-FFF2-40B4-BE49-F238E27FC236}">
                <a16:creationId xmlns:a16="http://schemas.microsoft.com/office/drawing/2014/main" id="{A64E2AFB-53E9-4FD6-88F0-8ED0A5EBCD8E}"/>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3" name="Title 2">
            <a:extLst>
              <a:ext uri="{FF2B5EF4-FFF2-40B4-BE49-F238E27FC236}">
                <a16:creationId xmlns:a16="http://schemas.microsoft.com/office/drawing/2014/main" id="{CA1149F1-49B3-C542-803F-D3D2F88402E7}"/>
              </a:ext>
            </a:extLst>
          </p:cNvPr>
          <p:cNvSpPr>
            <a:spLocks noGrp="1"/>
          </p:cNvSpPr>
          <p:nvPr>
            <p:ph type="title"/>
          </p:nvPr>
        </p:nvSpPr>
        <p:spPr>
          <a:xfrm>
            <a:off x="457200" y="457199"/>
            <a:ext cx="3599966" cy="784226"/>
          </a:xfrm>
        </p:spPr>
        <p:txBody>
          <a:bodyPr lIns="0" rIns="0"/>
          <a:lstStyle/>
          <a:p>
            <a:r>
              <a:rPr lang="en-US" altLang="ja-JP"/>
              <a:t>Click to edit Master title style</a:t>
            </a:r>
            <a:endParaRPr lang="en-US"/>
          </a:p>
        </p:txBody>
      </p:sp>
      <p:sp>
        <p:nvSpPr>
          <p:cNvPr id="9" name="Text Placeholder 25">
            <a:extLst>
              <a:ext uri="{FF2B5EF4-FFF2-40B4-BE49-F238E27FC236}">
                <a16:creationId xmlns:a16="http://schemas.microsoft.com/office/drawing/2014/main" id="{950D9BC9-37AB-2942-B45D-4822C8B58D04}"/>
              </a:ext>
            </a:extLst>
          </p:cNvPr>
          <p:cNvSpPr>
            <a:spLocks noGrp="1"/>
          </p:cNvSpPr>
          <p:nvPr>
            <p:ph type="body" sz="quarter" idx="17" hasCustomPrompt="1"/>
          </p:nvPr>
        </p:nvSpPr>
        <p:spPr>
          <a:xfrm>
            <a:off x="457200" y="1343431"/>
            <a:ext cx="3602039" cy="485369"/>
          </a:xfrm>
        </p:spPr>
        <p:txBody>
          <a:bodyPr lIns="0"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a:t>
            </a:r>
          </a:p>
        </p:txBody>
      </p:sp>
      <p:sp>
        <p:nvSpPr>
          <p:cNvPr id="5" name="Picture Placeholder 4">
            <a:extLst>
              <a:ext uri="{FF2B5EF4-FFF2-40B4-BE49-F238E27FC236}">
                <a16:creationId xmlns:a16="http://schemas.microsoft.com/office/drawing/2014/main" id="{A693F555-17A4-FA44-B000-3CAEB366B8A0}"/>
              </a:ext>
            </a:extLst>
          </p:cNvPr>
          <p:cNvSpPr>
            <a:spLocks noGrp="1"/>
          </p:cNvSpPr>
          <p:nvPr>
            <p:ph type="pic" sz="quarter" idx="18"/>
          </p:nvPr>
        </p:nvSpPr>
        <p:spPr>
          <a:xfrm>
            <a:off x="4298950" y="457198"/>
            <a:ext cx="7427912" cy="5551489"/>
          </a:xfrm>
          <a:solidFill>
            <a:schemeClr val="bg1">
              <a:lumMod val="75000"/>
            </a:schemeClr>
          </a:solidFill>
        </p:spPr>
        <p:txBody>
          <a:bodyPr tIns="2194560"/>
          <a:lstStyle>
            <a:lvl1pPr algn="ctr">
              <a:defRPr b="0" i="0"/>
            </a:lvl1pPr>
          </a:lstStyle>
          <a:p>
            <a:r>
              <a:rPr lang="en-US" altLang="ja-JP"/>
              <a:t>Click icon to add picture</a:t>
            </a:r>
            <a:endParaRPr lang="en-US"/>
          </a:p>
        </p:txBody>
      </p:sp>
      <p:sp>
        <p:nvSpPr>
          <p:cNvPr id="11" name="Content Placeholder 4">
            <a:extLst>
              <a:ext uri="{FF2B5EF4-FFF2-40B4-BE49-F238E27FC236}">
                <a16:creationId xmlns:a16="http://schemas.microsoft.com/office/drawing/2014/main" id="{760A7196-34C5-A442-9294-F070A669800E}"/>
              </a:ext>
            </a:extLst>
          </p:cNvPr>
          <p:cNvSpPr>
            <a:spLocks noGrp="1"/>
          </p:cNvSpPr>
          <p:nvPr>
            <p:ph sz="quarter" idx="19"/>
          </p:nvPr>
        </p:nvSpPr>
        <p:spPr>
          <a:xfrm>
            <a:off x="457200" y="1828800"/>
            <a:ext cx="3598862" cy="4179888"/>
          </a:xfrm>
        </p:spPr>
        <p:txBody>
          <a:bodyPr tIns="0"/>
          <a:lstStyle>
            <a:lvl3pPr>
              <a:defRPr sz="1600"/>
            </a:lvl3pPr>
            <a:lvl4pPr>
              <a:defRPr sz="1400"/>
            </a:lvl4pPr>
            <a:lvl5pPr>
              <a:defRPr sz="12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pic>
        <p:nvPicPr>
          <p:cNvPr id="14" name="Picture 13">
            <a:extLst>
              <a:ext uri="{FF2B5EF4-FFF2-40B4-BE49-F238E27FC236}">
                <a16:creationId xmlns:a16="http://schemas.microsoft.com/office/drawing/2014/main" id="{AF9B9FE1-27EB-48D3-9700-EE47953D5F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5" name="Slide Number Placeholder 1">
            <a:extLst>
              <a:ext uri="{FF2B5EF4-FFF2-40B4-BE49-F238E27FC236}">
                <a16:creationId xmlns:a16="http://schemas.microsoft.com/office/drawing/2014/main" id="{A90A9191-AB5C-45F7-8497-E7B480233414}"/>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3" name="Footer Placeholder 3">
            <a:extLst>
              <a:ext uri="{FF2B5EF4-FFF2-40B4-BE49-F238E27FC236}">
                <a16:creationId xmlns:a16="http://schemas.microsoft.com/office/drawing/2014/main" id="{50DC11B6-889C-4121-B48F-3676AE78C876}"/>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5758823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3col">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9E18CF-CA4A-4731-A40B-45E2846C7631}"/>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1" name="Rectangle 10">
            <a:extLst>
              <a:ext uri="{FF2B5EF4-FFF2-40B4-BE49-F238E27FC236}">
                <a16:creationId xmlns:a16="http://schemas.microsoft.com/office/drawing/2014/main" id="{4103871A-53C4-4546-9554-252303F53F6B}"/>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3" name="Content Placeholder 4">
            <a:extLst>
              <a:ext uri="{FF2B5EF4-FFF2-40B4-BE49-F238E27FC236}">
                <a16:creationId xmlns:a16="http://schemas.microsoft.com/office/drawing/2014/main" id="{E205A430-8E9F-D040-BFFF-B7A4A3EA7154}"/>
              </a:ext>
            </a:extLst>
          </p:cNvPr>
          <p:cNvSpPr>
            <a:spLocks noGrp="1"/>
          </p:cNvSpPr>
          <p:nvPr>
            <p:ph sz="quarter" idx="19"/>
          </p:nvPr>
        </p:nvSpPr>
        <p:spPr>
          <a:xfrm>
            <a:off x="457200" y="1645920"/>
            <a:ext cx="3598862" cy="4179888"/>
          </a:xfrm>
        </p:spPr>
        <p:txBody>
          <a:bodyPr tIns="0"/>
          <a:lstStyle>
            <a:lvl3pPr>
              <a:defRPr sz="1600"/>
            </a:lvl3pPr>
            <a:lvl4pPr>
              <a:defRPr sz="1400"/>
            </a:lvl4pPr>
            <a:lvl5pPr>
              <a:defRPr sz="12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14" name="Content Placeholder 4">
            <a:extLst>
              <a:ext uri="{FF2B5EF4-FFF2-40B4-BE49-F238E27FC236}">
                <a16:creationId xmlns:a16="http://schemas.microsoft.com/office/drawing/2014/main" id="{6A98DB26-B7FB-3241-9C96-D93B9B52CD1E}"/>
              </a:ext>
            </a:extLst>
          </p:cNvPr>
          <p:cNvSpPr>
            <a:spLocks noGrp="1"/>
          </p:cNvSpPr>
          <p:nvPr>
            <p:ph sz="quarter" idx="20"/>
          </p:nvPr>
        </p:nvSpPr>
        <p:spPr>
          <a:xfrm>
            <a:off x="4297680" y="1645920"/>
            <a:ext cx="3598862" cy="4179888"/>
          </a:xfrm>
        </p:spPr>
        <p:txBody>
          <a:bodyPr tIns="0"/>
          <a:lstStyle>
            <a:lvl3pPr>
              <a:defRPr sz="1600"/>
            </a:lvl3pPr>
            <a:lvl4pPr>
              <a:defRPr sz="1400"/>
            </a:lvl4pPr>
            <a:lvl5pPr>
              <a:defRPr sz="12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15" name="Content Placeholder 4">
            <a:extLst>
              <a:ext uri="{FF2B5EF4-FFF2-40B4-BE49-F238E27FC236}">
                <a16:creationId xmlns:a16="http://schemas.microsoft.com/office/drawing/2014/main" id="{EF966A4E-5145-9C4D-8099-EFAA2A475FD8}"/>
              </a:ext>
            </a:extLst>
          </p:cNvPr>
          <p:cNvSpPr>
            <a:spLocks noGrp="1"/>
          </p:cNvSpPr>
          <p:nvPr>
            <p:ph sz="quarter" idx="21"/>
          </p:nvPr>
        </p:nvSpPr>
        <p:spPr>
          <a:xfrm>
            <a:off x="8136798" y="1645920"/>
            <a:ext cx="3598862" cy="4179888"/>
          </a:xfrm>
        </p:spPr>
        <p:txBody>
          <a:bodyPr tIns="0"/>
          <a:lstStyle>
            <a:lvl3pPr>
              <a:defRPr sz="1600"/>
            </a:lvl3pPr>
            <a:lvl4pPr>
              <a:defRPr sz="1400"/>
            </a:lvl4pPr>
            <a:lvl5pPr>
              <a:defRPr sz="12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pic>
        <p:nvPicPr>
          <p:cNvPr id="19" name="Picture 18">
            <a:extLst>
              <a:ext uri="{FF2B5EF4-FFF2-40B4-BE49-F238E27FC236}">
                <a16:creationId xmlns:a16="http://schemas.microsoft.com/office/drawing/2014/main" id="{42778CEF-946B-4B06-9ACB-3AC61D21A74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20" name="Slide Number Placeholder 1">
            <a:extLst>
              <a:ext uri="{FF2B5EF4-FFF2-40B4-BE49-F238E27FC236}">
                <a16:creationId xmlns:a16="http://schemas.microsoft.com/office/drawing/2014/main" id="{EC358D68-CB2C-46B6-A00B-854615303A5C}"/>
              </a:ext>
            </a:extLst>
          </p:cNvPr>
          <p:cNvSpPr>
            <a:spLocks noGrp="1"/>
          </p:cNvSpPr>
          <p:nvPr>
            <p:ph type="sldNum" sz="quarter" idx="22"/>
          </p:nvPr>
        </p:nvSpPr>
        <p:spPr>
          <a:xfrm>
            <a:off x="11427675" y="6437376"/>
            <a:ext cx="306387" cy="208758"/>
          </a:xfrm>
        </p:spPr>
        <p:txBody>
          <a:bodyPr/>
          <a:lstStyle/>
          <a:p>
            <a:fld id="{63DCA5C9-2E11-4C67-86EB-AE1DE127DC64}" type="slidenum">
              <a:rPr lang="en-US" smtClean="0"/>
              <a:pPr/>
              <a:t>‹#›</a:t>
            </a:fld>
            <a:endParaRPr lang="en-US"/>
          </a:p>
        </p:txBody>
      </p:sp>
      <p:sp>
        <p:nvSpPr>
          <p:cNvPr id="21" name="Text Placeholder 25">
            <a:extLst>
              <a:ext uri="{FF2B5EF4-FFF2-40B4-BE49-F238E27FC236}">
                <a16:creationId xmlns:a16="http://schemas.microsoft.com/office/drawing/2014/main" id="{75212AD8-B9F1-4438-A6D4-9355B9B3CD1A}"/>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22" name="Title 15">
            <a:extLst>
              <a:ext uri="{FF2B5EF4-FFF2-40B4-BE49-F238E27FC236}">
                <a16:creationId xmlns:a16="http://schemas.microsoft.com/office/drawing/2014/main" id="{84B5E47C-8E0B-4959-A893-96C42EB7A572}"/>
              </a:ext>
            </a:extLst>
          </p:cNvPr>
          <p:cNvSpPr>
            <a:spLocks noGrp="1"/>
          </p:cNvSpPr>
          <p:nvPr>
            <p:ph type="title"/>
          </p:nvPr>
        </p:nvSpPr>
        <p:spPr>
          <a:xfrm>
            <a:off x="457200" y="457199"/>
            <a:ext cx="11247120" cy="457200"/>
          </a:xfrm>
        </p:spPr>
        <p:txBody>
          <a:bodyPr rIns="0"/>
          <a:lstStyle/>
          <a:p>
            <a:r>
              <a:rPr lang="en-US" altLang="ja-JP"/>
              <a:t>Click to edit Master title style</a:t>
            </a:r>
            <a:endParaRPr lang="en-US"/>
          </a:p>
        </p:txBody>
      </p:sp>
      <p:sp>
        <p:nvSpPr>
          <p:cNvPr id="12" name="Footer Placeholder 3">
            <a:extLst>
              <a:ext uri="{FF2B5EF4-FFF2-40B4-BE49-F238E27FC236}">
                <a16:creationId xmlns:a16="http://schemas.microsoft.com/office/drawing/2014/main" id="{69540383-ED48-4AD4-BBF1-3948FA2B891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35033673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1col table">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8CA7F71-7686-487C-9DCC-633A9929C7B4}"/>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9" name="Rectangle 8">
            <a:extLst>
              <a:ext uri="{FF2B5EF4-FFF2-40B4-BE49-F238E27FC236}">
                <a16:creationId xmlns:a16="http://schemas.microsoft.com/office/drawing/2014/main" id="{51236B22-13A6-4DAD-A69C-705F0241481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6" name="Table Placeholder 5">
            <a:extLst>
              <a:ext uri="{FF2B5EF4-FFF2-40B4-BE49-F238E27FC236}">
                <a16:creationId xmlns:a16="http://schemas.microsoft.com/office/drawing/2014/main" id="{E970E05D-6C9C-AA4C-9AC8-08594C5B389D}"/>
              </a:ext>
            </a:extLst>
          </p:cNvPr>
          <p:cNvSpPr>
            <a:spLocks noGrp="1"/>
          </p:cNvSpPr>
          <p:nvPr>
            <p:ph type="tbl" sz="quarter" idx="17" hasCustomPrompt="1"/>
          </p:nvPr>
        </p:nvSpPr>
        <p:spPr>
          <a:xfrm>
            <a:off x="457200" y="1828801"/>
            <a:ext cx="11247120" cy="4179888"/>
          </a:xfrm>
          <a:pattFill prst="pct10">
            <a:fgClr>
              <a:schemeClr val="accent1"/>
            </a:fgClr>
            <a:bgClr>
              <a:schemeClr val="bg1"/>
            </a:bgClr>
          </a:pattFill>
        </p:spPr>
        <p:txBody>
          <a:bodyPr tIns="2514600"/>
          <a:lstStyle>
            <a:lvl1pPr algn="ctr">
              <a:defRPr b="0" i="0"/>
            </a:lvl1pPr>
          </a:lstStyle>
          <a:p>
            <a:r>
              <a:rPr lang="en-US"/>
              <a:t>Click icon to add table adjust size as needed</a:t>
            </a:r>
          </a:p>
        </p:txBody>
      </p:sp>
      <p:pic>
        <p:nvPicPr>
          <p:cNvPr id="12" name="Picture 11">
            <a:extLst>
              <a:ext uri="{FF2B5EF4-FFF2-40B4-BE49-F238E27FC236}">
                <a16:creationId xmlns:a16="http://schemas.microsoft.com/office/drawing/2014/main" id="{F162E4F0-75F1-4E13-98E1-1FBA68E1590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3D3E3C75-AE4A-4514-B4D2-1307A6648F45}"/>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4" name="Text Placeholder 25">
            <a:extLst>
              <a:ext uri="{FF2B5EF4-FFF2-40B4-BE49-F238E27FC236}">
                <a16:creationId xmlns:a16="http://schemas.microsoft.com/office/drawing/2014/main" id="{251C24F9-13F7-4A35-AA35-9BC603AF638C}"/>
              </a:ext>
            </a:extLst>
          </p:cNvPr>
          <p:cNvSpPr>
            <a:spLocks noGrp="1"/>
          </p:cNvSpPr>
          <p:nvPr>
            <p:ph type="body" sz="quarter" idx="22"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5" name="Title 15">
            <a:extLst>
              <a:ext uri="{FF2B5EF4-FFF2-40B4-BE49-F238E27FC236}">
                <a16:creationId xmlns:a16="http://schemas.microsoft.com/office/drawing/2014/main" id="{6F4AE1DE-1B0D-43E9-94D9-62F3A07EC22F}"/>
              </a:ext>
            </a:extLst>
          </p:cNvPr>
          <p:cNvSpPr>
            <a:spLocks noGrp="1"/>
          </p:cNvSpPr>
          <p:nvPr>
            <p:ph type="title"/>
          </p:nvPr>
        </p:nvSpPr>
        <p:spPr>
          <a:xfrm>
            <a:off x="457200" y="457199"/>
            <a:ext cx="11247120" cy="457200"/>
          </a:xfrm>
        </p:spPr>
        <p:txBody>
          <a:bodyPr rIns="0"/>
          <a:lstStyle/>
          <a:p>
            <a:r>
              <a:rPr lang="en-US" altLang="ja-JP"/>
              <a:t>Click to edit Master title style</a:t>
            </a:r>
            <a:endParaRPr lang="en-US"/>
          </a:p>
        </p:txBody>
      </p:sp>
      <p:sp>
        <p:nvSpPr>
          <p:cNvPr id="10" name="Footer Placeholder 3">
            <a:extLst>
              <a:ext uri="{FF2B5EF4-FFF2-40B4-BE49-F238E27FC236}">
                <a16:creationId xmlns:a16="http://schemas.microsoft.com/office/drawing/2014/main" id="{9FABF782-65C4-41B6-9B55-10FCE8895A7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18201375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1col chart">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48F3CF2-F7A9-4F11-B382-38A2722B0D4F}"/>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9" name="Rectangle 8">
            <a:extLst>
              <a:ext uri="{FF2B5EF4-FFF2-40B4-BE49-F238E27FC236}">
                <a16:creationId xmlns:a16="http://schemas.microsoft.com/office/drawing/2014/main" id="{43EB1C3D-A76E-490F-BBD2-E58DD21AE3A1}"/>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7" name="Chart Placeholder 6">
            <a:extLst>
              <a:ext uri="{FF2B5EF4-FFF2-40B4-BE49-F238E27FC236}">
                <a16:creationId xmlns:a16="http://schemas.microsoft.com/office/drawing/2014/main" id="{0203C4E6-EC7C-1F40-86EA-065A6220FC54}"/>
              </a:ext>
            </a:extLst>
          </p:cNvPr>
          <p:cNvSpPr>
            <a:spLocks noGrp="1"/>
          </p:cNvSpPr>
          <p:nvPr>
            <p:ph type="chart" sz="quarter" idx="20" hasCustomPrompt="1"/>
          </p:nvPr>
        </p:nvSpPr>
        <p:spPr>
          <a:xfrm>
            <a:off x="457200" y="1828799"/>
            <a:ext cx="11247120" cy="4179889"/>
          </a:xfrm>
          <a:pattFill prst="pct10">
            <a:fgClr>
              <a:schemeClr val="tx1"/>
            </a:fgClr>
            <a:bgClr>
              <a:schemeClr val="bg1"/>
            </a:bgClr>
          </a:pattFill>
        </p:spPr>
        <p:txBody>
          <a:bodyPr tIns="2560320"/>
          <a:lstStyle>
            <a:lvl1pPr algn="ctr">
              <a:defRPr b="0" i="0"/>
            </a:lvl1p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a:t>Click icon to add chart adjust size as needed</a:t>
            </a:r>
          </a:p>
        </p:txBody>
      </p:sp>
      <p:pic>
        <p:nvPicPr>
          <p:cNvPr id="13" name="Picture 12">
            <a:extLst>
              <a:ext uri="{FF2B5EF4-FFF2-40B4-BE49-F238E27FC236}">
                <a16:creationId xmlns:a16="http://schemas.microsoft.com/office/drawing/2014/main" id="{EF0CB498-EAA7-4390-B1F6-D645C781058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4" name="Slide Number Placeholder 1">
            <a:extLst>
              <a:ext uri="{FF2B5EF4-FFF2-40B4-BE49-F238E27FC236}">
                <a16:creationId xmlns:a16="http://schemas.microsoft.com/office/drawing/2014/main" id="{DF85D99A-810D-47AB-BB91-A93A91F922A3}"/>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5" name="Text Placeholder 25">
            <a:extLst>
              <a:ext uri="{FF2B5EF4-FFF2-40B4-BE49-F238E27FC236}">
                <a16:creationId xmlns:a16="http://schemas.microsoft.com/office/drawing/2014/main" id="{126F3D7E-DF67-45ED-8A5B-D24FFE4F7F3C}"/>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6" name="Title 15">
            <a:extLst>
              <a:ext uri="{FF2B5EF4-FFF2-40B4-BE49-F238E27FC236}">
                <a16:creationId xmlns:a16="http://schemas.microsoft.com/office/drawing/2014/main" id="{4693B169-FB68-4722-A393-DA504484DEE5}"/>
              </a:ext>
            </a:extLst>
          </p:cNvPr>
          <p:cNvSpPr>
            <a:spLocks noGrp="1"/>
          </p:cNvSpPr>
          <p:nvPr>
            <p:ph type="title"/>
          </p:nvPr>
        </p:nvSpPr>
        <p:spPr>
          <a:xfrm>
            <a:off x="457200" y="457199"/>
            <a:ext cx="11247120" cy="457200"/>
          </a:xfrm>
        </p:spPr>
        <p:txBody>
          <a:bodyPr rIns="0"/>
          <a:lstStyle/>
          <a:p>
            <a:r>
              <a:rPr lang="en-US" altLang="ja-JP"/>
              <a:t>Click to edit Master title style</a:t>
            </a:r>
            <a:endParaRPr lang="en-US"/>
          </a:p>
        </p:txBody>
      </p:sp>
      <p:sp>
        <p:nvSpPr>
          <p:cNvPr id="10" name="Footer Placeholder 3">
            <a:extLst>
              <a:ext uri="{FF2B5EF4-FFF2-40B4-BE49-F238E27FC236}">
                <a16:creationId xmlns:a16="http://schemas.microsoft.com/office/drawing/2014/main" id="{CDDC6337-A67E-4A30-9755-B7F4D824B668}"/>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31694180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header only">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0ACF38C-F2B7-42D8-B179-6AC594C125B8}"/>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8" name="Rectangle 7">
            <a:extLst>
              <a:ext uri="{FF2B5EF4-FFF2-40B4-BE49-F238E27FC236}">
                <a16:creationId xmlns:a16="http://schemas.microsoft.com/office/drawing/2014/main" id="{D3EF452C-388D-4AEF-A41B-D58BEC9125B0}"/>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pic>
        <p:nvPicPr>
          <p:cNvPr id="14" name="Picture 13">
            <a:extLst>
              <a:ext uri="{FF2B5EF4-FFF2-40B4-BE49-F238E27FC236}">
                <a16:creationId xmlns:a16="http://schemas.microsoft.com/office/drawing/2014/main" id="{2FABE8C2-B407-4668-93E2-0AB50022711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5" name="Slide Number Placeholder 1">
            <a:extLst>
              <a:ext uri="{FF2B5EF4-FFF2-40B4-BE49-F238E27FC236}">
                <a16:creationId xmlns:a16="http://schemas.microsoft.com/office/drawing/2014/main" id="{7C71AD98-43C1-4B44-BD16-A2AC82688C80}"/>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9" name="Text Placeholder 25">
            <a:extLst>
              <a:ext uri="{FF2B5EF4-FFF2-40B4-BE49-F238E27FC236}">
                <a16:creationId xmlns:a16="http://schemas.microsoft.com/office/drawing/2014/main" id="{521BE056-4E7F-41B4-B79F-6147E6C0EA29}"/>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20" name="Title 15">
            <a:extLst>
              <a:ext uri="{FF2B5EF4-FFF2-40B4-BE49-F238E27FC236}">
                <a16:creationId xmlns:a16="http://schemas.microsoft.com/office/drawing/2014/main" id="{9C7F8C39-538A-4240-962A-CBD12505A7EE}"/>
              </a:ext>
            </a:extLst>
          </p:cNvPr>
          <p:cNvSpPr>
            <a:spLocks noGrp="1"/>
          </p:cNvSpPr>
          <p:nvPr>
            <p:ph type="title"/>
          </p:nvPr>
        </p:nvSpPr>
        <p:spPr>
          <a:xfrm>
            <a:off x="457200" y="457199"/>
            <a:ext cx="11247120" cy="457200"/>
          </a:xfrm>
        </p:spPr>
        <p:txBody>
          <a:bodyPr rIns="0"/>
          <a:lstStyle/>
          <a:p>
            <a:r>
              <a:rPr lang="en-US" altLang="ja-JP"/>
              <a:t>Click to edit Master title style</a:t>
            </a:r>
            <a:endParaRPr lang="en-US"/>
          </a:p>
        </p:txBody>
      </p:sp>
      <p:sp>
        <p:nvSpPr>
          <p:cNvPr id="9" name="Footer Placeholder 3">
            <a:extLst>
              <a:ext uri="{FF2B5EF4-FFF2-40B4-BE49-F238E27FC236}">
                <a16:creationId xmlns:a16="http://schemas.microsoft.com/office/drawing/2014/main" id="{75F72453-F149-46B5-B8D7-326EE017ADDE}"/>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17512771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blank">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584038F-1D4F-433A-AEA2-C97CE86FEA1F}"/>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6" name="Rectangle 5">
            <a:extLst>
              <a:ext uri="{FF2B5EF4-FFF2-40B4-BE49-F238E27FC236}">
                <a16:creationId xmlns:a16="http://schemas.microsoft.com/office/drawing/2014/main" id="{83E5BA34-6CD5-474F-8E0B-EDBD871108E1}"/>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pic>
        <p:nvPicPr>
          <p:cNvPr id="10" name="Picture 9">
            <a:extLst>
              <a:ext uri="{FF2B5EF4-FFF2-40B4-BE49-F238E27FC236}">
                <a16:creationId xmlns:a16="http://schemas.microsoft.com/office/drawing/2014/main" id="{ABF6B797-20B3-4E45-AA20-B11F6D20C68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1" name="Slide Number Placeholder 1">
            <a:extLst>
              <a:ext uri="{FF2B5EF4-FFF2-40B4-BE49-F238E27FC236}">
                <a16:creationId xmlns:a16="http://schemas.microsoft.com/office/drawing/2014/main" id="{7BB48365-87F8-49A1-91DF-B0D46B3CFF65}"/>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7" name="Footer Placeholder 3">
            <a:extLst>
              <a:ext uri="{FF2B5EF4-FFF2-40B4-BE49-F238E27FC236}">
                <a16:creationId xmlns:a16="http://schemas.microsoft.com/office/drawing/2014/main" id="{EAD1A3DE-9E25-45CA-A7E1-79AC0EC8F64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19375499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sz="quarter" idx="10" hasCustomPrompt="1"/>
          </p:nvPr>
        </p:nvSpPr>
        <p:spPr>
          <a:xfrm>
            <a:off x="465138" y="931067"/>
            <a:ext cx="1084262" cy="1443833"/>
          </a:xfrm>
          <a:solidFill>
            <a:schemeClr val="bg1">
              <a:lumMod val="75000"/>
            </a:schemeClr>
          </a:solidFill>
        </p:spPr>
        <p:txBody>
          <a:bodyPr tIns="274320"/>
          <a:lstStyle>
            <a:lvl1pPr algn="ctr">
              <a:defRPr b="0" i="0">
                <a:solidFill>
                  <a:schemeClr val="tx1"/>
                </a:solidFill>
              </a:defRPr>
            </a:lvl1pPr>
            <a:lvl2pPr algn="ctr">
              <a:defRPr>
                <a:solidFill>
                  <a:schemeClr val="tx1"/>
                </a:solidFill>
              </a:defRPr>
            </a:lvl2pPr>
          </a:lstStyle>
          <a:p>
            <a:pPr lvl="0"/>
            <a:r>
              <a:rPr lang="en-US"/>
              <a:t>Insert</a:t>
            </a:r>
          </a:p>
        </p:txBody>
      </p:sp>
      <p:sp>
        <p:nvSpPr>
          <p:cNvPr id="7" name="Title 1">
            <a:extLst>
              <a:ext uri="{FF2B5EF4-FFF2-40B4-BE49-F238E27FC236}">
                <a16:creationId xmlns:a16="http://schemas.microsoft.com/office/drawing/2014/main" id="{86778AC2-0176-4241-BC19-68F111FBDC19}"/>
              </a:ext>
            </a:extLst>
          </p:cNvPr>
          <p:cNvSpPr>
            <a:spLocks noGrp="1"/>
          </p:cNvSpPr>
          <p:nvPr>
            <p:ph type="title" hasCustomPrompt="1"/>
          </p:nvPr>
        </p:nvSpPr>
        <p:spPr>
          <a:xfrm>
            <a:off x="465137" y="2864931"/>
            <a:ext cx="7659687" cy="2494469"/>
          </a:xfrm>
        </p:spPr>
        <p:txBody>
          <a:bodyPr lIns="0" rIns="0">
            <a:noAutofit/>
          </a:bodyPr>
          <a:lstStyle>
            <a:lvl1pPr>
              <a:lnSpc>
                <a:spcPct val="95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Click to edit text</a:t>
            </a:r>
          </a:p>
        </p:txBody>
      </p:sp>
      <p:pic>
        <p:nvPicPr>
          <p:cNvPr id="12" name="Picture 11">
            <a:extLst>
              <a:ext uri="{FF2B5EF4-FFF2-40B4-BE49-F238E27FC236}">
                <a16:creationId xmlns:a16="http://schemas.microsoft.com/office/drawing/2014/main" id="{89E98E94-5DF6-4E58-AD1A-50C50B3F691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7943A519-3368-444C-8205-BAD4168421E4}"/>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9" name="Rectangle 8">
            <a:extLst>
              <a:ext uri="{FF2B5EF4-FFF2-40B4-BE49-F238E27FC236}">
                <a16:creationId xmlns:a16="http://schemas.microsoft.com/office/drawing/2014/main" id="{B141855A-1EFE-44B7-9542-BBBEBEA04945}"/>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0" name="Text Placeholder 25">
            <a:extLst>
              <a:ext uri="{FF2B5EF4-FFF2-40B4-BE49-F238E27FC236}">
                <a16:creationId xmlns:a16="http://schemas.microsoft.com/office/drawing/2014/main" id="{E78AC81E-DC2D-4208-8BB2-D23380047DFB}"/>
              </a:ext>
            </a:extLst>
          </p:cNvPr>
          <p:cNvSpPr>
            <a:spLocks noGrp="1"/>
          </p:cNvSpPr>
          <p:nvPr>
            <p:ph type="body" sz="quarter" idx="17" hasCustomPrompt="1"/>
          </p:nvPr>
        </p:nvSpPr>
        <p:spPr>
          <a:xfrm>
            <a:off x="2020823" y="1647509"/>
            <a:ext cx="5230368" cy="392365"/>
          </a:xfrm>
        </p:spPr>
        <p:txBody>
          <a:bodyPr tIns="0" rIns="0"/>
          <a:lstStyle>
            <a:lvl1pPr>
              <a:lnSpc>
                <a:spcPct val="100000"/>
              </a:lnSpc>
              <a:spcAft>
                <a:spcPts val="0"/>
              </a:spcAft>
              <a:defRPr sz="2800" b="1" i="0">
                <a:latin typeface="+mn-lt"/>
                <a:ea typeface="Meiryo UI" panose="020B0604030504040204" pitchFamily="50" charset="-128"/>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Click to add name</a:t>
            </a:r>
          </a:p>
        </p:txBody>
      </p:sp>
      <p:sp>
        <p:nvSpPr>
          <p:cNvPr id="14" name="Text Placeholder 25">
            <a:extLst>
              <a:ext uri="{FF2B5EF4-FFF2-40B4-BE49-F238E27FC236}">
                <a16:creationId xmlns:a16="http://schemas.microsoft.com/office/drawing/2014/main" id="{0EB765C6-B69F-401B-A97F-43E692FB667C}"/>
              </a:ext>
            </a:extLst>
          </p:cNvPr>
          <p:cNvSpPr>
            <a:spLocks noGrp="1"/>
          </p:cNvSpPr>
          <p:nvPr>
            <p:ph type="body" sz="quarter" idx="22" hasCustomPrompt="1"/>
          </p:nvPr>
        </p:nvSpPr>
        <p:spPr>
          <a:xfrm>
            <a:off x="2020824" y="2066163"/>
            <a:ext cx="5230368" cy="329184"/>
          </a:xfrm>
        </p:spPr>
        <p:txBody>
          <a:bodyPr tIns="0" rIns="0"/>
          <a:lstStyle>
            <a:lvl1pPr>
              <a:lnSpc>
                <a:spcPct val="100000"/>
              </a:lnSpc>
              <a:spcAft>
                <a:spcPts val="0"/>
              </a:spcAft>
              <a:defRPr sz="2600" b="0" i="0">
                <a:latin typeface="+mn-lt"/>
                <a:ea typeface="Meiryo UI" panose="020B0604030504040204" pitchFamily="50" charset="-128"/>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Click to add title</a:t>
            </a:r>
          </a:p>
        </p:txBody>
      </p:sp>
      <p:sp>
        <p:nvSpPr>
          <p:cNvPr id="16" name="Footer Placeholder 3">
            <a:extLst>
              <a:ext uri="{FF2B5EF4-FFF2-40B4-BE49-F238E27FC236}">
                <a16:creationId xmlns:a16="http://schemas.microsoft.com/office/drawing/2014/main" id="{0DD7C82E-1BE9-469F-8C7C-659B1F2D2268}"/>
              </a:ext>
            </a:extLst>
          </p:cNvPr>
          <p:cNvSpPr>
            <a:spLocks noGrp="1"/>
          </p:cNvSpPr>
          <p:nvPr>
            <p:ph type="ftr" sz="quarter" idx="23"/>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34550608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video">
    <p:bg>
      <p:bgPr>
        <a:solidFill>
          <a:schemeClr val="tx1"/>
        </a:solidFill>
        <a:effectLst/>
      </p:bgPr>
    </p:bg>
    <p:spTree>
      <p:nvGrpSpPr>
        <p:cNvPr id="1" name=""/>
        <p:cNvGrpSpPr/>
        <p:nvPr/>
      </p:nvGrpSpPr>
      <p:grpSpPr>
        <a:xfrm>
          <a:off x="0" y="0"/>
          <a:ext cx="0" cy="0"/>
          <a:chOff x="0" y="0"/>
          <a:chExt cx="0" cy="0"/>
        </a:xfrm>
      </p:grpSpPr>
      <p:sp>
        <p:nvSpPr>
          <p:cNvPr id="3" name="Media Placeholder 2"/>
          <p:cNvSpPr>
            <a:spLocks noGrp="1"/>
          </p:cNvSpPr>
          <p:nvPr>
            <p:ph type="media" sz="quarter" idx="10"/>
          </p:nvPr>
        </p:nvSpPr>
        <p:spPr>
          <a:xfrm>
            <a:off x="0" y="0"/>
            <a:ext cx="12192000" cy="6858000"/>
          </a:xfrm>
          <a:solidFill>
            <a:schemeClr val="tx1"/>
          </a:solidFill>
        </p:spPr>
        <p:txBody>
          <a:bodyPr tIns="731520" anchor="ctr" anchorCtr="0"/>
          <a:lstStyle>
            <a:lvl1pPr algn="ctr">
              <a:defRPr sz="2000" b="0" i="0">
                <a:solidFill>
                  <a:schemeClr val="bg2"/>
                </a:solidFill>
              </a:defRPr>
            </a:lvl1pPr>
          </a:lstStyle>
          <a:p>
            <a:r>
              <a:rPr lang="en-US" altLang="ja-JP"/>
              <a:t>Click icon to add media</a:t>
            </a:r>
            <a:endParaRPr lang="en-US"/>
          </a:p>
        </p:txBody>
      </p:sp>
    </p:spTree>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losing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0B720F9-19E9-D949-BC49-37A2FB42321B}"/>
              </a:ext>
            </a:extLst>
          </p:cNvPr>
          <p:cNvSpPr>
            <a:spLocks noGrp="1"/>
          </p:cNvSpPr>
          <p:nvPr>
            <p:ph type="title" hasCustomPrompt="1"/>
          </p:nvPr>
        </p:nvSpPr>
        <p:spPr>
          <a:xfrm>
            <a:off x="0" y="2400300"/>
            <a:ext cx="5350329" cy="2008413"/>
          </a:xfrm>
          <a:solidFill>
            <a:schemeClr val="bg1"/>
          </a:solidFill>
        </p:spPr>
        <p:txBody>
          <a:bodyPr lIns="457200" rIns="457200" anchor="ctr" anchorCtr="0">
            <a:noAutofit/>
          </a:bodyPr>
          <a:lstStyle>
            <a:lvl1pPr>
              <a:lnSpc>
                <a:spcPct val="95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Closing slide — Click to edit text</a:t>
            </a:r>
          </a:p>
        </p:txBody>
      </p:sp>
      <p:pic>
        <p:nvPicPr>
          <p:cNvPr id="11" name="Picture 10">
            <a:extLst>
              <a:ext uri="{FF2B5EF4-FFF2-40B4-BE49-F238E27FC236}">
                <a16:creationId xmlns:a16="http://schemas.microsoft.com/office/drawing/2014/main" id="{5A239EAB-B27F-4A69-8301-D921805A18C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2" name="Slide Number Placeholder 1">
            <a:extLst>
              <a:ext uri="{FF2B5EF4-FFF2-40B4-BE49-F238E27FC236}">
                <a16:creationId xmlns:a16="http://schemas.microsoft.com/office/drawing/2014/main" id="{AD36755A-CFB7-4F62-9D96-5A9D5013A3FB}"/>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6" name="Rectangle 5">
            <a:extLst>
              <a:ext uri="{FF2B5EF4-FFF2-40B4-BE49-F238E27FC236}">
                <a16:creationId xmlns:a16="http://schemas.microsoft.com/office/drawing/2014/main" id="{EDEB466B-0B33-4842-821D-40FC0869D3CB}"/>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7" name="Footer Placeholder 3">
            <a:extLst>
              <a:ext uri="{FF2B5EF4-FFF2-40B4-BE49-F238E27FC236}">
                <a16:creationId xmlns:a16="http://schemas.microsoft.com/office/drawing/2014/main" id="{517E8B25-4DA7-4A75-9CB7-CE4C3304E74F}"/>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27961069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losing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0B720F9-19E9-D949-BC49-37A2FB42321B}"/>
              </a:ext>
            </a:extLst>
          </p:cNvPr>
          <p:cNvSpPr>
            <a:spLocks noGrp="1"/>
          </p:cNvSpPr>
          <p:nvPr>
            <p:ph type="title" hasCustomPrompt="1"/>
          </p:nvPr>
        </p:nvSpPr>
        <p:spPr>
          <a:xfrm>
            <a:off x="0" y="2400300"/>
            <a:ext cx="5350329" cy="2008413"/>
          </a:xfrm>
          <a:solidFill>
            <a:schemeClr val="bg1"/>
          </a:solidFill>
        </p:spPr>
        <p:txBody>
          <a:bodyPr lIns="457200" rIns="457200" anchor="ctr" anchorCtr="0">
            <a:noAutofit/>
          </a:bodyPr>
          <a:lstStyle>
            <a:lvl1pPr>
              <a:lnSpc>
                <a:spcPct val="95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Closing slide — Click to edit text</a:t>
            </a:r>
          </a:p>
        </p:txBody>
      </p:sp>
      <p:pic>
        <p:nvPicPr>
          <p:cNvPr id="11" name="Picture 10">
            <a:extLst>
              <a:ext uri="{FF2B5EF4-FFF2-40B4-BE49-F238E27FC236}">
                <a16:creationId xmlns:a16="http://schemas.microsoft.com/office/drawing/2014/main" id="{5A239EAB-B27F-4A69-8301-D921805A18C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2" name="Slide Number Placeholder 1">
            <a:extLst>
              <a:ext uri="{FF2B5EF4-FFF2-40B4-BE49-F238E27FC236}">
                <a16:creationId xmlns:a16="http://schemas.microsoft.com/office/drawing/2014/main" id="{AD36755A-CFB7-4F62-9D96-5A9D5013A3FB}"/>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6" name="Rectangle 5">
            <a:extLst>
              <a:ext uri="{FF2B5EF4-FFF2-40B4-BE49-F238E27FC236}">
                <a16:creationId xmlns:a16="http://schemas.microsoft.com/office/drawing/2014/main" id="{EDEB466B-0B33-4842-821D-40FC0869D3CB}"/>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7" name="Footer Placeholder 3">
            <a:extLst>
              <a:ext uri="{FF2B5EF4-FFF2-40B4-BE49-F238E27FC236}">
                <a16:creationId xmlns:a16="http://schemas.microsoft.com/office/drawing/2014/main" id="{71412263-D38E-496D-8EE4-3A578A725E1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217430620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with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FFBAE5CE-9115-4400-92CE-79F6EB75F8DE}"/>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pic>
        <p:nvPicPr>
          <p:cNvPr id="16" name="Picture 15">
            <a:extLst>
              <a:ext uri="{FF2B5EF4-FFF2-40B4-BE49-F238E27FC236}">
                <a16:creationId xmlns:a16="http://schemas.microsoft.com/office/drawing/2014/main" id="{A32749E2-B407-3D48-A30F-8E62153593B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7" name="Footer Placeholder 3">
            <a:extLst>
              <a:ext uri="{FF2B5EF4-FFF2-40B4-BE49-F238E27FC236}">
                <a16:creationId xmlns:a16="http://schemas.microsoft.com/office/drawing/2014/main" id="{B06DFEB4-C22B-4660-8B98-03308F89EF99}"/>
              </a:ext>
            </a:extLst>
          </p:cNvPr>
          <p:cNvSpPr>
            <a:spLocks noGrp="1"/>
          </p:cNvSpPr>
          <p:nvPr>
            <p:ph type="ftr" sz="quarter" idx="10"/>
          </p:nvPr>
        </p:nvSpPr>
        <p:spPr>
          <a:xfrm>
            <a:off x="457199" y="6519672"/>
            <a:ext cx="3200400" cy="91440"/>
          </a:xfrm>
        </p:spPr>
        <p:txBody>
          <a:bodyPr anchor="t" anchorCtr="0"/>
          <a:lstStyle>
            <a:lvl1pPr>
              <a:defRPr b="0" i="0"/>
            </a:lvl1pPr>
            <a:lvl7pPr>
              <a:defRPr>
                <a:latin typeface="+mn-lt"/>
              </a:defRPr>
            </a:lvl7pPr>
          </a:lstStyle>
          <a:p>
            <a:pPr lvl="6"/>
            <a:r>
              <a:rPr lang="en-US"/>
              <a:t>© 2025 WTW. Proprietary and confidential. For WTW and WTW client use only.</a:t>
            </a:r>
          </a:p>
        </p:txBody>
      </p:sp>
      <p:sp>
        <p:nvSpPr>
          <p:cNvPr id="36" name="Rectangle 35">
            <a:extLst>
              <a:ext uri="{FF2B5EF4-FFF2-40B4-BE49-F238E27FC236}">
                <a16:creationId xmlns:a16="http://schemas.microsoft.com/office/drawing/2014/main" id="{3577A7A7-9477-4761-AD96-65CEFEE1C2F9}"/>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1" name="Title 1">
            <a:extLst>
              <a:ext uri="{FF2B5EF4-FFF2-40B4-BE49-F238E27FC236}">
                <a16:creationId xmlns:a16="http://schemas.microsoft.com/office/drawing/2014/main" id="{4EE778BE-2D2D-413A-8DA5-37EED51243FC}"/>
              </a:ext>
            </a:extLst>
          </p:cNvPr>
          <p:cNvSpPr>
            <a:spLocks noGrp="1"/>
          </p:cNvSpPr>
          <p:nvPr>
            <p:ph type="title" hasCustomPrompt="1"/>
          </p:nvPr>
        </p:nvSpPr>
        <p:spPr>
          <a:xfrm>
            <a:off x="457198" y="2211777"/>
            <a:ext cx="5166360" cy="957428"/>
          </a:xfrm>
        </p:spPr>
        <p:txBody>
          <a:bodyPr rIns="0">
            <a:noAutofit/>
          </a:bodyPr>
          <a:lstStyle>
            <a:lvl1pPr>
              <a:lnSpc>
                <a:spcPct val="90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Title with image — click to edit second line if needed </a:t>
            </a: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atin typeface="+mn-lt"/>
                <a:ea typeface="Meiryo UI" panose="020B0604030504040204" pitchFamily="50" charset="-128"/>
              </a:defRPr>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8" y="3227832"/>
            <a:ext cx="5166360" cy="452106"/>
          </a:xfrm>
        </p:spPr>
        <p:txBody>
          <a:bodyPr rIns="0" anchor="t" anchorCtr="0"/>
          <a:lstStyle>
            <a:lvl1pPr>
              <a:lnSpc>
                <a:spcPct val="100000"/>
              </a:lnSpc>
              <a:spcAft>
                <a:spcPts val="0"/>
              </a:spcAft>
              <a:defRPr sz="1800" b="0" i="0" baseline="0">
                <a:solidFill>
                  <a:schemeClr val="tx2"/>
                </a:solidFill>
                <a:latin typeface="+mn-lt"/>
                <a:ea typeface="Meiryo UI" panose="020B0604030504040204" pitchFamily="50" charset="-128"/>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4" name="Text Placeholder 25">
            <a:extLst>
              <a:ext uri="{FF2B5EF4-FFF2-40B4-BE49-F238E27FC236}">
                <a16:creationId xmlns:a16="http://schemas.microsoft.com/office/drawing/2014/main" id="{0A11D46E-B6D4-44F6-9A7E-9BD65611E3BD}"/>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latin typeface="+mn-lt"/>
                <a:ea typeface="Meiryo UI" panose="020B0604030504040204" pitchFamily="50" charset="-128"/>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Tree>
    <p:extLst>
      <p:ext uri="{BB962C8B-B14F-4D97-AF65-F5344CB8AC3E}">
        <p14:creationId xmlns:p14="http://schemas.microsoft.com/office/powerpoint/2010/main" val="411195638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with ima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FFBAE5CE-9115-4400-92CE-79F6EB75F8DE}"/>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pic>
        <p:nvPicPr>
          <p:cNvPr id="16" name="Picture 15">
            <a:extLst>
              <a:ext uri="{FF2B5EF4-FFF2-40B4-BE49-F238E27FC236}">
                <a16:creationId xmlns:a16="http://schemas.microsoft.com/office/drawing/2014/main" id="{A32749E2-B407-3D48-A30F-8E62153593B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36" name="Rectangle 35">
            <a:extLst>
              <a:ext uri="{FF2B5EF4-FFF2-40B4-BE49-F238E27FC236}">
                <a16:creationId xmlns:a16="http://schemas.microsoft.com/office/drawing/2014/main" id="{3577A7A7-9477-4761-AD96-65CEFEE1C2F9}"/>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1" name="Title 1">
            <a:extLst>
              <a:ext uri="{FF2B5EF4-FFF2-40B4-BE49-F238E27FC236}">
                <a16:creationId xmlns:a16="http://schemas.microsoft.com/office/drawing/2014/main" id="{4EE778BE-2D2D-413A-8DA5-37EED51243FC}"/>
              </a:ext>
            </a:extLst>
          </p:cNvPr>
          <p:cNvSpPr>
            <a:spLocks noGrp="1"/>
          </p:cNvSpPr>
          <p:nvPr>
            <p:ph type="title" hasCustomPrompt="1"/>
          </p:nvPr>
        </p:nvSpPr>
        <p:spPr>
          <a:xfrm>
            <a:off x="457198" y="2211777"/>
            <a:ext cx="5166360" cy="957428"/>
          </a:xfrm>
        </p:spPr>
        <p:txBody>
          <a:bodyPr rIns="0">
            <a:noAutofit/>
          </a:bodyPr>
          <a:lstStyle>
            <a:lvl1pPr>
              <a:lnSpc>
                <a:spcPct val="90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Title with image 2 — click to edit second line if needed </a:t>
            </a: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atin typeface="+mn-lt"/>
                <a:ea typeface="Meiryo UI" panose="020B0604030504040204" pitchFamily="50" charset="-128"/>
              </a:defRPr>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8" y="3227832"/>
            <a:ext cx="5166360" cy="452106"/>
          </a:xfrm>
        </p:spPr>
        <p:txBody>
          <a:bodyPr rIns="0" anchor="t" anchorCtr="0"/>
          <a:lstStyle>
            <a:lvl1pPr>
              <a:lnSpc>
                <a:spcPct val="100000"/>
              </a:lnSpc>
              <a:spcAft>
                <a:spcPts val="0"/>
              </a:spcAft>
              <a:defRPr sz="1800" b="0" i="0" baseline="0">
                <a:solidFill>
                  <a:schemeClr val="tx2"/>
                </a:solidFill>
                <a:latin typeface="+mn-lt"/>
                <a:ea typeface="Meiryo UI" panose="020B0604030504040204" pitchFamily="50" charset="-128"/>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4" name="Text Placeholder 25">
            <a:extLst>
              <a:ext uri="{FF2B5EF4-FFF2-40B4-BE49-F238E27FC236}">
                <a16:creationId xmlns:a16="http://schemas.microsoft.com/office/drawing/2014/main" id="{0A11D46E-B6D4-44F6-9A7E-9BD65611E3BD}"/>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latin typeface="+mn-lt"/>
                <a:ea typeface="Meiryo UI" panose="020B0604030504040204" pitchFamily="50" charset="-128"/>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Footer Placeholder 3">
            <a:extLst>
              <a:ext uri="{FF2B5EF4-FFF2-40B4-BE49-F238E27FC236}">
                <a16:creationId xmlns:a16="http://schemas.microsoft.com/office/drawing/2014/main" id="{3C222505-F12F-47B6-A08D-83C86E0AB8C1}"/>
              </a:ext>
            </a:extLst>
          </p:cNvPr>
          <p:cNvSpPr>
            <a:spLocks noGrp="1"/>
          </p:cNvSpPr>
          <p:nvPr>
            <p:ph type="ftr" sz="quarter" idx="10"/>
          </p:nvPr>
        </p:nvSpPr>
        <p:spPr>
          <a:xfrm>
            <a:off x="457199" y="6519672"/>
            <a:ext cx="3200400" cy="91440"/>
          </a:xfrm>
        </p:spPr>
        <p:txBody>
          <a:bodyPr anchor="t" anchorCtr="0"/>
          <a:lstStyle>
            <a:lvl1pPr>
              <a:defRPr b="0" i="0"/>
            </a:lvl1pPr>
            <a:lvl7pPr>
              <a:defRPr>
                <a:latin typeface="+mn-lt"/>
              </a:defRPr>
            </a:lvl7pPr>
          </a:lstStyle>
          <a:p>
            <a:pPr lvl="6"/>
            <a:r>
              <a:rPr lang="en-US"/>
              <a:t>© 2025 WTW. Proprietary and confidential. For WTW and WTW client use only.</a:t>
            </a:r>
          </a:p>
        </p:txBody>
      </p:sp>
    </p:spTree>
    <p:extLst>
      <p:ext uri="{BB962C8B-B14F-4D97-AF65-F5344CB8AC3E}">
        <p14:creationId xmlns:p14="http://schemas.microsoft.com/office/powerpoint/2010/main" val="2215472992"/>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with image and eyebro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Picture Placeholder 25">
            <a:extLst>
              <a:ext uri="{FF2B5EF4-FFF2-40B4-BE49-F238E27FC236}">
                <a16:creationId xmlns:a16="http://schemas.microsoft.com/office/drawing/2014/main" id="{038C9A5A-DF00-4E1E-9AE5-630B0B1C26E1}"/>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sp>
        <p:nvSpPr>
          <p:cNvPr id="19" name="Rectangle 18">
            <a:extLst>
              <a:ext uri="{FF2B5EF4-FFF2-40B4-BE49-F238E27FC236}">
                <a16:creationId xmlns:a16="http://schemas.microsoft.com/office/drawing/2014/main" id="{0DF17C8C-1234-4524-992E-E1158DFAEA2E}"/>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pic>
        <p:nvPicPr>
          <p:cNvPr id="16" name="Picture 15">
            <a:extLst>
              <a:ext uri="{FF2B5EF4-FFF2-40B4-BE49-F238E27FC236}">
                <a16:creationId xmlns:a16="http://schemas.microsoft.com/office/drawing/2014/main" id="{A32749E2-B407-3D48-A30F-8E62153593B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297680"/>
            <a:ext cx="2157454" cy="303396"/>
          </a:xfrm>
        </p:spPr>
        <p:txBody>
          <a:bodyPr anchor="ctr" anchorCtr="0"/>
          <a:lstStyle>
            <a:lvl1pPr>
              <a:lnSpc>
                <a:spcPct val="100000"/>
              </a:lnSpc>
              <a:defRPr sz="1200" b="0" i="0" baseline="0">
                <a:latin typeface="+mn-lt"/>
                <a:ea typeface="Meiryo UI" panose="020B0604030504040204" pitchFamily="50" charset="-128"/>
              </a:defRPr>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9" y="3593592"/>
            <a:ext cx="5166360" cy="452106"/>
          </a:xfrm>
        </p:spPr>
        <p:txBody>
          <a:bodyPr rIns="0" anchor="t" anchorCtr="0"/>
          <a:lstStyle>
            <a:lvl1pPr>
              <a:lnSpc>
                <a:spcPct val="100000"/>
              </a:lnSpc>
              <a:spcAft>
                <a:spcPts val="0"/>
              </a:spcAft>
              <a:defRPr sz="1800" b="0" i="0" baseline="0">
                <a:solidFill>
                  <a:schemeClr val="tx2"/>
                </a:solidFill>
                <a:latin typeface="+mn-lt"/>
                <a:ea typeface="Meiryo UI" panose="020B0604030504040204" pitchFamily="50" charset="-128"/>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 add subhead</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Text Placeholder 25">
            <a:extLst>
              <a:ext uri="{FF2B5EF4-FFF2-40B4-BE49-F238E27FC236}">
                <a16:creationId xmlns:a16="http://schemas.microsoft.com/office/drawing/2014/main" id="{3885F9D4-FCDE-BD46-A441-9DE0B73F38A1}"/>
              </a:ext>
            </a:extLst>
          </p:cNvPr>
          <p:cNvSpPr>
            <a:spLocks noGrp="1"/>
          </p:cNvSpPr>
          <p:nvPr>
            <p:ph type="body" sz="quarter" idx="21" hasCustomPrompt="1"/>
          </p:nvPr>
        </p:nvSpPr>
        <p:spPr>
          <a:xfrm>
            <a:off x="457199" y="2014776"/>
            <a:ext cx="5166360" cy="412931"/>
          </a:xfrm>
        </p:spPr>
        <p:txBody>
          <a:bodyPr rIns="0" anchor="ctr" anchorCtr="0"/>
          <a:lstStyle>
            <a:lvl1pPr>
              <a:lnSpc>
                <a:spcPct val="100000"/>
              </a:lnSpc>
              <a:spcAft>
                <a:spcPts val="0"/>
              </a:spcAft>
              <a:defRPr sz="1000" b="1" cap="all" spc="100" baseline="0">
                <a:solidFill>
                  <a:schemeClr val="tx1"/>
                </a:solidFill>
                <a:latin typeface="+mn-lt"/>
                <a:ea typeface="Meiryo UI" panose="020B0604030504040204" pitchFamily="50" charset="-128"/>
              </a:defRPr>
            </a:lvl1pPr>
            <a:lvl2pPr>
              <a:defRPr sz="1000" b="1" cap="all" spc="100" baseline="0">
                <a:solidFill>
                  <a:schemeClr val="tx1"/>
                </a:solidFill>
                <a:latin typeface="+mn-lt"/>
              </a:defRPr>
            </a:lvl2pPr>
            <a:lvl3pPr marL="0" indent="0">
              <a:buFontTx/>
              <a:buNone/>
              <a:defRPr sz="1000" b="1" cap="all" spc="100" baseline="0">
                <a:solidFill>
                  <a:schemeClr val="tx1"/>
                </a:solidFill>
              </a:defRPr>
            </a:lvl3pPr>
            <a:lvl4pPr marL="0" indent="0">
              <a:buFontTx/>
              <a:buNone/>
              <a:defRPr sz="1000" b="1" cap="all" spc="100" baseline="0">
                <a:solidFill>
                  <a:schemeClr val="tx1"/>
                </a:solidFill>
              </a:defRPr>
            </a:lvl4pPr>
            <a:lvl5pPr marL="0" indent="0">
              <a:buFontTx/>
              <a:buNone/>
              <a:defRPr sz="1000" b="1" cap="all" spc="100" baseline="0">
                <a:solidFill>
                  <a:schemeClr val="tx1"/>
                </a:solidFill>
              </a:defRPr>
            </a:lvl5pPr>
            <a:lvl6pPr marL="0" indent="0">
              <a:buFontTx/>
              <a:buNone/>
              <a:defRPr sz="1000" b="1" cap="all" spc="100" baseline="0">
                <a:solidFill>
                  <a:schemeClr val="tx1"/>
                </a:solidFill>
              </a:defRPr>
            </a:lvl6pPr>
            <a:lvl7pPr marL="0" indent="0">
              <a:buFontTx/>
              <a:buNone/>
              <a:defRPr sz="1000" b="1" cap="all" spc="100" baseline="0">
                <a:solidFill>
                  <a:schemeClr val="tx1"/>
                </a:solidFill>
              </a:defRPr>
            </a:lvl7pPr>
            <a:lvl8pPr marL="0" indent="0">
              <a:buFontTx/>
              <a:buNone/>
              <a:defRPr sz="1000" b="1" cap="all" spc="100" baseline="0">
                <a:solidFill>
                  <a:schemeClr val="tx1"/>
                </a:solidFill>
              </a:defRPr>
            </a:lvl8pPr>
            <a:lvl9pPr marL="0" indent="0">
              <a:buFontTx/>
              <a:buNone/>
              <a:defRPr sz="1000" b="1" i="0" cap="all" spc="100" baseline="0">
                <a:solidFill>
                  <a:schemeClr val="tx1"/>
                </a:solidFill>
              </a:defRPr>
            </a:lvl9pPr>
          </a:lstStyle>
          <a:p>
            <a:pPr lvl="0"/>
            <a:r>
              <a:rPr lang="en-US"/>
              <a:t>Click to add EYEBROW TEXT</a:t>
            </a:r>
          </a:p>
        </p:txBody>
      </p:sp>
      <p:cxnSp>
        <p:nvCxnSpPr>
          <p:cNvPr id="5" name="Straight Connector 4">
            <a:extLst>
              <a:ext uri="{FF2B5EF4-FFF2-40B4-BE49-F238E27FC236}">
                <a16:creationId xmlns:a16="http://schemas.microsoft.com/office/drawing/2014/main" id="{B1329BEF-C96E-3244-AF0B-0E139204A46B}"/>
              </a:ext>
            </a:extLst>
          </p:cNvPr>
          <p:cNvCxnSpPr>
            <a:cxnSpLocks/>
          </p:cNvCxnSpPr>
          <p:nvPr userDrawn="1"/>
        </p:nvCxnSpPr>
        <p:spPr>
          <a:xfrm>
            <a:off x="457199" y="2455405"/>
            <a:ext cx="516636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2996566D-E3C7-4510-8555-3ECF1D8B4887}"/>
              </a:ext>
            </a:extLst>
          </p:cNvPr>
          <p:cNvSpPr>
            <a:spLocks noGrp="1"/>
          </p:cNvSpPr>
          <p:nvPr>
            <p:ph type="title" hasCustomPrompt="1"/>
          </p:nvPr>
        </p:nvSpPr>
        <p:spPr>
          <a:xfrm>
            <a:off x="457199" y="2569464"/>
            <a:ext cx="5166360" cy="957428"/>
          </a:xfrm>
        </p:spPr>
        <p:txBody>
          <a:bodyPr rIns="0">
            <a:noAutofit/>
          </a:bodyPr>
          <a:lstStyle>
            <a:lvl1pPr>
              <a:lnSpc>
                <a:spcPct val="90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Title with image and eyebrow — click to edit</a:t>
            </a:r>
          </a:p>
        </p:txBody>
      </p:sp>
      <p:sp>
        <p:nvSpPr>
          <p:cNvPr id="20" name="Footer Placeholder 3">
            <a:extLst>
              <a:ext uri="{FF2B5EF4-FFF2-40B4-BE49-F238E27FC236}">
                <a16:creationId xmlns:a16="http://schemas.microsoft.com/office/drawing/2014/main" id="{983EB25C-4606-40BA-BDD6-47DE46CE2995}"/>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3909049520"/>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with image and eyebrow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Picture Placeholder 25">
            <a:extLst>
              <a:ext uri="{FF2B5EF4-FFF2-40B4-BE49-F238E27FC236}">
                <a16:creationId xmlns:a16="http://schemas.microsoft.com/office/drawing/2014/main" id="{038C9A5A-DF00-4E1E-9AE5-630B0B1C26E1}"/>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sp>
        <p:nvSpPr>
          <p:cNvPr id="19" name="Rectangle 18">
            <a:extLst>
              <a:ext uri="{FF2B5EF4-FFF2-40B4-BE49-F238E27FC236}">
                <a16:creationId xmlns:a16="http://schemas.microsoft.com/office/drawing/2014/main" id="{0DF17C8C-1234-4524-992E-E1158DFAEA2E}"/>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pic>
        <p:nvPicPr>
          <p:cNvPr id="16" name="Picture 15">
            <a:extLst>
              <a:ext uri="{FF2B5EF4-FFF2-40B4-BE49-F238E27FC236}">
                <a16:creationId xmlns:a16="http://schemas.microsoft.com/office/drawing/2014/main" id="{A32749E2-B407-3D48-A30F-8E62153593B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297680"/>
            <a:ext cx="2157454" cy="303396"/>
          </a:xfrm>
        </p:spPr>
        <p:txBody>
          <a:bodyPr anchor="ctr" anchorCtr="0"/>
          <a:lstStyle>
            <a:lvl1pPr>
              <a:lnSpc>
                <a:spcPct val="100000"/>
              </a:lnSpc>
              <a:defRPr sz="1200" b="0" i="0" baseline="0">
                <a:latin typeface="+mn-lt"/>
                <a:ea typeface="Meiryo UI" panose="020B0604030504040204" pitchFamily="50" charset="-128"/>
              </a:defRPr>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9" y="3593592"/>
            <a:ext cx="5166360" cy="452106"/>
          </a:xfrm>
        </p:spPr>
        <p:txBody>
          <a:bodyPr rIns="0" anchor="t" anchorCtr="0"/>
          <a:lstStyle>
            <a:lvl1pPr>
              <a:lnSpc>
                <a:spcPct val="100000"/>
              </a:lnSpc>
              <a:spcAft>
                <a:spcPts val="0"/>
              </a:spcAft>
              <a:defRPr sz="1800" b="0" i="0" baseline="0">
                <a:solidFill>
                  <a:schemeClr val="tx2"/>
                </a:solidFill>
                <a:latin typeface="+mn-lt"/>
                <a:ea typeface="Meiryo UI" panose="020B0604030504040204" pitchFamily="50" charset="-128"/>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 add subhead</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Text Placeholder 25">
            <a:extLst>
              <a:ext uri="{FF2B5EF4-FFF2-40B4-BE49-F238E27FC236}">
                <a16:creationId xmlns:a16="http://schemas.microsoft.com/office/drawing/2014/main" id="{3885F9D4-FCDE-BD46-A441-9DE0B73F38A1}"/>
              </a:ext>
            </a:extLst>
          </p:cNvPr>
          <p:cNvSpPr>
            <a:spLocks noGrp="1"/>
          </p:cNvSpPr>
          <p:nvPr>
            <p:ph type="body" sz="quarter" idx="21" hasCustomPrompt="1"/>
          </p:nvPr>
        </p:nvSpPr>
        <p:spPr>
          <a:xfrm>
            <a:off x="457199" y="2014776"/>
            <a:ext cx="5166360" cy="412931"/>
          </a:xfrm>
        </p:spPr>
        <p:txBody>
          <a:bodyPr rIns="0" anchor="ctr" anchorCtr="0"/>
          <a:lstStyle>
            <a:lvl1pPr>
              <a:lnSpc>
                <a:spcPct val="100000"/>
              </a:lnSpc>
              <a:spcAft>
                <a:spcPts val="0"/>
              </a:spcAft>
              <a:defRPr sz="1000" b="1" cap="all" spc="100" baseline="0">
                <a:solidFill>
                  <a:schemeClr val="tx1"/>
                </a:solidFill>
                <a:latin typeface="+mn-lt"/>
                <a:ea typeface="Meiryo UI" panose="020B0604030504040204" pitchFamily="50" charset="-128"/>
              </a:defRPr>
            </a:lvl1pPr>
            <a:lvl2pPr>
              <a:defRPr sz="1000" b="1" cap="all" spc="100" baseline="0">
                <a:solidFill>
                  <a:schemeClr val="tx1"/>
                </a:solidFill>
                <a:latin typeface="+mn-lt"/>
              </a:defRPr>
            </a:lvl2pPr>
            <a:lvl3pPr marL="0" indent="0">
              <a:buFontTx/>
              <a:buNone/>
              <a:defRPr sz="1000" b="1" cap="all" spc="100" baseline="0">
                <a:solidFill>
                  <a:schemeClr val="tx1"/>
                </a:solidFill>
              </a:defRPr>
            </a:lvl3pPr>
            <a:lvl4pPr marL="0" indent="0">
              <a:buFontTx/>
              <a:buNone/>
              <a:defRPr sz="1000" b="1" cap="all" spc="100" baseline="0">
                <a:solidFill>
                  <a:schemeClr val="tx1"/>
                </a:solidFill>
              </a:defRPr>
            </a:lvl4pPr>
            <a:lvl5pPr marL="0" indent="0">
              <a:buFontTx/>
              <a:buNone/>
              <a:defRPr sz="1000" b="1" cap="all" spc="100" baseline="0">
                <a:solidFill>
                  <a:schemeClr val="tx1"/>
                </a:solidFill>
              </a:defRPr>
            </a:lvl5pPr>
            <a:lvl6pPr marL="0" indent="0">
              <a:buFontTx/>
              <a:buNone/>
              <a:defRPr sz="1000" b="1" cap="all" spc="100" baseline="0">
                <a:solidFill>
                  <a:schemeClr val="tx1"/>
                </a:solidFill>
              </a:defRPr>
            </a:lvl6pPr>
            <a:lvl7pPr marL="0" indent="0">
              <a:buFontTx/>
              <a:buNone/>
              <a:defRPr sz="1000" b="1" cap="all" spc="100" baseline="0">
                <a:solidFill>
                  <a:schemeClr val="tx1"/>
                </a:solidFill>
              </a:defRPr>
            </a:lvl7pPr>
            <a:lvl8pPr marL="0" indent="0">
              <a:buFontTx/>
              <a:buNone/>
              <a:defRPr sz="1000" b="1" cap="all" spc="100" baseline="0">
                <a:solidFill>
                  <a:schemeClr val="tx1"/>
                </a:solidFill>
              </a:defRPr>
            </a:lvl8pPr>
            <a:lvl9pPr marL="0" indent="0">
              <a:buFontTx/>
              <a:buNone/>
              <a:defRPr sz="1000" b="1" i="0" cap="all" spc="100" baseline="0">
                <a:solidFill>
                  <a:schemeClr val="tx1"/>
                </a:solidFill>
              </a:defRPr>
            </a:lvl9pPr>
          </a:lstStyle>
          <a:p>
            <a:pPr lvl="0"/>
            <a:r>
              <a:rPr lang="en-US"/>
              <a:t>Click to add EYEBROW TEXT</a:t>
            </a:r>
          </a:p>
        </p:txBody>
      </p:sp>
      <p:cxnSp>
        <p:nvCxnSpPr>
          <p:cNvPr id="5" name="Straight Connector 4">
            <a:extLst>
              <a:ext uri="{FF2B5EF4-FFF2-40B4-BE49-F238E27FC236}">
                <a16:creationId xmlns:a16="http://schemas.microsoft.com/office/drawing/2014/main" id="{B1329BEF-C96E-3244-AF0B-0E139204A46B}"/>
              </a:ext>
            </a:extLst>
          </p:cNvPr>
          <p:cNvCxnSpPr>
            <a:cxnSpLocks/>
          </p:cNvCxnSpPr>
          <p:nvPr userDrawn="1"/>
        </p:nvCxnSpPr>
        <p:spPr>
          <a:xfrm>
            <a:off x="457199" y="2455405"/>
            <a:ext cx="516636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2996566D-E3C7-4510-8555-3ECF1D8B4887}"/>
              </a:ext>
            </a:extLst>
          </p:cNvPr>
          <p:cNvSpPr>
            <a:spLocks noGrp="1"/>
          </p:cNvSpPr>
          <p:nvPr>
            <p:ph type="title" hasCustomPrompt="1"/>
          </p:nvPr>
        </p:nvSpPr>
        <p:spPr>
          <a:xfrm>
            <a:off x="457199" y="2569464"/>
            <a:ext cx="5166360" cy="957428"/>
          </a:xfrm>
        </p:spPr>
        <p:txBody>
          <a:bodyPr rIns="0">
            <a:noAutofit/>
          </a:bodyPr>
          <a:lstStyle>
            <a:lvl1pPr>
              <a:lnSpc>
                <a:spcPct val="90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Title with image and eyebrow 2 — click to edit</a:t>
            </a:r>
          </a:p>
        </p:txBody>
      </p:sp>
      <p:sp>
        <p:nvSpPr>
          <p:cNvPr id="20" name="Footer Placeholder 3">
            <a:extLst>
              <a:ext uri="{FF2B5EF4-FFF2-40B4-BE49-F238E27FC236}">
                <a16:creationId xmlns:a16="http://schemas.microsoft.com/office/drawing/2014/main" id="{90C3B054-93D7-4C84-9CB6-EF948419447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2878187404"/>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5AB0527-40F9-0B4A-9E3E-046B4A23315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0" name="Rectangle 9">
            <a:extLst>
              <a:ext uri="{FF2B5EF4-FFF2-40B4-BE49-F238E27FC236}">
                <a16:creationId xmlns:a16="http://schemas.microsoft.com/office/drawing/2014/main" id="{6ADD352E-DF4D-446E-9A60-7583091C589C}"/>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2" name="Rectangle 21">
            <a:extLst>
              <a:ext uri="{FF2B5EF4-FFF2-40B4-BE49-F238E27FC236}">
                <a16:creationId xmlns:a16="http://schemas.microsoft.com/office/drawing/2014/main" id="{626745FB-344D-4188-943E-D28182376830}"/>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Title 1">
            <a:extLst>
              <a:ext uri="{FF2B5EF4-FFF2-40B4-BE49-F238E27FC236}">
                <a16:creationId xmlns:a16="http://schemas.microsoft.com/office/drawing/2014/main" id="{8657438D-0593-47FA-B429-C3DE64FC966D}"/>
              </a:ext>
            </a:extLst>
          </p:cNvPr>
          <p:cNvSpPr>
            <a:spLocks noGrp="1"/>
          </p:cNvSpPr>
          <p:nvPr>
            <p:ph type="title" hasCustomPrompt="1"/>
          </p:nvPr>
        </p:nvSpPr>
        <p:spPr>
          <a:xfrm>
            <a:off x="457198" y="2211777"/>
            <a:ext cx="5166360" cy="957428"/>
          </a:xfrm>
        </p:spPr>
        <p:txBody>
          <a:bodyPr rIns="0">
            <a:noAutofit/>
          </a:bodyPr>
          <a:lstStyle>
            <a:lvl1pPr>
              <a:lnSpc>
                <a:spcPct val="90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Title no image — click to edit second line if needed </a:t>
            </a:r>
          </a:p>
        </p:txBody>
      </p:sp>
      <p:sp>
        <p:nvSpPr>
          <p:cNvPr id="12" name="Text Placeholder 23">
            <a:extLst>
              <a:ext uri="{FF2B5EF4-FFF2-40B4-BE49-F238E27FC236}">
                <a16:creationId xmlns:a16="http://schemas.microsoft.com/office/drawing/2014/main" id="{510F4C07-544E-4DD2-9C21-F577ED2FB2DE}"/>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atin typeface="+mn-lt"/>
                <a:ea typeface="Meiryo UI" panose="020B0604030504040204" pitchFamily="50" charset="-128"/>
              </a:defRPr>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6" name="Text Placeholder 21">
            <a:extLst>
              <a:ext uri="{FF2B5EF4-FFF2-40B4-BE49-F238E27FC236}">
                <a16:creationId xmlns:a16="http://schemas.microsoft.com/office/drawing/2014/main" id="{AA9E3402-A66C-4F26-86E2-0EF3C9DC4AA5}"/>
              </a:ext>
            </a:extLst>
          </p:cNvPr>
          <p:cNvSpPr>
            <a:spLocks noGrp="1"/>
          </p:cNvSpPr>
          <p:nvPr>
            <p:ph type="body" sz="quarter" idx="15" hasCustomPrompt="1"/>
          </p:nvPr>
        </p:nvSpPr>
        <p:spPr>
          <a:xfrm>
            <a:off x="457198" y="3225916"/>
            <a:ext cx="5166360" cy="452106"/>
          </a:xfrm>
        </p:spPr>
        <p:txBody>
          <a:bodyPr rIns="0" anchor="t" anchorCtr="0"/>
          <a:lstStyle>
            <a:lvl1pPr>
              <a:lnSpc>
                <a:spcPct val="100000"/>
              </a:lnSpc>
              <a:spcAft>
                <a:spcPts val="0"/>
              </a:spcAft>
              <a:defRPr sz="1800" b="0" i="0" baseline="0">
                <a:solidFill>
                  <a:schemeClr val="tx2"/>
                </a:solidFill>
                <a:latin typeface="+mn-lt"/>
                <a:ea typeface="Meiryo UI" panose="020B0604030504040204" pitchFamily="50" charset="-128"/>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9" name="Text Placeholder 25">
            <a:extLst>
              <a:ext uri="{FF2B5EF4-FFF2-40B4-BE49-F238E27FC236}">
                <a16:creationId xmlns:a16="http://schemas.microsoft.com/office/drawing/2014/main" id="{70B2E61E-429F-4743-B432-4615E5429B7F}"/>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latin typeface="+mn-lt"/>
                <a:ea typeface="Meiryo UI" panose="020B0604030504040204" pitchFamily="50" charset="-128"/>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13" name="Footer Placeholder 3">
            <a:extLst>
              <a:ext uri="{FF2B5EF4-FFF2-40B4-BE49-F238E27FC236}">
                <a16:creationId xmlns:a16="http://schemas.microsoft.com/office/drawing/2014/main" id="{7F83DE0D-D829-4834-8907-51D720F2BB3B}"/>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3393414323"/>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no ima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5AB0527-40F9-0B4A-9E3E-046B4A23315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0" name="Rectangle 9">
            <a:extLst>
              <a:ext uri="{FF2B5EF4-FFF2-40B4-BE49-F238E27FC236}">
                <a16:creationId xmlns:a16="http://schemas.microsoft.com/office/drawing/2014/main" id="{6ADD352E-DF4D-446E-9A60-7583091C589C}"/>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2" name="Rectangle 21">
            <a:extLst>
              <a:ext uri="{FF2B5EF4-FFF2-40B4-BE49-F238E27FC236}">
                <a16:creationId xmlns:a16="http://schemas.microsoft.com/office/drawing/2014/main" id="{626745FB-344D-4188-943E-D28182376830}"/>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Title 1">
            <a:extLst>
              <a:ext uri="{FF2B5EF4-FFF2-40B4-BE49-F238E27FC236}">
                <a16:creationId xmlns:a16="http://schemas.microsoft.com/office/drawing/2014/main" id="{8657438D-0593-47FA-B429-C3DE64FC966D}"/>
              </a:ext>
            </a:extLst>
          </p:cNvPr>
          <p:cNvSpPr>
            <a:spLocks noGrp="1"/>
          </p:cNvSpPr>
          <p:nvPr>
            <p:ph type="title" hasCustomPrompt="1"/>
          </p:nvPr>
        </p:nvSpPr>
        <p:spPr>
          <a:xfrm>
            <a:off x="457198" y="2211777"/>
            <a:ext cx="5166360" cy="957428"/>
          </a:xfrm>
        </p:spPr>
        <p:txBody>
          <a:bodyPr rIns="0">
            <a:noAutofit/>
          </a:bodyPr>
          <a:lstStyle>
            <a:lvl1pPr>
              <a:lnSpc>
                <a:spcPct val="90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Title no image 2 — click to edit second line if needed </a:t>
            </a:r>
          </a:p>
        </p:txBody>
      </p:sp>
      <p:sp>
        <p:nvSpPr>
          <p:cNvPr id="12" name="Text Placeholder 23">
            <a:extLst>
              <a:ext uri="{FF2B5EF4-FFF2-40B4-BE49-F238E27FC236}">
                <a16:creationId xmlns:a16="http://schemas.microsoft.com/office/drawing/2014/main" id="{510F4C07-544E-4DD2-9C21-F577ED2FB2DE}"/>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atin typeface="+mn-lt"/>
                <a:ea typeface="Meiryo UI" panose="020B0604030504040204" pitchFamily="50" charset="-128"/>
              </a:defRPr>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6" name="Text Placeholder 21">
            <a:extLst>
              <a:ext uri="{FF2B5EF4-FFF2-40B4-BE49-F238E27FC236}">
                <a16:creationId xmlns:a16="http://schemas.microsoft.com/office/drawing/2014/main" id="{AA9E3402-A66C-4F26-86E2-0EF3C9DC4AA5}"/>
              </a:ext>
            </a:extLst>
          </p:cNvPr>
          <p:cNvSpPr>
            <a:spLocks noGrp="1"/>
          </p:cNvSpPr>
          <p:nvPr>
            <p:ph type="body" sz="quarter" idx="15" hasCustomPrompt="1"/>
          </p:nvPr>
        </p:nvSpPr>
        <p:spPr>
          <a:xfrm>
            <a:off x="457198" y="3225916"/>
            <a:ext cx="5166360" cy="452106"/>
          </a:xfrm>
        </p:spPr>
        <p:txBody>
          <a:bodyPr rIns="0" anchor="t" anchorCtr="0"/>
          <a:lstStyle>
            <a:lvl1pPr>
              <a:lnSpc>
                <a:spcPct val="100000"/>
              </a:lnSpc>
              <a:spcAft>
                <a:spcPts val="0"/>
              </a:spcAft>
              <a:defRPr sz="1800" b="0" i="0" baseline="0">
                <a:solidFill>
                  <a:schemeClr val="tx2"/>
                </a:solidFill>
                <a:latin typeface="+mn-lt"/>
                <a:ea typeface="Meiryo UI" panose="020B0604030504040204" pitchFamily="50" charset="-128"/>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9" name="Text Placeholder 25">
            <a:extLst>
              <a:ext uri="{FF2B5EF4-FFF2-40B4-BE49-F238E27FC236}">
                <a16:creationId xmlns:a16="http://schemas.microsoft.com/office/drawing/2014/main" id="{70B2E61E-429F-4743-B432-4615E5429B7F}"/>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latin typeface="+mn-lt"/>
                <a:ea typeface="Meiryo UI" panose="020B0604030504040204" pitchFamily="50" charset="-128"/>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13" name="Footer Placeholder 3">
            <a:extLst>
              <a:ext uri="{FF2B5EF4-FFF2-40B4-BE49-F238E27FC236}">
                <a16:creationId xmlns:a16="http://schemas.microsoft.com/office/drawing/2014/main" id="{8275F65D-5C7F-46EA-9473-E5077215EA8A}"/>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1501350985"/>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cobr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5AB0527-40F9-0B4A-9E3E-046B4A23315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cxnSp>
        <p:nvCxnSpPr>
          <p:cNvPr id="8" name="Straight Connector 7">
            <a:extLst>
              <a:ext uri="{FF2B5EF4-FFF2-40B4-BE49-F238E27FC236}">
                <a16:creationId xmlns:a16="http://schemas.microsoft.com/office/drawing/2014/main" id="{68BD69C2-429A-47BF-AFC1-919C4469AC6B}"/>
              </a:ext>
            </a:extLst>
          </p:cNvPr>
          <p:cNvCxnSpPr/>
          <p:nvPr userDrawn="1"/>
        </p:nvCxnSpPr>
        <p:spPr>
          <a:xfrm>
            <a:off x="10738017" y="6335876"/>
            <a:ext cx="0" cy="3673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19">
            <a:extLst>
              <a:ext uri="{FF2B5EF4-FFF2-40B4-BE49-F238E27FC236}">
                <a16:creationId xmlns:a16="http://schemas.microsoft.com/office/drawing/2014/main" id="{57EBCDC8-3858-4B96-BABB-58AE637B4076}"/>
              </a:ext>
            </a:extLst>
          </p:cNvPr>
          <p:cNvSpPr>
            <a:spLocks noGrp="1"/>
          </p:cNvSpPr>
          <p:nvPr>
            <p:ph type="pic" sz="quarter" idx="14" hasCustomPrompt="1"/>
          </p:nvPr>
        </p:nvSpPr>
        <p:spPr>
          <a:xfrm>
            <a:off x="8049554" y="6368931"/>
            <a:ext cx="2466975" cy="390196"/>
          </a:xfrm>
        </p:spPr>
        <p:txBody>
          <a:bodyPr anchor="ctr" anchorCtr="0"/>
          <a:lstStyle>
            <a:lvl1pPr algn="ctr">
              <a:defRPr sz="1200"/>
            </a:lvl1pPr>
          </a:lstStyle>
          <a:p>
            <a:r>
              <a:rPr lang="en-US"/>
              <a:t>Click to insert cobrand logo</a:t>
            </a:r>
          </a:p>
        </p:txBody>
      </p:sp>
      <p:sp>
        <p:nvSpPr>
          <p:cNvPr id="15" name="Rectangle 14">
            <a:extLst>
              <a:ext uri="{FF2B5EF4-FFF2-40B4-BE49-F238E27FC236}">
                <a16:creationId xmlns:a16="http://schemas.microsoft.com/office/drawing/2014/main" id="{0E81A99A-28F5-400A-A06C-4564C61FDFA8}"/>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3" name="Rectangle 22">
            <a:extLst>
              <a:ext uri="{FF2B5EF4-FFF2-40B4-BE49-F238E27FC236}">
                <a16:creationId xmlns:a16="http://schemas.microsoft.com/office/drawing/2014/main" id="{B79E3780-1FCA-42E3-91B5-3C07F3064D11}"/>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6" name="Rectangle 15">
            <a:extLst>
              <a:ext uri="{FF2B5EF4-FFF2-40B4-BE49-F238E27FC236}">
                <a16:creationId xmlns:a16="http://schemas.microsoft.com/office/drawing/2014/main" id="{1DBF7C3F-7FC1-423D-8774-FED59E4DBCE0}"/>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4" name="Text Placeholder 23">
            <a:extLst>
              <a:ext uri="{FF2B5EF4-FFF2-40B4-BE49-F238E27FC236}">
                <a16:creationId xmlns:a16="http://schemas.microsoft.com/office/drawing/2014/main" id="{F0C785EF-9E17-43E6-868A-A0F48620F168}"/>
              </a:ext>
            </a:extLst>
          </p:cNvPr>
          <p:cNvSpPr>
            <a:spLocks noGrp="1"/>
          </p:cNvSpPr>
          <p:nvPr>
            <p:ph type="body" sz="quarter" idx="18" hasCustomPrompt="1"/>
          </p:nvPr>
        </p:nvSpPr>
        <p:spPr>
          <a:xfrm>
            <a:off x="457200" y="4343400"/>
            <a:ext cx="2157454" cy="274320"/>
          </a:xfrm>
        </p:spPr>
        <p:txBody>
          <a:bodyPr anchor="ctr" anchorCtr="0"/>
          <a:lstStyle>
            <a:lvl1pPr>
              <a:lnSpc>
                <a:spcPct val="100000"/>
              </a:lnSpc>
              <a:defRPr sz="1200" b="0" i="0" baseline="0">
                <a:latin typeface="+mn-lt"/>
                <a:ea typeface="Meiryo UI" panose="020B0604030504040204" pitchFamily="50" charset="-128"/>
              </a:defRPr>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25" name="Text Placeholder 21">
            <a:extLst>
              <a:ext uri="{FF2B5EF4-FFF2-40B4-BE49-F238E27FC236}">
                <a16:creationId xmlns:a16="http://schemas.microsoft.com/office/drawing/2014/main" id="{CA9928E1-888D-4F50-BC02-91B5DA680D24}"/>
              </a:ext>
            </a:extLst>
          </p:cNvPr>
          <p:cNvSpPr>
            <a:spLocks noGrp="1"/>
          </p:cNvSpPr>
          <p:nvPr>
            <p:ph type="body" sz="quarter" idx="19" hasCustomPrompt="1"/>
          </p:nvPr>
        </p:nvSpPr>
        <p:spPr>
          <a:xfrm>
            <a:off x="457198" y="3227832"/>
            <a:ext cx="5166360" cy="452106"/>
          </a:xfrm>
        </p:spPr>
        <p:txBody>
          <a:bodyPr rIns="0" anchor="t" anchorCtr="0"/>
          <a:lstStyle>
            <a:lvl1pPr>
              <a:lnSpc>
                <a:spcPct val="100000"/>
              </a:lnSpc>
              <a:spcAft>
                <a:spcPts val="0"/>
              </a:spcAft>
              <a:defRPr sz="1800" b="0" i="0" baseline="0">
                <a:solidFill>
                  <a:schemeClr val="tx2"/>
                </a:solidFill>
                <a:latin typeface="+mn-lt"/>
                <a:ea typeface="Meiryo UI" panose="020B0604030504040204" pitchFamily="50" charset="-128"/>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26" name="Text Placeholder 25">
            <a:extLst>
              <a:ext uri="{FF2B5EF4-FFF2-40B4-BE49-F238E27FC236}">
                <a16:creationId xmlns:a16="http://schemas.microsoft.com/office/drawing/2014/main" id="{9A9EAD76-6105-44A8-8A8B-286F32267AB5}"/>
              </a:ext>
            </a:extLst>
          </p:cNvPr>
          <p:cNvSpPr>
            <a:spLocks noGrp="1"/>
          </p:cNvSpPr>
          <p:nvPr>
            <p:ph type="body" sz="quarter" idx="20"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latin typeface="+mn-lt"/>
                <a:ea typeface="Meiryo UI" panose="020B0604030504040204" pitchFamily="50" charset="-128"/>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27" name="Title 1">
            <a:extLst>
              <a:ext uri="{FF2B5EF4-FFF2-40B4-BE49-F238E27FC236}">
                <a16:creationId xmlns:a16="http://schemas.microsoft.com/office/drawing/2014/main" id="{9C7E50F4-F140-435A-BF1E-BB5BF832FB72}"/>
              </a:ext>
            </a:extLst>
          </p:cNvPr>
          <p:cNvSpPr>
            <a:spLocks noGrp="1"/>
          </p:cNvSpPr>
          <p:nvPr>
            <p:ph type="title" hasCustomPrompt="1"/>
          </p:nvPr>
        </p:nvSpPr>
        <p:spPr>
          <a:xfrm>
            <a:off x="457198" y="2211777"/>
            <a:ext cx="5166360" cy="957428"/>
          </a:xfrm>
        </p:spPr>
        <p:txBody>
          <a:bodyPr rIns="0">
            <a:noAutofit/>
          </a:bodyPr>
          <a:lstStyle>
            <a:lvl1pPr>
              <a:lnSpc>
                <a:spcPct val="90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Title cobrand — click to edit second line if needed </a:t>
            </a:r>
          </a:p>
        </p:txBody>
      </p:sp>
      <p:sp>
        <p:nvSpPr>
          <p:cNvPr id="13" name="Footer Placeholder 3">
            <a:extLst>
              <a:ext uri="{FF2B5EF4-FFF2-40B4-BE49-F238E27FC236}">
                <a16:creationId xmlns:a16="http://schemas.microsoft.com/office/drawing/2014/main" id="{382ADA15-D6A6-45CE-9014-7935A669E46E}"/>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1704255256"/>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ivider 1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F982AE-B441-5D47-8FE2-7C216AC85070}"/>
              </a:ext>
            </a:extLst>
          </p:cNvPr>
          <p:cNvSpPr>
            <a:spLocks noGrp="1"/>
          </p:cNvSpPr>
          <p:nvPr>
            <p:ph type="title" hasCustomPrompt="1"/>
          </p:nvPr>
        </p:nvSpPr>
        <p:spPr>
          <a:xfrm>
            <a:off x="4233673" y="2530432"/>
            <a:ext cx="6199632" cy="1317667"/>
          </a:xfrm>
          <a:solidFill>
            <a:schemeClr val="bg1"/>
          </a:solidFill>
        </p:spPr>
        <p:txBody>
          <a:bodyPr lIns="0" tIns="0" rIns="0" anchor="ctr" anchorCtr="0">
            <a:noAutofit/>
          </a:bodyPr>
          <a:lstStyle>
            <a:lvl1pPr>
              <a:lnSpc>
                <a:spcPct val="90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Divider 1 no image — click to edit text</a:t>
            </a:r>
          </a:p>
        </p:txBody>
      </p:sp>
      <p:sp>
        <p:nvSpPr>
          <p:cNvPr id="9" name="Text Placeholder 25">
            <a:extLst>
              <a:ext uri="{FF2B5EF4-FFF2-40B4-BE49-F238E27FC236}">
                <a16:creationId xmlns:a16="http://schemas.microsoft.com/office/drawing/2014/main" id="{423B3AC3-FF6A-7E40-8C74-6C527274E56C}"/>
              </a:ext>
            </a:extLst>
          </p:cNvPr>
          <p:cNvSpPr>
            <a:spLocks noGrp="1"/>
          </p:cNvSpPr>
          <p:nvPr>
            <p:ph type="body" sz="quarter" idx="17" hasCustomPrompt="1"/>
          </p:nvPr>
        </p:nvSpPr>
        <p:spPr>
          <a:xfrm>
            <a:off x="4233672" y="3947537"/>
            <a:ext cx="6199632" cy="402123"/>
          </a:xfrm>
        </p:spPr>
        <p:txBody>
          <a:bodyPr lIns="0" tIns="0" rIns="228600"/>
          <a:lstStyle>
            <a:lvl1pPr>
              <a:lnSpc>
                <a:spcPct val="100000"/>
              </a:lnSpc>
              <a:spcAft>
                <a:spcPts val="0"/>
              </a:spcAft>
              <a:defRPr sz="1600" b="0">
                <a:solidFill>
                  <a:schemeClr val="tx1"/>
                </a:solidFill>
                <a:latin typeface="+mn-lt"/>
                <a:ea typeface="Meiryo UI" panose="020B0604030504040204" pitchFamily="50" charset="-128"/>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subhead</a:t>
            </a:r>
          </a:p>
        </p:txBody>
      </p:sp>
      <p:pic>
        <p:nvPicPr>
          <p:cNvPr id="10" name="Picture 9">
            <a:extLst>
              <a:ext uri="{FF2B5EF4-FFF2-40B4-BE49-F238E27FC236}">
                <a16:creationId xmlns:a16="http://schemas.microsoft.com/office/drawing/2014/main" id="{14EF8B42-EA86-E84A-AB99-6D91A9C3FFC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7376"/>
            <a:ext cx="644234" cy="208999"/>
          </a:xfrm>
          <a:prstGeom prst="rect">
            <a:avLst/>
          </a:prstGeom>
        </p:spPr>
      </p:pic>
      <p:sp>
        <p:nvSpPr>
          <p:cNvPr id="2" name="Slide Number Placeholder 1">
            <a:extLst>
              <a:ext uri="{FF2B5EF4-FFF2-40B4-BE49-F238E27FC236}">
                <a16:creationId xmlns:a16="http://schemas.microsoft.com/office/drawing/2014/main" id="{EDA2F4BF-5814-104F-9DEA-62BEC9541555}"/>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F6D15C58-405A-4936-A9EB-228AF76CF04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Footer Placeholder 3">
            <a:extLst>
              <a:ext uri="{FF2B5EF4-FFF2-40B4-BE49-F238E27FC236}">
                <a16:creationId xmlns:a16="http://schemas.microsoft.com/office/drawing/2014/main" id="{76AB2782-3C23-4773-B6BF-A9C36DB1389F}"/>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8578008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ivider 2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A2584FF-D46F-45F7-B82A-CE42BD41844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4" name="Slide Number Placeholder 1">
            <a:extLst>
              <a:ext uri="{FF2B5EF4-FFF2-40B4-BE49-F238E27FC236}">
                <a16:creationId xmlns:a16="http://schemas.microsoft.com/office/drawing/2014/main" id="{FE44C43D-DB44-4411-BDB9-A4C2C7084B51}"/>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378FBD8A-D12B-4EFA-A9DB-2DD83E9E322D}"/>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21" name="Title 1">
            <a:extLst>
              <a:ext uri="{FF2B5EF4-FFF2-40B4-BE49-F238E27FC236}">
                <a16:creationId xmlns:a16="http://schemas.microsoft.com/office/drawing/2014/main" id="{22BF5985-B02F-458A-8DDC-57916CC8A299}"/>
              </a:ext>
            </a:extLst>
          </p:cNvPr>
          <p:cNvSpPr>
            <a:spLocks noGrp="1"/>
          </p:cNvSpPr>
          <p:nvPr>
            <p:ph type="title" hasCustomPrompt="1"/>
          </p:nvPr>
        </p:nvSpPr>
        <p:spPr>
          <a:xfrm>
            <a:off x="4233673" y="2530432"/>
            <a:ext cx="6199632" cy="1317667"/>
          </a:xfrm>
          <a:solidFill>
            <a:schemeClr val="bg1"/>
          </a:solidFill>
        </p:spPr>
        <p:txBody>
          <a:bodyPr lIns="0" tIns="0" rIns="0" anchor="ctr" anchorCtr="0">
            <a:noAutofit/>
          </a:bodyPr>
          <a:lstStyle>
            <a:lvl1pPr>
              <a:lnSpc>
                <a:spcPct val="90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Divider 2 no image — click to edit text</a:t>
            </a:r>
          </a:p>
        </p:txBody>
      </p:sp>
      <p:sp>
        <p:nvSpPr>
          <p:cNvPr id="22" name="Text Placeholder 25">
            <a:extLst>
              <a:ext uri="{FF2B5EF4-FFF2-40B4-BE49-F238E27FC236}">
                <a16:creationId xmlns:a16="http://schemas.microsoft.com/office/drawing/2014/main" id="{DBEB1D60-90BA-4234-8D5F-520D83E1A270}"/>
              </a:ext>
            </a:extLst>
          </p:cNvPr>
          <p:cNvSpPr>
            <a:spLocks noGrp="1"/>
          </p:cNvSpPr>
          <p:nvPr>
            <p:ph type="body" sz="quarter" idx="17" hasCustomPrompt="1"/>
          </p:nvPr>
        </p:nvSpPr>
        <p:spPr>
          <a:xfrm>
            <a:off x="4233672" y="3947537"/>
            <a:ext cx="6199632" cy="402123"/>
          </a:xfrm>
        </p:spPr>
        <p:txBody>
          <a:bodyPr lIns="0" tIns="0" rIns="228600"/>
          <a:lstStyle>
            <a:lvl1pPr>
              <a:lnSpc>
                <a:spcPct val="100000"/>
              </a:lnSpc>
              <a:spcAft>
                <a:spcPts val="0"/>
              </a:spcAft>
              <a:defRPr sz="1600" b="0">
                <a:solidFill>
                  <a:schemeClr val="tx1"/>
                </a:solidFill>
                <a:latin typeface="+mn-lt"/>
                <a:ea typeface="Meiryo UI" panose="020B0604030504040204" pitchFamily="50" charset="-128"/>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subhead</a:t>
            </a:r>
          </a:p>
        </p:txBody>
      </p:sp>
      <p:sp>
        <p:nvSpPr>
          <p:cNvPr id="8" name="Footer Placeholder 3">
            <a:extLst>
              <a:ext uri="{FF2B5EF4-FFF2-40B4-BE49-F238E27FC236}">
                <a16:creationId xmlns:a16="http://schemas.microsoft.com/office/drawing/2014/main" id="{0FF65890-EF87-41AB-AAD2-3303743DA38B}"/>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162981080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ivider 3 with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9B7A2125-0066-41AD-B5C4-1FCDE010232D}"/>
              </a:ext>
            </a:extLst>
          </p:cNvPr>
          <p:cNvSpPr>
            <a:spLocks noGrp="1"/>
          </p:cNvSpPr>
          <p:nvPr>
            <p:ph type="pic" sz="quarter" idx="20" hasCustomPrompt="1"/>
          </p:nvPr>
        </p:nvSpPr>
        <p:spPr>
          <a:xfrm>
            <a:off x="465138" y="457200"/>
            <a:ext cx="11269662" cy="5791200"/>
          </a:xfrm>
          <a:custGeom>
            <a:avLst/>
            <a:gdLst>
              <a:gd name="connsiteX0" fmla="*/ 0 w 11269662"/>
              <a:gd name="connsiteY0" fmla="*/ 0 h 5791200"/>
              <a:gd name="connsiteX1" fmla="*/ 11269662 w 11269662"/>
              <a:gd name="connsiteY1" fmla="*/ 0 h 5791200"/>
              <a:gd name="connsiteX2" fmla="*/ 11269662 w 11269662"/>
              <a:gd name="connsiteY2" fmla="*/ 5791200 h 5791200"/>
              <a:gd name="connsiteX3" fmla="*/ 0 w 11269662"/>
              <a:gd name="connsiteY3" fmla="*/ 5791200 h 5791200"/>
              <a:gd name="connsiteX4" fmla="*/ 0 w 11269662"/>
              <a:gd name="connsiteY4" fmla="*/ 3941064 h 5791200"/>
              <a:gd name="connsiteX5" fmla="*/ 5624766 w 11269662"/>
              <a:gd name="connsiteY5" fmla="*/ 3941064 h 5791200"/>
              <a:gd name="connsiteX6" fmla="*/ 5624766 w 11269662"/>
              <a:gd name="connsiteY6" fmla="*/ 1929384 h 5791200"/>
              <a:gd name="connsiteX7" fmla="*/ 0 w 11269662"/>
              <a:gd name="connsiteY7" fmla="*/ 1929384 h 579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69662" h="5791200">
                <a:moveTo>
                  <a:pt x="0" y="0"/>
                </a:moveTo>
                <a:lnTo>
                  <a:pt x="11269662" y="0"/>
                </a:lnTo>
                <a:lnTo>
                  <a:pt x="11269662" y="5791200"/>
                </a:lnTo>
                <a:lnTo>
                  <a:pt x="0" y="5791200"/>
                </a:lnTo>
                <a:lnTo>
                  <a:pt x="0" y="3941064"/>
                </a:lnTo>
                <a:lnTo>
                  <a:pt x="5624766" y="3941064"/>
                </a:lnTo>
                <a:lnTo>
                  <a:pt x="5624766" y="1929384"/>
                </a:lnTo>
                <a:lnTo>
                  <a:pt x="0" y="1929384"/>
                </a:lnTo>
                <a:close/>
              </a:path>
            </a:pathLst>
          </a:custGeom>
          <a:solidFill>
            <a:srgbClr val="BFBFBF"/>
          </a:solidFill>
        </p:spPr>
        <p:txBody>
          <a:bodyPr wrap="square" tIns="1463040">
            <a:noAutofit/>
          </a:bodyPr>
          <a:lstStyle>
            <a:lvl1pPr algn="ctr">
              <a:defRPr/>
            </a:lvl1pPr>
          </a:lstStyle>
          <a:p>
            <a:r>
              <a:rPr lang="en-US"/>
              <a:t>Insert Pic</a:t>
            </a:r>
            <a:endParaRPr lang="en-GB"/>
          </a:p>
        </p:txBody>
      </p:sp>
      <p:sp>
        <p:nvSpPr>
          <p:cNvPr id="18" name="Rectangle 17">
            <a:extLst>
              <a:ext uri="{FF2B5EF4-FFF2-40B4-BE49-F238E27FC236}">
                <a16:creationId xmlns:a16="http://schemas.microsoft.com/office/drawing/2014/main" id="{1EB2AA7D-C791-4F6C-A258-4D60B1A85487}"/>
              </a:ext>
            </a:extLst>
          </p:cNvPr>
          <p:cNvSpPr/>
          <p:nvPr userDrawn="1"/>
        </p:nvSpPr>
        <p:spPr bwMode="auto">
          <a:xfrm>
            <a:off x="0" y="2386584"/>
            <a:ext cx="6089904" cy="2011680"/>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9" name="Title 1">
            <a:extLst>
              <a:ext uri="{FF2B5EF4-FFF2-40B4-BE49-F238E27FC236}">
                <a16:creationId xmlns:a16="http://schemas.microsoft.com/office/drawing/2014/main" id="{C5BEADA9-8B0A-E647-BE4B-A60A9933BF45}"/>
              </a:ext>
            </a:extLst>
          </p:cNvPr>
          <p:cNvSpPr>
            <a:spLocks noGrp="1"/>
          </p:cNvSpPr>
          <p:nvPr>
            <p:ph type="title" hasCustomPrompt="1"/>
          </p:nvPr>
        </p:nvSpPr>
        <p:spPr>
          <a:xfrm>
            <a:off x="465137" y="2686049"/>
            <a:ext cx="5421313" cy="1128137"/>
          </a:xfrm>
        </p:spPr>
        <p:txBody>
          <a:bodyPr lIns="0" rIns="0" anchor="ctr" anchorCtr="0">
            <a:noAutofit/>
          </a:bodyPr>
          <a:lstStyle>
            <a:lvl1pPr>
              <a:lnSpc>
                <a:spcPct val="90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Divider 3 with image — click to edit text</a:t>
            </a:r>
          </a:p>
        </p:txBody>
      </p:sp>
      <p:sp>
        <p:nvSpPr>
          <p:cNvPr id="10" name="Text Placeholder 25">
            <a:extLst>
              <a:ext uri="{FF2B5EF4-FFF2-40B4-BE49-F238E27FC236}">
                <a16:creationId xmlns:a16="http://schemas.microsoft.com/office/drawing/2014/main" id="{17B4EE0A-0572-284B-BEDD-5BB727575BBC}"/>
              </a:ext>
            </a:extLst>
          </p:cNvPr>
          <p:cNvSpPr>
            <a:spLocks noGrp="1"/>
          </p:cNvSpPr>
          <p:nvPr>
            <p:ph type="body" sz="quarter" idx="17" hasCustomPrompt="1"/>
          </p:nvPr>
        </p:nvSpPr>
        <p:spPr>
          <a:xfrm>
            <a:off x="465138" y="3852287"/>
            <a:ext cx="5421312" cy="402123"/>
          </a:xfrm>
        </p:spPr>
        <p:txBody>
          <a:bodyPr lIns="0" tIns="0" rIns="0"/>
          <a:lstStyle>
            <a:lvl1pPr>
              <a:lnSpc>
                <a:spcPct val="100000"/>
              </a:lnSpc>
              <a:spcAft>
                <a:spcPts val="0"/>
              </a:spcAft>
              <a:defRPr sz="1600" b="0">
                <a:solidFill>
                  <a:schemeClr val="tx1"/>
                </a:solidFill>
                <a:latin typeface="+mn-lt"/>
                <a:ea typeface="Meiryo UI" panose="020B0604030504040204" pitchFamily="50" charset="-128"/>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subhead</a:t>
            </a:r>
          </a:p>
        </p:txBody>
      </p:sp>
      <p:pic>
        <p:nvPicPr>
          <p:cNvPr id="14" name="Picture 13">
            <a:extLst>
              <a:ext uri="{FF2B5EF4-FFF2-40B4-BE49-F238E27FC236}">
                <a16:creationId xmlns:a16="http://schemas.microsoft.com/office/drawing/2014/main" id="{04EBF1F0-2701-43DF-A3C4-DF3A356079D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5" name="Slide Number Placeholder 1">
            <a:extLst>
              <a:ext uri="{FF2B5EF4-FFF2-40B4-BE49-F238E27FC236}">
                <a16:creationId xmlns:a16="http://schemas.microsoft.com/office/drawing/2014/main" id="{94D1E600-447F-4CCE-ABE9-DF9703B6F18E}"/>
              </a:ext>
            </a:extLst>
          </p:cNvPr>
          <p:cNvSpPr>
            <a:spLocks noGrp="1"/>
          </p:cNvSpPr>
          <p:nvPr>
            <p:ph type="sldNum" sz="quarter" idx="19"/>
          </p:nvPr>
        </p:nvSpPr>
        <p:spPr>
          <a:xfrm>
            <a:off x="11427675" y="6437376"/>
            <a:ext cx="306387" cy="208758"/>
          </a:xfrm>
        </p:spPr>
        <p:txBody>
          <a:bodyPr/>
          <a:lstStyle/>
          <a:p>
            <a:fld id="{63DCA5C9-2E11-4C67-86EB-AE1DE127DC64}" type="slidenum">
              <a:rPr lang="en-US" smtClean="0"/>
              <a:pPr/>
              <a:t>‹#›</a:t>
            </a:fld>
            <a:endParaRPr lang="en-US"/>
          </a:p>
        </p:txBody>
      </p:sp>
      <p:sp>
        <p:nvSpPr>
          <p:cNvPr id="11" name="Rectangle 10">
            <a:extLst>
              <a:ext uri="{FF2B5EF4-FFF2-40B4-BE49-F238E27FC236}">
                <a16:creationId xmlns:a16="http://schemas.microsoft.com/office/drawing/2014/main" id="{60A0F0C9-9AC1-450D-B914-82DDD3ACCAAF}"/>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2" name="Footer Placeholder 3">
            <a:extLst>
              <a:ext uri="{FF2B5EF4-FFF2-40B4-BE49-F238E27FC236}">
                <a16:creationId xmlns:a16="http://schemas.microsoft.com/office/drawing/2014/main" id="{BEC031B5-0A3F-45AA-817D-9E575FF8BA68}"/>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4709145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3A17733-62EA-6940-A350-A58D7D15F1FB}"/>
              </a:ext>
            </a:extLst>
          </p:cNvPr>
          <p:cNvSpPr>
            <a:spLocks noGrp="1"/>
          </p:cNvSpPr>
          <p:nvPr>
            <p:ph type="title" hasCustomPrompt="1"/>
          </p:nvPr>
        </p:nvSpPr>
        <p:spPr>
          <a:xfrm>
            <a:off x="457200" y="457200"/>
            <a:ext cx="7434262" cy="1371600"/>
          </a:xfrm>
        </p:spPr>
        <p:txBody>
          <a:bodyPr lIns="548640" tIns="429768" rIns="228600">
            <a:noAutofit/>
          </a:bodyPr>
          <a:lstStyle>
            <a:lvl1pPr>
              <a:lnSpc>
                <a:spcPct val="95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Agenda — click to edit Master title style</a:t>
            </a:r>
          </a:p>
        </p:txBody>
      </p:sp>
      <p:sp>
        <p:nvSpPr>
          <p:cNvPr id="9" name="Text Placeholder 25">
            <a:extLst>
              <a:ext uri="{FF2B5EF4-FFF2-40B4-BE49-F238E27FC236}">
                <a16:creationId xmlns:a16="http://schemas.microsoft.com/office/drawing/2014/main" id="{423B3AC3-FF6A-7E40-8C74-6C527274E56C}"/>
              </a:ext>
            </a:extLst>
          </p:cNvPr>
          <p:cNvSpPr>
            <a:spLocks noGrp="1"/>
          </p:cNvSpPr>
          <p:nvPr>
            <p:ph type="body" sz="quarter" idx="17"/>
          </p:nvPr>
        </p:nvSpPr>
        <p:spPr>
          <a:xfrm>
            <a:off x="457200" y="1828800"/>
            <a:ext cx="10287000" cy="3514725"/>
          </a:xfrm>
        </p:spPr>
        <p:txBody>
          <a:bodyPr lIns="548640" tIns="228600" rIns="228600"/>
          <a:lstStyle>
            <a:lvl1pPr marL="548640" indent="-548640">
              <a:lnSpc>
                <a:spcPct val="100000"/>
              </a:lnSpc>
              <a:spcAft>
                <a:spcPts val="2500"/>
              </a:spcAft>
              <a:buClr>
                <a:schemeClr val="tx2"/>
              </a:buClr>
              <a:buSzPct val="200000"/>
              <a:buFont typeface="+mj-lt"/>
              <a:buAutoNum type="arabicPeriod"/>
              <a:defRPr sz="1600" b="0" i="0">
                <a:latin typeface="+mn-lt"/>
                <a:ea typeface="Meiryo UI" panose="020B0604030504040204" pitchFamily="50" charset="-128"/>
              </a:defRPr>
            </a:lvl1pPr>
            <a:lvl2pPr marL="548640" indent="-548640">
              <a:spcAft>
                <a:spcPts val="2500"/>
              </a:spcAft>
              <a:buClr>
                <a:schemeClr val="tx2"/>
              </a:buClr>
              <a:buSzPct val="200000"/>
              <a:buFont typeface="+mj-lt"/>
              <a:buAutoNum type="arabicPeriod"/>
              <a:defRPr b="0">
                <a:solidFill>
                  <a:schemeClr val="tx1"/>
                </a:solidFill>
                <a:latin typeface="+mn-lt"/>
              </a:defRPr>
            </a:lvl2pPr>
            <a:lvl3pPr marL="548640" indent="-548640">
              <a:spcAft>
                <a:spcPts val="2500"/>
              </a:spcAft>
              <a:buSzPct val="200000"/>
              <a:buFont typeface="+mj-lt"/>
              <a:buAutoNum type="arabicPeriod"/>
              <a:defRPr sz="1600">
                <a:solidFill>
                  <a:schemeClr val="tx1"/>
                </a:solidFill>
              </a:defRPr>
            </a:lvl3pPr>
            <a:lvl4pPr marL="548640" indent="-548640">
              <a:spcAft>
                <a:spcPts val="2500"/>
              </a:spcAft>
              <a:buSzPct val="200000"/>
              <a:buFont typeface="+mj-lt"/>
              <a:buAutoNum type="arabicPeriod"/>
              <a:defRPr sz="1600">
                <a:solidFill>
                  <a:schemeClr val="tx1"/>
                </a:solidFill>
              </a:defRPr>
            </a:lvl4pPr>
            <a:lvl5pPr marL="548640" indent="-548640">
              <a:spcAft>
                <a:spcPts val="2500"/>
              </a:spcAft>
              <a:buSzPct val="200000"/>
              <a:buFont typeface="+mj-lt"/>
              <a:buAutoNum type="arabicPeriod"/>
              <a:defRPr sz="1600">
                <a:solidFill>
                  <a:schemeClr val="tx1"/>
                </a:solidFill>
              </a:defRPr>
            </a:lvl5pPr>
            <a:lvl6pPr marL="548640" indent="-548640">
              <a:spcAft>
                <a:spcPts val="2500"/>
              </a:spcAft>
              <a:buSzPct val="200000"/>
              <a:buFont typeface="+mj-lt"/>
              <a:buAutoNum type="arabicPeriod"/>
              <a:defRPr sz="1600">
                <a:solidFill>
                  <a:schemeClr val="tx1"/>
                </a:solidFill>
              </a:defRPr>
            </a:lvl6pPr>
            <a:lvl7pPr marL="548640" indent="-548640">
              <a:spcAft>
                <a:spcPts val="2500"/>
              </a:spcAft>
              <a:buSzPct val="200000"/>
              <a:buFont typeface="+mj-lt"/>
              <a:buAutoNum type="arabicPeriod"/>
              <a:defRPr sz="1600">
                <a:solidFill>
                  <a:schemeClr val="tx1"/>
                </a:solidFill>
              </a:defRPr>
            </a:lvl7pPr>
            <a:lvl8pPr marL="548640" indent="-548640">
              <a:spcAft>
                <a:spcPts val="2500"/>
              </a:spcAft>
              <a:buSzPct val="200000"/>
              <a:buFont typeface="+mj-lt"/>
              <a:buAutoNum type="arabicPeriod"/>
              <a:defRPr sz="1600">
                <a:solidFill>
                  <a:schemeClr val="tx1"/>
                </a:solidFill>
              </a:defRPr>
            </a:lvl8pPr>
            <a:lvl9pPr marL="548640" indent="-548640">
              <a:spcAft>
                <a:spcPts val="2500"/>
              </a:spcAft>
              <a:buSzPct val="200000"/>
              <a:buFont typeface="+mj-lt"/>
              <a:buAutoNum type="arabicPeriod"/>
              <a:defRPr sz="1600">
                <a:solidFill>
                  <a:schemeClr val="tx1"/>
                </a:solidFill>
              </a:defRPr>
            </a:lvl9pPr>
          </a:lstStyle>
          <a:p>
            <a:pPr lvl="0"/>
            <a:r>
              <a:rPr lang="en-US" altLang="ja-JP"/>
              <a:t>Click to edit Master text styles</a:t>
            </a:r>
          </a:p>
        </p:txBody>
      </p:sp>
      <p:pic>
        <p:nvPicPr>
          <p:cNvPr id="12" name="Picture 11">
            <a:extLst>
              <a:ext uri="{FF2B5EF4-FFF2-40B4-BE49-F238E27FC236}">
                <a16:creationId xmlns:a16="http://schemas.microsoft.com/office/drawing/2014/main" id="{8D0481BC-8CF3-454D-9E5E-36168A3AFDF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67BBABA-B53A-4DFE-A411-8A783BDC1E8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C98C4414-061C-40DB-9EEB-146F2EF49BE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8" name="Footer Placeholder 3">
            <a:extLst>
              <a:ext uri="{FF2B5EF4-FFF2-40B4-BE49-F238E27FC236}">
                <a16:creationId xmlns:a16="http://schemas.microsoft.com/office/drawing/2014/main" id="{73807002-AE7F-439C-BA58-08DA607A53C7}"/>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23777945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gend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3A17733-62EA-6940-A350-A58D7D15F1FB}"/>
              </a:ext>
            </a:extLst>
          </p:cNvPr>
          <p:cNvSpPr>
            <a:spLocks noGrp="1"/>
          </p:cNvSpPr>
          <p:nvPr>
            <p:ph type="title" hasCustomPrompt="1"/>
          </p:nvPr>
        </p:nvSpPr>
        <p:spPr>
          <a:xfrm>
            <a:off x="457200" y="457200"/>
            <a:ext cx="7434262" cy="1371600"/>
          </a:xfrm>
        </p:spPr>
        <p:txBody>
          <a:bodyPr lIns="548640" tIns="429768" rIns="228600">
            <a:noAutofit/>
          </a:bodyPr>
          <a:lstStyle>
            <a:lvl1pPr>
              <a:lnSpc>
                <a:spcPct val="95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Agenda — click to edit Master title style</a:t>
            </a:r>
          </a:p>
        </p:txBody>
      </p:sp>
      <p:sp>
        <p:nvSpPr>
          <p:cNvPr id="9" name="Text Placeholder 25">
            <a:extLst>
              <a:ext uri="{FF2B5EF4-FFF2-40B4-BE49-F238E27FC236}">
                <a16:creationId xmlns:a16="http://schemas.microsoft.com/office/drawing/2014/main" id="{423B3AC3-FF6A-7E40-8C74-6C527274E56C}"/>
              </a:ext>
            </a:extLst>
          </p:cNvPr>
          <p:cNvSpPr>
            <a:spLocks noGrp="1"/>
          </p:cNvSpPr>
          <p:nvPr>
            <p:ph type="body" sz="quarter" idx="17"/>
          </p:nvPr>
        </p:nvSpPr>
        <p:spPr>
          <a:xfrm>
            <a:off x="457200" y="1828800"/>
            <a:ext cx="10287000" cy="3514725"/>
          </a:xfrm>
        </p:spPr>
        <p:txBody>
          <a:bodyPr lIns="548640" tIns="228600" rIns="228600"/>
          <a:lstStyle>
            <a:lvl1pPr marL="548640" indent="-548640">
              <a:lnSpc>
                <a:spcPct val="100000"/>
              </a:lnSpc>
              <a:spcAft>
                <a:spcPts val="2500"/>
              </a:spcAft>
              <a:buClr>
                <a:schemeClr val="tx2"/>
              </a:buClr>
              <a:buSzPct val="200000"/>
              <a:buFont typeface="+mj-lt"/>
              <a:buAutoNum type="arabicPeriod"/>
              <a:defRPr sz="1600" b="0" i="0">
                <a:latin typeface="+mn-lt"/>
                <a:ea typeface="Meiryo UI" panose="020B0604030504040204" pitchFamily="50" charset="-128"/>
              </a:defRPr>
            </a:lvl1pPr>
            <a:lvl2pPr marL="548640" indent="-548640">
              <a:spcAft>
                <a:spcPts val="2500"/>
              </a:spcAft>
              <a:buClr>
                <a:schemeClr val="tx2"/>
              </a:buClr>
              <a:buSzPct val="200000"/>
              <a:buFont typeface="+mj-lt"/>
              <a:buAutoNum type="arabicPeriod"/>
              <a:defRPr b="0">
                <a:solidFill>
                  <a:schemeClr val="tx1"/>
                </a:solidFill>
                <a:latin typeface="+mn-lt"/>
              </a:defRPr>
            </a:lvl2pPr>
            <a:lvl3pPr marL="548640" indent="-548640">
              <a:spcAft>
                <a:spcPts val="2500"/>
              </a:spcAft>
              <a:buSzPct val="200000"/>
              <a:buFont typeface="+mj-lt"/>
              <a:buAutoNum type="arabicPeriod"/>
              <a:defRPr sz="1600">
                <a:solidFill>
                  <a:schemeClr val="tx1"/>
                </a:solidFill>
              </a:defRPr>
            </a:lvl3pPr>
            <a:lvl4pPr marL="548640" indent="-548640">
              <a:spcAft>
                <a:spcPts val="2500"/>
              </a:spcAft>
              <a:buSzPct val="200000"/>
              <a:buFont typeface="+mj-lt"/>
              <a:buAutoNum type="arabicPeriod"/>
              <a:defRPr sz="1600">
                <a:solidFill>
                  <a:schemeClr val="tx1"/>
                </a:solidFill>
              </a:defRPr>
            </a:lvl4pPr>
            <a:lvl5pPr marL="548640" indent="-548640">
              <a:spcAft>
                <a:spcPts val="2500"/>
              </a:spcAft>
              <a:buSzPct val="200000"/>
              <a:buFont typeface="+mj-lt"/>
              <a:buAutoNum type="arabicPeriod"/>
              <a:defRPr sz="1600">
                <a:solidFill>
                  <a:schemeClr val="tx1"/>
                </a:solidFill>
              </a:defRPr>
            </a:lvl5pPr>
            <a:lvl6pPr marL="548640" indent="-548640">
              <a:spcAft>
                <a:spcPts val="2500"/>
              </a:spcAft>
              <a:buSzPct val="200000"/>
              <a:buFont typeface="+mj-lt"/>
              <a:buAutoNum type="arabicPeriod"/>
              <a:defRPr sz="1600">
                <a:solidFill>
                  <a:schemeClr val="tx1"/>
                </a:solidFill>
              </a:defRPr>
            </a:lvl6pPr>
            <a:lvl7pPr marL="548640" indent="-548640">
              <a:spcAft>
                <a:spcPts val="2500"/>
              </a:spcAft>
              <a:buSzPct val="200000"/>
              <a:buFont typeface="+mj-lt"/>
              <a:buAutoNum type="arabicPeriod"/>
              <a:defRPr sz="1600">
                <a:solidFill>
                  <a:schemeClr val="tx1"/>
                </a:solidFill>
              </a:defRPr>
            </a:lvl7pPr>
            <a:lvl8pPr marL="548640" indent="-548640">
              <a:spcAft>
                <a:spcPts val="2500"/>
              </a:spcAft>
              <a:buSzPct val="200000"/>
              <a:buFont typeface="+mj-lt"/>
              <a:buAutoNum type="arabicPeriod"/>
              <a:defRPr sz="1600">
                <a:solidFill>
                  <a:schemeClr val="tx1"/>
                </a:solidFill>
              </a:defRPr>
            </a:lvl8pPr>
            <a:lvl9pPr marL="548640" indent="-548640">
              <a:spcAft>
                <a:spcPts val="2500"/>
              </a:spcAft>
              <a:buSzPct val="200000"/>
              <a:buFont typeface="+mj-lt"/>
              <a:buAutoNum type="arabicPeriod"/>
              <a:defRPr sz="1600">
                <a:solidFill>
                  <a:schemeClr val="tx1"/>
                </a:solidFill>
              </a:defRPr>
            </a:lvl9pPr>
          </a:lstStyle>
          <a:p>
            <a:pPr lvl="0"/>
            <a:r>
              <a:rPr lang="en-US" altLang="ja-JP"/>
              <a:t>Click to edit Master text styles</a:t>
            </a:r>
          </a:p>
        </p:txBody>
      </p:sp>
      <p:pic>
        <p:nvPicPr>
          <p:cNvPr id="12" name="Picture 11">
            <a:extLst>
              <a:ext uri="{FF2B5EF4-FFF2-40B4-BE49-F238E27FC236}">
                <a16:creationId xmlns:a16="http://schemas.microsoft.com/office/drawing/2014/main" id="{8D0481BC-8CF3-454D-9E5E-36168A3AFDF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67BBABA-B53A-4DFE-A411-8A783BDC1E8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C98C4414-061C-40DB-9EEB-146F2EF49BE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8" name="Footer Placeholder 3">
            <a:extLst>
              <a:ext uri="{FF2B5EF4-FFF2-40B4-BE49-F238E27FC236}">
                <a16:creationId xmlns:a16="http://schemas.microsoft.com/office/drawing/2014/main" id="{78705963-0744-41D8-BF34-0B2F1409FCBD}"/>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73325520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ivider/Zoom-dual purpose">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F7CA303-9F06-4521-9775-F2D8EBA60779}"/>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5" name="Title 1">
            <a:extLst>
              <a:ext uri="{FF2B5EF4-FFF2-40B4-BE49-F238E27FC236}">
                <a16:creationId xmlns:a16="http://schemas.microsoft.com/office/drawing/2014/main" id="{FEF6AAA5-1DD4-7042-97B8-DBA2321B05B9}"/>
              </a:ext>
            </a:extLst>
          </p:cNvPr>
          <p:cNvSpPr>
            <a:spLocks noGrp="1"/>
          </p:cNvSpPr>
          <p:nvPr>
            <p:ph type="title"/>
          </p:nvPr>
        </p:nvSpPr>
        <p:spPr>
          <a:xfrm>
            <a:off x="465138" y="457200"/>
            <a:ext cx="5516562" cy="5551487"/>
          </a:xfrm>
        </p:spPr>
        <p:txBody>
          <a:bodyPr lIns="548640" tIns="429768" rIns="228600">
            <a:noAutofit/>
          </a:bodyPr>
          <a:lstStyle>
            <a:lvl1pPr>
              <a:lnSpc>
                <a:spcPct val="95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ltLang="ja-JP"/>
              <a:t>Click to edit Master title style</a:t>
            </a:r>
            <a:endParaRPr lang="en-US"/>
          </a:p>
        </p:txBody>
      </p:sp>
      <p:sp>
        <p:nvSpPr>
          <p:cNvPr id="7" name="Picture Placeholder 7">
            <a:extLst>
              <a:ext uri="{FF2B5EF4-FFF2-40B4-BE49-F238E27FC236}">
                <a16:creationId xmlns:a16="http://schemas.microsoft.com/office/drawing/2014/main" id="{22F72546-F4C0-E249-9BAB-A1046D5C614F}"/>
              </a:ext>
            </a:extLst>
          </p:cNvPr>
          <p:cNvSpPr>
            <a:spLocks noGrp="1"/>
          </p:cNvSpPr>
          <p:nvPr>
            <p:ph type="pic" sz="quarter" idx="12"/>
          </p:nvPr>
        </p:nvSpPr>
        <p:spPr>
          <a:xfrm>
            <a:off x="6096000" y="457200"/>
            <a:ext cx="5634038" cy="5829300"/>
          </a:xfrm>
          <a:solidFill>
            <a:schemeClr val="bg1">
              <a:lumMod val="75000"/>
            </a:schemeClr>
          </a:solidFill>
        </p:spPr>
        <p:txBody>
          <a:bodyPr tIns="2286000"/>
          <a:lstStyle>
            <a:lvl1pPr algn="ctr">
              <a:defRPr b="0" i="0"/>
            </a:lvl1pPr>
          </a:lstStyle>
          <a:p>
            <a:r>
              <a:rPr lang="en-US" altLang="ja-JP"/>
              <a:t>Click icon to add picture</a:t>
            </a:r>
            <a:endParaRPr lang="en-US"/>
          </a:p>
        </p:txBody>
      </p:sp>
      <p:pic>
        <p:nvPicPr>
          <p:cNvPr id="11" name="Picture 10">
            <a:extLst>
              <a:ext uri="{FF2B5EF4-FFF2-40B4-BE49-F238E27FC236}">
                <a16:creationId xmlns:a16="http://schemas.microsoft.com/office/drawing/2014/main" id="{D177DD62-FF0E-4DF1-9857-E5D803D2BAB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2" name="Slide Number Placeholder 1">
            <a:extLst>
              <a:ext uri="{FF2B5EF4-FFF2-40B4-BE49-F238E27FC236}">
                <a16:creationId xmlns:a16="http://schemas.microsoft.com/office/drawing/2014/main" id="{85DF98F8-B5A9-4546-B33B-E34E6C9D205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8" name="Rectangle 7">
            <a:extLst>
              <a:ext uri="{FF2B5EF4-FFF2-40B4-BE49-F238E27FC236}">
                <a16:creationId xmlns:a16="http://schemas.microsoft.com/office/drawing/2014/main" id="{D722DFAE-1A38-4A03-B3F8-1A4E194429A5}"/>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14" name="Straight Connector 13">
            <a:extLst>
              <a:ext uri="{FF2B5EF4-FFF2-40B4-BE49-F238E27FC236}">
                <a16:creationId xmlns:a16="http://schemas.microsoft.com/office/drawing/2014/main" id="{43A3CEF4-AC88-498D-AD5B-70BDA426251B}"/>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0" name="Footer Placeholder 3">
            <a:extLst>
              <a:ext uri="{FF2B5EF4-FFF2-40B4-BE49-F238E27FC236}">
                <a16:creationId xmlns:a16="http://schemas.microsoft.com/office/drawing/2014/main" id="{0ACB852D-07C7-4892-AD73-BEAC6B9E26A4}"/>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374081029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Zoom in/out callout">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CAAC153-FD25-4A34-8523-EA3F12FF3846}"/>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5" name="Title 1">
            <a:extLst>
              <a:ext uri="{FF2B5EF4-FFF2-40B4-BE49-F238E27FC236}">
                <a16:creationId xmlns:a16="http://schemas.microsoft.com/office/drawing/2014/main" id="{FEF6AAA5-1DD4-7042-97B8-DBA2321B05B9}"/>
              </a:ext>
            </a:extLst>
          </p:cNvPr>
          <p:cNvSpPr>
            <a:spLocks noGrp="1"/>
          </p:cNvSpPr>
          <p:nvPr>
            <p:ph type="title"/>
          </p:nvPr>
        </p:nvSpPr>
        <p:spPr>
          <a:xfrm>
            <a:off x="465138" y="457200"/>
            <a:ext cx="5516562" cy="5551487"/>
          </a:xfrm>
        </p:spPr>
        <p:txBody>
          <a:bodyPr lIns="548640" tIns="429768" rIns="228600">
            <a:noAutofit/>
          </a:bodyPr>
          <a:lstStyle>
            <a:lvl1pPr>
              <a:lnSpc>
                <a:spcPct val="95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ltLang="ja-JP"/>
              <a:t>Click to edit Master title style</a:t>
            </a:r>
            <a:endParaRPr lang="en-US"/>
          </a:p>
        </p:txBody>
      </p:sp>
      <p:sp>
        <p:nvSpPr>
          <p:cNvPr id="11" name="Content Placeholder 7">
            <a:extLst>
              <a:ext uri="{FF2B5EF4-FFF2-40B4-BE49-F238E27FC236}">
                <a16:creationId xmlns:a16="http://schemas.microsoft.com/office/drawing/2014/main" id="{B67E0CAE-FDEA-C145-B999-E3ED2EEF7DCB}"/>
              </a:ext>
            </a:extLst>
          </p:cNvPr>
          <p:cNvSpPr>
            <a:spLocks noGrp="1"/>
          </p:cNvSpPr>
          <p:nvPr>
            <p:ph sz="quarter" idx="13"/>
          </p:nvPr>
        </p:nvSpPr>
        <p:spPr>
          <a:xfrm>
            <a:off x="6858000" y="1050925"/>
            <a:ext cx="4251325" cy="4957763"/>
          </a:xfrm>
        </p:spPr>
        <p:txBody>
          <a:bodyPr tIns="0"/>
          <a:lstStyle>
            <a:lvl1pPr>
              <a:defRPr>
                <a:latin typeface="+mn-lt"/>
                <a:ea typeface="Meiryo UI" panose="020B0604030504040204" pitchFamily="50" charset="-128"/>
              </a:defRPr>
            </a:lvl1pPr>
            <a:lvl2pPr>
              <a:defRPr>
                <a:latin typeface="+mn-lt"/>
                <a:ea typeface="Meiryo UI" panose="020B0604030504040204" pitchFamily="50" charset="-128"/>
              </a:defRPr>
            </a:lvl2pPr>
            <a:lvl3pPr>
              <a:defRPr>
                <a:latin typeface="+mn-lt"/>
                <a:ea typeface="Meiryo UI" panose="020B0604030504040204" pitchFamily="50" charset="-128"/>
              </a:defRPr>
            </a:lvl3pPr>
            <a:lvl4pPr>
              <a:defRPr>
                <a:latin typeface="+mn-lt"/>
                <a:ea typeface="Meiryo UI" panose="020B0604030504040204" pitchFamily="50" charset="-128"/>
              </a:defRPr>
            </a:lvl4pPr>
            <a:lvl5pPr>
              <a:defRPr>
                <a:latin typeface="+mn-lt"/>
                <a:ea typeface="Meiryo UI" panose="020B0604030504040204" pitchFamily="50" charset="-128"/>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pic>
        <p:nvPicPr>
          <p:cNvPr id="16" name="Picture 15">
            <a:extLst>
              <a:ext uri="{FF2B5EF4-FFF2-40B4-BE49-F238E27FC236}">
                <a16:creationId xmlns:a16="http://schemas.microsoft.com/office/drawing/2014/main" id="{FB0A2DBD-2C3E-466C-BADC-105A51F0751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7" name="Slide Number Placeholder 1">
            <a:extLst>
              <a:ext uri="{FF2B5EF4-FFF2-40B4-BE49-F238E27FC236}">
                <a16:creationId xmlns:a16="http://schemas.microsoft.com/office/drawing/2014/main" id="{EC8168B8-3C50-438E-8409-252CA81CD310}"/>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8" name="Rectangle 7">
            <a:extLst>
              <a:ext uri="{FF2B5EF4-FFF2-40B4-BE49-F238E27FC236}">
                <a16:creationId xmlns:a16="http://schemas.microsoft.com/office/drawing/2014/main" id="{D8A43D52-A8FE-42DB-B6C3-993FFCB56D69}"/>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12" name="Straight Connector 11">
            <a:extLst>
              <a:ext uri="{FF2B5EF4-FFF2-40B4-BE49-F238E27FC236}">
                <a16:creationId xmlns:a16="http://schemas.microsoft.com/office/drawing/2014/main" id="{D91477EA-1D32-469C-BAD5-7EC065043A2B}"/>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3" name="Footer Placeholder 3">
            <a:extLst>
              <a:ext uri="{FF2B5EF4-FFF2-40B4-BE49-F238E27FC236}">
                <a16:creationId xmlns:a16="http://schemas.microsoft.com/office/drawing/2014/main" id="{E7903649-BFA3-4993-A86D-C71107BC9BF8}"/>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10838717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Zoom in callout graphic">
    <p:bg>
      <p:bgPr>
        <a:solidFill>
          <a:schemeClr val="bg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8E1CB50-699E-427E-B551-982C8EDBF4AF}"/>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pic>
        <p:nvPicPr>
          <p:cNvPr id="3" name="Picture 2">
            <a:extLst>
              <a:ext uri="{FF2B5EF4-FFF2-40B4-BE49-F238E27FC236}">
                <a16:creationId xmlns:a16="http://schemas.microsoft.com/office/drawing/2014/main" id="{47F573AC-3BEE-4B60-9795-422296D847E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09992" y="3346682"/>
            <a:ext cx="4560203" cy="2438611"/>
          </a:xfrm>
          <a:prstGeom prst="rect">
            <a:avLst/>
          </a:prstGeom>
        </p:spPr>
      </p:pic>
      <p:sp>
        <p:nvSpPr>
          <p:cNvPr id="8" name="Text Placeholder 21">
            <a:extLst>
              <a:ext uri="{FF2B5EF4-FFF2-40B4-BE49-F238E27FC236}">
                <a16:creationId xmlns:a16="http://schemas.microsoft.com/office/drawing/2014/main" id="{AC804CF8-26B3-8F4A-9684-54A3AA410744}"/>
              </a:ext>
            </a:extLst>
          </p:cNvPr>
          <p:cNvSpPr>
            <a:spLocks noGrp="1"/>
          </p:cNvSpPr>
          <p:nvPr>
            <p:ph type="body" sz="quarter" idx="15" hasCustomPrompt="1"/>
          </p:nvPr>
        </p:nvSpPr>
        <p:spPr>
          <a:xfrm>
            <a:off x="1257300" y="3575957"/>
            <a:ext cx="4065814" cy="1975756"/>
          </a:xfrm>
        </p:spPr>
        <p:txBody>
          <a:bodyPr lIns="228600" tIns="0" rIns="228600" anchor="ctr" anchorCtr="0"/>
          <a:lstStyle>
            <a:lvl1pPr>
              <a:lnSpc>
                <a:spcPct val="100000"/>
              </a:lnSpc>
              <a:spcAft>
                <a:spcPts val="0"/>
              </a:spcAft>
              <a:defRPr sz="1800" b="0" i="0" baseline="0">
                <a:solidFill>
                  <a:schemeClr val="tx1"/>
                </a:solidFill>
                <a:latin typeface="+mn-lt"/>
                <a:ea typeface="Meiryo UI" panose="020B0604030504040204" pitchFamily="50" charset="-128"/>
              </a:defRPr>
            </a:lvl1pPr>
            <a:lvl2pPr>
              <a:lnSpc>
                <a:spcPct val="100000"/>
              </a:lnSpc>
              <a:defRPr sz="1800" b="1">
                <a:solidFill>
                  <a:schemeClr val="tx2"/>
                </a:solidFill>
                <a:latin typeface="+mn-lt"/>
              </a:defRPr>
            </a:lvl2pPr>
            <a:lvl3pPr marL="0" indent="0">
              <a:buFontTx/>
              <a:buNone/>
              <a:defRPr sz="1800" b="1">
                <a:solidFill>
                  <a:schemeClr val="tx2"/>
                </a:solidFill>
              </a:defRPr>
            </a:lvl3pPr>
            <a:lvl4pPr marL="0" indent="0">
              <a:buFontTx/>
              <a:buNone/>
              <a:defRPr sz="1800" b="1">
                <a:solidFill>
                  <a:schemeClr val="tx2"/>
                </a:solidFill>
              </a:defRPr>
            </a:lvl4pPr>
            <a:lvl5pPr marL="0" indent="0">
              <a:buFontTx/>
              <a:buNone/>
              <a:defRPr sz="1800" b="1">
                <a:solidFill>
                  <a:schemeClr val="tx2"/>
                </a:solidFill>
              </a:defRPr>
            </a:lvl5pPr>
            <a:lvl6pPr marL="0" indent="0">
              <a:buFontTx/>
              <a:buNone/>
              <a:defRPr sz="1800" b="1">
                <a:solidFill>
                  <a:schemeClr val="tx2"/>
                </a:solidFill>
              </a:defRPr>
            </a:lvl6pPr>
            <a:lvl7pPr marL="0" indent="0">
              <a:buFontTx/>
              <a:buNone/>
              <a:defRPr sz="1800" b="1">
                <a:solidFill>
                  <a:schemeClr val="tx2"/>
                </a:solidFill>
              </a:defRPr>
            </a:lvl7pPr>
            <a:lvl8pPr marL="0" indent="0">
              <a:buFontTx/>
              <a:buNone/>
              <a:defRPr sz="1800" b="1">
                <a:solidFill>
                  <a:schemeClr val="tx2"/>
                </a:solidFill>
              </a:defRPr>
            </a:lvl8pPr>
            <a:lvl9pPr marL="0" indent="0">
              <a:buFontTx/>
              <a:buNone/>
              <a:defRPr sz="1800" b="1">
                <a:solidFill>
                  <a:schemeClr val="tx2"/>
                </a:solidFill>
              </a:defRPr>
            </a:lvl9pPr>
          </a:lstStyle>
          <a:p>
            <a:pPr lvl="0"/>
            <a:r>
              <a:rPr lang="en-US"/>
              <a:t>Click to add text</a:t>
            </a:r>
          </a:p>
        </p:txBody>
      </p:sp>
      <p:sp>
        <p:nvSpPr>
          <p:cNvPr id="10" name="Title 1">
            <a:extLst>
              <a:ext uri="{FF2B5EF4-FFF2-40B4-BE49-F238E27FC236}">
                <a16:creationId xmlns:a16="http://schemas.microsoft.com/office/drawing/2014/main" id="{299F32F4-D474-AA46-9DE4-6ED26394AFEC}"/>
              </a:ext>
            </a:extLst>
          </p:cNvPr>
          <p:cNvSpPr>
            <a:spLocks noGrp="1"/>
          </p:cNvSpPr>
          <p:nvPr>
            <p:ph type="title"/>
          </p:nvPr>
        </p:nvSpPr>
        <p:spPr>
          <a:xfrm>
            <a:off x="465138" y="457200"/>
            <a:ext cx="5516562" cy="2824843"/>
          </a:xfrm>
        </p:spPr>
        <p:txBody>
          <a:bodyPr lIns="548640" tIns="429768" rIns="228600">
            <a:noAutofit/>
          </a:bodyPr>
          <a:lstStyle>
            <a:lvl1pPr>
              <a:lnSpc>
                <a:spcPct val="95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ltLang="ja-JP"/>
              <a:t>Click to edit Master title style</a:t>
            </a:r>
            <a:endParaRPr lang="en-US"/>
          </a:p>
        </p:txBody>
      </p:sp>
      <p:sp>
        <p:nvSpPr>
          <p:cNvPr id="9" name="Content Placeholder 7">
            <a:extLst>
              <a:ext uri="{FF2B5EF4-FFF2-40B4-BE49-F238E27FC236}">
                <a16:creationId xmlns:a16="http://schemas.microsoft.com/office/drawing/2014/main" id="{F1E37254-624E-6F4B-AF11-FA2EB81EE932}"/>
              </a:ext>
            </a:extLst>
          </p:cNvPr>
          <p:cNvSpPr>
            <a:spLocks noGrp="1"/>
          </p:cNvSpPr>
          <p:nvPr>
            <p:ph sz="quarter" idx="13"/>
          </p:nvPr>
        </p:nvSpPr>
        <p:spPr>
          <a:xfrm>
            <a:off x="6858000" y="1050925"/>
            <a:ext cx="4251325" cy="4957763"/>
          </a:xfrm>
        </p:spPr>
        <p:txBody>
          <a:bodyPr tIns="0"/>
          <a:lstStyle>
            <a:lvl1pPr>
              <a:defRPr>
                <a:latin typeface="+mn-lt"/>
                <a:ea typeface="Meiryo UI" panose="020B0604030504040204" pitchFamily="50" charset="-128"/>
              </a:defRPr>
            </a:lvl1pPr>
            <a:lvl2pPr>
              <a:defRPr>
                <a:latin typeface="+mn-lt"/>
                <a:ea typeface="Meiryo UI" panose="020B0604030504040204" pitchFamily="50" charset="-128"/>
              </a:defRPr>
            </a:lvl2pPr>
            <a:lvl3pPr>
              <a:defRPr>
                <a:latin typeface="+mn-lt"/>
                <a:ea typeface="Meiryo UI" panose="020B0604030504040204" pitchFamily="50" charset="-128"/>
              </a:defRPr>
            </a:lvl3pPr>
            <a:lvl4pPr>
              <a:defRPr>
                <a:latin typeface="+mn-lt"/>
                <a:ea typeface="Meiryo UI" panose="020B0604030504040204" pitchFamily="50" charset="-128"/>
              </a:defRPr>
            </a:lvl4pPr>
            <a:lvl5pPr>
              <a:defRPr>
                <a:latin typeface="+mn-lt"/>
                <a:ea typeface="Meiryo UI" panose="020B0604030504040204" pitchFamily="50" charset="-128"/>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pic>
        <p:nvPicPr>
          <p:cNvPr id="15" name="Picture 14">
            <a:extLst>
              <a:ext uri="{FF2B5EF4-FFF2-40B4-BE49-F238E27FC236}">
                <a16:creationId xmlns:a16="http://schemas.microsoft.com/office/drawing/2014/main" id="{9865C6DA-08B3-44E3-954D-9685DBE8279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6" name="Slide Number Placeholder 1">
            <a:extLst>
              <a:ext uri="{FF2B5EF4-FFF2-40B4-BE49-F238E27FC236}">
                <a16:creationId xmlns:a16="http://schemas.microsoft.com/office/drawing/2014/main" id="{DD483DF6-F9A6-4AB7-901D-A04C24F22E6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12" name="Rectangle 11">
            <a:extLst>
              <a:ext uri="{FF2B5EF4-FFF2-40B4-BE49-F238E27FC236}">
                <a16:creationId xmlns:a16="http://schemas.microsoft.com/office/drawing/2014/main" id="{D51058F0-0AF5-40AD-A96A-DCAE716FBBA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17" name="Straight Connector 16">
            <a:extLst>
              <a:ext uri="{FF2B5EF4-FFF2-40B4-BE49-F238E27FC236}">
                <a16:creationId xmlns:a16="http://schemas.microsoft.com/office/drawing/2014/main" id="{A4D50D21-C984-4D0D-A8BC-684DCBCB9AC9}"/>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4" name="Footer Placeholder 3">
            <a:extLst>
              <a:ext uri="{FF2B5EF4-FFF2-40B4-BE49-F238E27FC236}">
                <a16:creationId xmlns:a16="http://schemas.microsoft.com/office/drawing/2014/main" id="{490C78E4-DDF9-49F6-923C-8710F20B86D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331654088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Zoom in quote graphic">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3FFF7F9-28BB-4EE3-AB28-AB89F98814F7}"/>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pic>
        <p:nvPicPr>
          <p:cNvPr id="20" name="Picture 19">
            <a:extLst>
              <a:ext uri="{FF2B5EF4-FFF2-40B4-BE49-F238E27FC236}">
                <a16:creationId xmlns:a16="http://schemas.microsoft.com/office/drawing/2014/main" id="{487648CA-0A0A-4EC3-8110-60E9704A4FD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71891" y="3332700"/>
            <a:ext cx="4590686" cy="2444708"/>
          </a:xfrm>
          <a:prstGeom prst="rect">
            <a:avLst/>
          </a:prstGeom>
        </p:spPr>
      </p:pic>
      <p:sp>
        <p:nvSpPr>
          <p:cNvPr id="21" name="Text Placeholder 21">
            <a:extLst>
              <a:ext uri="{FF2B5EF4-FFF2-40B4-BE49-F238E27FC236}">
                <a16:creationId xmlns:a16="http://schemas.microsoft.com/office/drawing/2014/main" id="{DE70C388-D8B3-45A3-9EC3-7AC529957E5E}"/>
              </a:ext>
            </a:extLst>
          </p:cNvPr>
          <p:cNvSpPr>
            <a:spLocks noGrp="1"/>
          </p:cNvSpPr>
          <p:nvPr>
            <p:ph type="body" sz="quarter" idx="15" hasCustomPrompt="1"/>
          </p:nvPr>
        </p:nvSpPr>
        <p:spPr>
          <a:xfrm>
            <a:off x="1257300" y="3575957"/>
            <a:ext cx="4065814" cy="1975756"/>
          </a:xfrm>
        </p:spPr>
        <p:txBody>
          <a:bodyPr lIns="228600" tIns="0" rIns="228600" anchor="ctr" anchorCtr="0"/>
          <a:lstStyle>
            <a:lvl1pPr>
              <a:lnSpc>
                <a:spcPct val="100000"/>
              </a:lnSpc>
              <a:spcAft>
                <a:spcPts val="0"/>
              </a:spcAft>
              <a:defRPr sz="1800" b="0" i="0" baseline="0">
                <a:solidFill>
                  <a:schemeClr val="tx1"/>
                </a:solidFill>
                <a:latin typeface="+mn-lt"/>
                <a:ea typeface="Meiryo UI" panose="020B0604030504040204" pitchFamily="50" charset="-128"/>
              </a:defRPr>
            </a:lvl1pPr>
            <a:lvl2pPr>
              <a:lnSpc>
                <a:spcPct val="100000"/>
              </a:lnSpc>
              <a:defRPr sz="1800" b="1">
                <a:solidFill>
                  <a:schemeClr val="tx2"/>
                </a:solidFill>
                <a:latin typeface="+mn-lt"/>
              </a:defRPr>
            </a:lvl2pPr>
            <a:lvl3pPr marL="0" indent="0">
              <a:buFontTx/>
              <a:buNone/>
              <a:defRPr sz="1800" b="1">
                <a:solidFill>
                  <a:schemeClr val="tx2"/>
                </a:solidFill>
              </a:defRPr>
            </a:lvl3pPr>
            <a:lvl4pPr marL="0" indent="0">
              <a:buFontTx/>
              <a:buNone/>
              <a:defRPr sz="1800" b="1">
                <a:solidFill>
                  <a:schemeClr val="tx2"/>
                </a:solidFill>
              </a:defRPr>
            </a:lvl4pPr>
            <a:lvl5pPr marL="0" indent="0">
              <a:buFontTx/>
              <a:buNone/>
              <a:defRPr sz="1800" b="1">
                <a:solidFill>
                  <a:schemeClr val="tx2"/>
                </a:solidFill>
              </a:defRPr>
            </a:lvl5pPr>
            <a:lvl6pPr marL="0" indent="0">
              <a:buFontTx/>
              <a:buNone/>
              <a:defRPr sz="1800" b="1">
                <a:solidFill>
                  <a:schemeClr val="tx2"/>
                </a:solidFill>
              </a:defRPr>
            </a:lvl6pPr>
            <a:lvl7pPr marL="0" indent="0">
              <a:buFontTx/>
              <a:buNone/>
              <a:defRPr sz="1800" b="1">
                <a:solidFill>
                  <a:schemeClr val="tx2"/>
                </a:solidFill>
              </a:defRPr>
            </a:lvl7pPr>
            <a:lvl8pPr marL="0" indent="0">
              <a:buFontTx/>
              <a:buNone/>
              <a:defRPr sz="1800" b="1">
                <a:solidFill>
                  <a:schemeClr val="tx2"/>
                </a:solidFill>
              </a:defRPr>
            </a:lvl8pPr>
            <a:lvl9pPr marL="0" indent="0">
              <a:buFontTx/>
              <a:buNone/>
              <a:defRPr sz="1800" b="1">
                <a:solidFill>
                  <a:schemeClr val="tx2"/>
                </a:solidFill>
              </a:defRPr>
            </a:lvl9pPr>
          </a:lstStyle>
          <a:p>
            <a:pPr lvl="0"/>
            <a:r>
              <a:rPr lang="en-US"/>
              <a:t>Click to add text</a:t>
            </a:r>
          </a:p>
        </p:txBody>
      </p:sp>
      <p:sp>
        <p:nvSpPr>
          <p:cNvPr id="19" name="Title 1">
            <a:extLst>
              <a:ext uri="{FF2B5EF4-FFF2-40B4-BE49-F238E27FC236}">
                <a16:creationId xmlns:a16="http://schemas.microsoft.com/office/drawing/2014/main" id="{034C1D9A-5144-FD41-A4E5-9D84E378FEBF}"/>
              </a:ext>
            </a:extLst>
          </p:cNvPr>
          <p:cNvSpPr>
            <a:spLocks noGrp="1"/>
          </p:cNvSpPr>
          <p:nvPr>
            <p:ph type="title"/>
          </p:nvPr>
        </p:nvSpPr>
        <p:spPr>
          <a:xfrm>
            <a:off x="465138" y="457200"/>
            <a:ext cx="5516562" cy="2824843"/>
          </a:xfrm>
        </p:spPr>
        <p:txBody>
          <a:bodyPr lIns="548640" tIns="429768" rIns="228600">
            <a:noAutofit/>
          </a:bodyPr>
          <a:lstStyle>
            <a:lvl1pPr>
              <a:lnSpc>
                <a:spcPct val="95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ltLang="ja-JP"/>
              <a:t>Click to edit Master title style</a:t>
            </a:r>
            <a:endParaRPr lang="en-US"/>
          </a:p>
        </p:txBody>
      </p:sp>
      <p:sp>
        <p:nvSpPr>
          <p:cNvPr id="9" name="Content Placeholder 7">
            <a:extLst>
              <a:ext uri="{FF2B5EF4-FFF2-40B4-BE49-F238E27FC236}">
                <a16:creationId xmlns:a16="http://schemas.microsoft.com/office/drawing/2014/main" id="{2B40B544-CE1D-6D47-804C-8797BE640EA6}"/>
              </a:ext>
            </a:extLst>
          </p:cNvPr>
          <p:cNvSpPr>
            <a:spLocks noGrp="1"/>
          </p:cNvSpPr>
          <p:nvPr>
            <p:ph sz="quarter" idx="13"/>
          </p:nvPr>
        </p:nvSpPr>
        <p:spPr>
          <a:xfrm>
            <a:off x="6858000" y="1050925"/>
            <a:ext cx="4251325" cy="4957763"/>
          </a:xfrm>
        </p:spPr>
        <p:txBody>
          <a:bodyPr tIns="0"/>
          <a:lstStyle>
            <a:lvl1pPr>
              <a:defRPr>
                <a:latin typeface="+mn-lt"/>
                <a:ea typeface="Meiryo UI" panose="020B0604030504040204" pitchFamily="50" charset="-128"/>
              </a:defRPr>
            </a:lvl1pPr>
            <a:lvl2pPr>
              <a:defRPr>
                <a:latin typeface="+mn-lt"/>
                <a:ea typeface="Meiryo UI" panose="020B0604030504040204" pitchFamily="50" charset="-128"/>
              </a:defRPr>
            </a:lvl2pPr>
            <a:lvl3pPr>
              <a:defRPr>
                <a:latin typeface="+mn-lt"/>
                <a:ea typeface="Meiryo UI" panose="020B0604030504040204" pitchFamily="50" charset="-128"/>
              </a:defRPr>
            </a:lvl3pPr>
            <a:lvl4pPr>
              <a:defRPr>
                <a:latin typeface="+mn-lt"/>
                <a:ea typeface="Meiryo UI" panose="020B0604030504040204" pitchFamily="50" charset="-128"/>
              </a:defRPr>
            </a:lvl4pPr>
            <a:lvl5pPr>
              <a:defRPr>
                <a:latin typeface="+mn-lt"/>
                <a:ea typeface="Meiryo UI" panose="020B0604030504040204" pitchFamily="50" charset="-128"/>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pic>
        <p:nvPicPr>
          <p:cNvPr id="12" name="Picture 11">
            <a:extLst>
              <a:ext uri="{FF2B5EF4-FFF2-40B4-BE49-F238E27FC236}">
                <a16:creationId xmlns:a16="http://schemas.microsoft.com/office/drawing/2014/main" id="{4E1BDC4F-516D-4B73-AB7F-B44D2AA4956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4" name="Slide Number Placeholder 1">
            <a:extLst>
              <a:ext uri="{FF2B5EF4-FFF2-40B4-BE49-F238E27FC236}">
                <a16:creationId xmlns:a16="http://schemas.microsoft.com/office/drawing/2014/main" id="{34391273-6B4B-44F6-ACE6-FC902A60F4C4}"/>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13" name="Rectangle 12">
            <a:extLst>
              <a:ext uri="{FF2B5EF4-FFF2-40B4-BE49-F238E27FC236}">
                <a16:creationId xmlns:a16="http://schemas.microsoft.com/office/drawing/2014/main" id="{2356B187-B2DC-4535-B1D2-17215FDBBFB9}"/>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22" name="Straight Connector 21">
            <a:extLst>
              <a:ext uri="{FF2B5EF4-FFF2-40B4-BE49-F238E27FC236}">
                <a16:creationId xmlns:a16="http://schemas.microsoft.com/office/drawing/2014/main" id="{F2DF66EA-FE11-402A-A09E-CB414D18E2C4}"/>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5" name="Footer Placeholder 3">
            <a:extLst>
              <a:ext uri="{FF2B5EF4-FFF2-40B4-BE49-F238E27FC236}">
                <a16:creationId xmlns:a16="http://schemas.microsoft.com/office/drawing/2014/main" id="{2582890A-3542-4DB2-980D-6809823FDEA8}"/>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29831647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1col ">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10" name="Text Placeholder 25">
            <a:extLst>
              <a:ext uri="{FF2B5EF4-FFF2-40B4-BE49-F238E27FC236}">
                <a16:creationId xmlns:a16="http://schemas.microsoft.com/office/drawing/2014/main" id="{361F0B8B-F383-5648-840E-3CFCED056165}"/>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6" name="Title 15">
            <a:extLst>
              <a:ext uri="{FF2B5EF4-FFF2-40B4-BE49-F238E27FC236}">
                <a16:creationId xmlns:a16="http://schemas.microsoft.com/office/drawing/2014/main" id="{B0B919C9-B9AD-524C-B36A-104779C34B62}"/>
              </a:ext>
            </a:extLst>
          </p:cNvPr>
          <p:cNvSpPr>
            <a:spLocks noGrp="1"/>
          </p:cNvSpPr>
          <p:nvPr>
            <p:ph type="title"/>
          </p:nvPr>
        </p:nvSpPr>
        <p:spPr>
          <a:xfrm>
            <a:off x="457200" y="457199"/>
            <a:ext cx="11247120" cy="457200"/>
          </a:xfrm>
        </p:spPr>
        <p:txBody>
          <a:bodyPr rIns="0"/>
          <a:lstStyle/>
          <a:p>
            <a:r>
              <a:rPr lang="en-US" altLang="ja-JP"/>
              <a:t>Click to edit Master title style</a:t>
            </a:r>
            <a:endParaRPr lang="en-US"/>
          </a:p>
        </p:txBody>
      </p:sp>
      <p:sp>
        <p:nvSpPr>
          <p:cNvPr id="3" name="Content Placeholder 2">
            <a:extLst>
              <a:ext uri="{FF2B5EF4-FFF2-40B4-BE49-F238E27FC236}">
                <a16:creationId xmlns:a16="http://schemas.microsoft.com/office/drawing/2014/main" id="{C2F043B3-7271-2743-8B55-2D3661E53CB4}"/>
              </a:ext>
            </a:extLst>
          </p:cNvPr>
          <p:cNvSpPr>
            <a:spLocks noGrp="1"/>
          </p:cNvSpPr>
          <p:nvPr>
            <p:ph sz="quarter" idx="19" hasCustomPrompt="1"/>
          </p:nvPr>
        </p:nvSpPr>
        <p:spPr>
          <a:xfrm>
            <a:off x="457199" y="1645920"/>
            <a:ext cx="11247120" cy="4179888"/>
          </a:xfrm>
        </p:spPr>
        <p:txBody>
          <a:bodyPr tIns="0" rIns="0"/>
          <a:lstStyle>
            <a:lvl3pPr>
              <a:defRPr sz="1600"/>
            </a:lvl3pPr>
            <a:lvl4pPr>
              <a:defRPr sz="1400"/>
            </a:lvl4pPr>
            <a:lvl5pPr>
              <a:defRPr sz="1200"/>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a:p>
            <a:pPr lvl="4"/>
            <a:endParaRPr lang="en-US"/>
          </a:p>
        </p:txBody>
      </p:sp>
      <p:pic>
        <p:nvPicPr>
          <p:cNvPr id="12" name="Picture 11">
            <a:extLst>
              <a:ext uri="{FF2B5EF4-FFF2-40B4-BE49-F238E27FC236}">
                <a16:creationId xmlns:a16="http://schemas.microsoft.com/office/drawing/2014/main" id="{F9CB4D68-4B51-4D61-9A53-702C3163D229}"/>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961B5C2-8E9B-4DD0-BCE9-BC0465E93ED6}"/>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14" name="Rectangle 13">
            <a:extLst>
              <a:ext uri="{FF2B5EF4-FFF2-40B4-BE49-F238E27FC236}">
                <a16:creationId xmlns:a16="http://schemas.microsoft.com/office/drawing/2014/main" id="{657D2A46-9974-4E5B-B02D-C5B430D34E12}"/>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9" name="Footer Placeholder 3">
            <a:extLst>
              <a:ext uri="{FF2B5EF4-FFF2-40B4-BE49-F238E27FC236}">
                <a16:creationId xmlns:a16="http://schemas.microsoft.com/office/drawing/2014/main" id="{1BC3DBE6-4497-46FF-A852-C5ED2DEAC4C3}"/>
              </a:ext>
            </a:extLst>
          </p:cNvPr>
          <p:cNvSpPr>
            <a:spLocks noGrp="1"/>
          </p:cNvSpPr>
          <p:nvPr>
            <p:ph type="ftr" sz="quarter" idx="10"/>
          </p:nvPr>
        </p:nvSpPr>
        <p:spPr>
          <a:xfrm>
            <a:off x="457199" y="6519672"/>
            <a:ext cx="3200400" cy="91440"/>
          </a:xfrm>
        </p:spPr>
        <p:txBody>
          <a:bodyPr anchor="t" anchorCtr="0"/>
          <a:lstStyle>
            <a:lvl1pPr>
              <a:defRPr b="0" i="0"/>
            </a:lvl1pPr>
            <a:lvl7pPr>
              <a:defRPr>
                <a:latin typeface="+mn-lt"/>
              </a:defRPr>
            </a:lvl7pPr>
          </a:lstStyle>
          <a:p>
            <a:pPr lvl="6"/>
            <a:r>
              <a:rPr lang="en-US"/>
              <a:t>© 2025 WTW. Proprietary and confidential. For WTW and WTW client use only.</a:t>
            </a:r>
          </a:p>
        </p:txBody>
      </p:sp>
    </p:spTree>
    <p:extLst>
      <p:ext uri="{BB962C8B-B14F-4D97-AF65-F5344CB8AC3E}">
        <p14:creationId xmlns:p14="http://schemas.microsoft.com/office/powerpoint/2010/main" val="421633351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1col_2 line headlin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AE0816A-A18F-4FA0-84A3-052FE1DE205D}"/>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5" name="Rectangle 14">
            <a:extLst>
              <a:ext uri="{FF2B5EF4-FFF2-40B4-BE49-F238E27FC236}">
                <a16:creationId xmlns:a16="http://schemas.microsoft.com/office/drawing/2014/main" id="{50028726-36A9-4D68-AE5A-99DDB1E396C6}"/>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pic>
        <p:nvPicPr>
          <p:cNvPr id="12" name="Picture 11">
            <a:extLst>
              <a:ext uri="{FF2B5EF4-FFF2-40B4-BE49-F238E27FC236}">
                <a16:creationId xmlns:a16="http://schemas.microsoft.com/office/drawing/2014/main" id="{F9CB4D68-4B51-4D61-9A53-702C3163D22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961B5C2-8E9B-4DD0-BCE9-BC0465E93ED6}"/>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8" name="Title 8">
            <a:extLst>
              <a:ext uri="{FF2B5EF4-FFF2-40B4-BE49-F238E27FC236}">
                <a16:creationId xmlns:a16="http://schemas.microsoft.com/office/drawing/2014/main" id="{1FADA34C-ABB2-4812-A4FE-3F09B5A82D8F}"/>
              </a:ext>
            </a:extLst>
          </p:cNvPr>
          <p:cNvSpPr>
            <a:spLocks noGrp="1"/>
          </p:cNvSpPr>
          <p:nvPr>
            <p:ph type="title" hasCustomPrompt="1"/>
          </p:nvPr>
        </p:nvSpPr>
        <p:spPr>
          <a:xfrm>
            <a:off x="457200" y="457199"/>
            <a:ext cx="11261723" cy="784226"/>
          </a:xfrm>
        </p:spPr>
        <p:txBody>
          <a:bodyPr rIns="0"/>
          <a:lstStyle>
            <a:lvl1pPr>
              <a:defRPr/>
            </a:lvl1pPr>
          </a:lstStyle>
          <a:p>
            <a:r>
              <a:rPr lang="en-US"/>
              <a:t>Click to edit Master title style</a:t>
            </a:r>
            <a:br>
              <a:rPr lang="en-US"/>
            </a:br>
            <a:r>
              <a:rPr lang="en-US"/>
              <a:t>two lines option</a:t>
            </a:r>
          </a:p>
        </p:txBody>
      </p:sp>
      <p:sp>
        <p:nvSpPr>
          <p:cNvPr id="14" name="Text Placeholder 25">
            <a:extLst>
              <a:ext uri="{FF2B5EF4-FFF2-40B4-BE49-F238E27FC236}">
                <a16:creationId xmlns:a16="http://schemas.microsoft.com/office/drawing/2014/main" id="{24D67745-6C65-463F-BC80-C2616D3736AB}"/>
              </a:ext>
            </a:extLst>
          </p:cNvPr>
          <p:cNvSpPr>
            <a:spLocks noGrp="1"/>
          </p:cNvSpPr>
          <p:nvPr>
            <p:ph type="body" sz="quarter" idx="17" hasCustomPrompt="1"/>
          </p:nvPr>
        </p:nvSpPr>
        <p:spPr>
          <a:xfrm>
            <a:off x="457200" y="133178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0" name="Content Placeholder 2">
            <a:extLst>
              <a:ext uri="{FF2B5EF4-FFF2-40B4-BE49-F238E27FC236}">
                <a16:creationId xmlns:a16="http://schemas.microsoft.com/office/drawing/2014/main" id="{936B0218-4226-44D7-A283-EC6A35A8D836}"/>
              </a:ext>
            </a:extLst>
          </p:cNvPr>
          <p:cNvSpPr>
            <a:spLocks noGrp="1"/>
          </p:cNvSpPr>
          <p:nvPr>
            <p:ph sz="quarter" idx="19" hasCustomPrompt="1"/>
          </p:nvPr>
        </p:nvSpPr>
        <p:spPr>
          <a:xfrm>
            <a:off x="457199" y="1828800"/>
            <a:ext cx="11247120" cy="4179888"/>
          </a:xfrm>
        </p:spPr>
        <p:txBody>
          <a:bodyPr tIns="0" rIns="0"/>
          <a:lstStyle>
            <a:lvl3pPr>
              <a:defRPr sz="1600"/>
            </a:lvl3pPr>
            <a:lvl4pPr>
              <a:defRPr sz="1400"/>
            </a:lvl4pPr>
            <a:lvl5pPr>
              <a:defRPr sz="1200"/>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a:p>
            <a:pPr lvl="4"/>
            <a:endParaRPr lang="en-US"/>
          </a:p>
        </p:txBody>
      </p:sp>
      <p:sp>
        <p:nvSpPr>
          <p:cNvPr id="11" name="Footer Placeholder 3">
            <a:extLst>
              <a:ext uri="{FF2B5EF4-FFF2-40B4-BE49-F238E27FC236}">
                <a16:creationId xmlns:a16="http://schemas.microsoft.com/office/drawing/2014/main" id="{14AE9A2E-30C4-46FF-8082-EF84AF6F4C44}"/>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162918426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1col_breadcrumb">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338D0E5-8D0D-4B70-B9DE-1632BE6DC5DA}"/>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1" name="Rectangle 10">
            <a:extLst>
              <a:ext uri="{FF2B5EF4-FFF2-40B4-BE49-F238E27FC236}">
                <a16:creationId xmlns:a16="http://schemas.microsoft.com/office/drawing/2014/main" id="{B09E4ECF-32D1-4129-AAB6-26C1F6BAC857}"/>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0" name="Text Placeholder 25">
            <a:extLst>
              <a:ext uri="{FF2B5EF4-FFF2-40B4-BE49-F238E27FC236}">
                <a16:creationId xmlns:a16="http://schemas.microsoft.com/office/drawing/2014/main" id="{361F0B8B-F383-5648-840E-3CFCED056165}"/>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6" name="Title 15">
            <a:extLst>
              <a:ext uri="{FF2B5EF4-FFF2-40B4-BE49-F238E27FC236}">
                <a16:creationId xmlns:a16="http://schemas.microsoft.com/office/drawing/2014/main" id="{B0B919C9-B9AD-524C-B36A-104779C34B62}"/>
              </a:ext>
            </a:extLst>
          </p:cNvPr>
          <p:cNvSpPr>
            <a:spLocks noGrp="1"/>
          </p:cNvSpPr>
          <p:nvPr>
            <p:ph type="title"/>
          </p:nvPr>
        </p:nvSpPr>
        <p:spPr>
          <a:xfrm>
            <a:off x="457200" y="457199"/>
            <a:ext cx="11247120" cy="457200"/>
          </a:xfrm>
        </p:spPr>
        <p:txBody>
          <a:bodyPr rIns="0"/>
          <a:lstStyle/>
          <a:p>
            <a:r>
              <a:rPr lang="en-US" altLang="ja-JP"/>
              <a:t>Click to edit Master title style</a:t>
            </a:r>
            <a:endParaRPr lang="en-US"/>
          </a:p>
        </p:txBody>
      </p:sp>
      <p:sp>
        <p:nvSpPr>
          <p:cNvPr id="3" name="Content Placeholder 2">
            <a:extLst>
              <a:ext uri="{FF2B5EF4-FFF2-40B4-BE49-F238E27FC236}">
                <a16:creationId xmlns:a16="http://schemas.microsoft.com/office/drawing/2014/main" id="{C2F043B3-7271-2743-8B55-2D3661E53CB4}"/>
              </a:ext>
            </a:extLst>
          </p:cNvPr>
          <p:cNvSpPr>
            <a:spLocks noGrp="1"/>
          </p:cNvSpPr>
          <p:nvPr>
            <p:ph sz="quarter" idx="19"/>
          </p:nvPr>
        </p:nvSpPr>
        <p:spPr>
          <a:xfrm>
            <a:off x="457200" y="1645920"/>
            <a:ext cx="11247120" cy="4179888"/>
          </a:xfrm>
        </p:spPr>
        <p:txBody>
          <a:bodyPr rIns="0"/>
          <a:lstStyle>
            <a:lvl3pPr>
              <a:defRPr sz="1600"/>
            </a:lvl3pPr>
            <a:lvl4pPr>
              <a:defRPr sz="1400"/>
            </a:lvl4pPr>
            <a:lvl5pPr>
              <a:defRPr sz="12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8" name="Text Placeholder 25">
            <a:extLst>
              <a:ext uri="{FF2B5EF4-FFF2-40B4-BE49-F238E27FC236}">
                <a16:creationId xmlns:a16="http://schemas.microsoft.com/office/drawing/2014/main" id="{47E6DB96-29A5-457D-BE4F-4D334C5441E9}"/>
              </a:ext>
            </a:extLst>
          </p:cNvPr>
          <p:cNvSpPr>
            <a:spLocks noGrp="1"/>
          </p:cNvSpPr>
          <p:nvPr>
            <p:ph type="body" sz="quarter" idx="18" hasCustomPrompt="1"/>
          </p:nvPr>
        </p:nvSpPr>
        <p:spPr>
          <a:xfrm>
            <a:off x="9528560" y="4074"/>
            <a:ext cx="2663439" cy="262143"/>
          </a:xfrm>
          <a:solidFill>
            <a:schemeClr val="accent1"/>
          </a:solidFill>
        </p:spPr>
        <p:txBody>
          <a:bodyPr tIns="0" rIns="0" anchor="ctr" anchorCtr="0">
            <a:normAutofit/>
          </a:bodyPr>
          <a:lstStyle>
            <a:lvl1pPr algn="ctr">
              <a:lnSpc>
                <a:spcPct val="100000"/>
              </a:lnSpc>
              <a:spcAft>
                <a:spcPts val="0"/>
              </a:spcAft>
              <a:defRPr sz="1000" b="0" i="0">
                <a:solidFill>
                  <a:schemeClr val="bg1"/>
                </a:solidFill>
              </a:defRPr>
            </a:lvl1pPr>
            <a:lvl2pPr algn="ctr">
              <a:defRPr sz="900" b="0">
                <a:solidFill>
                  <a:schemeClr val="bg1"/>
                </a:solidFill>
                <a:latin typeface="+mn-lt"/>
              </a:defRPr>
            </a:lvl2pPr>
            <a:lvl3pPr marL="0" indent="0" algn="ctr">
              <a:buFontTx/>
              <a:buNone/>
              <a:defRPr sz="900">
                <a:solidFill>
                  <a:schemeClr val="bg1"/>
                </a:solidFill>
              </a:defRPr>
            </a:lvl3pPr>
            <a:lvl4pPr marL="0" indent="0" algn="ctr">
              <a:buFontTx/>
              <a:buNone/>
              <a:defRPr sz="900">
                <a:solidFill>
                  <a:schemeClr val="bg1"/>
                </a:solidFill>
              </a:defRPr>
            </a:lvl4pPr>
            <a:lvl5pPr marL="0" indent="0" algn="ctr">
              <a:buFontTx/>
              <a:buNone/>
              <a:defRPr sz="900">
                <a:solidFill>
                  <a:schemeClr val="bg1"/>
                </a:solidFill>
              </a:defRPr>
            </a:lvl5pPr>
            <a:lvl6pPr marL="0" indent="0" algn="ctr">
              <a:buFontTx/>
              <a:buNone/>
              <a:defRPr sz="900">
                <a:solidFill>
                  <a:schemeClr val="bg1"/>
                </a:solidFill>
              </a:defRPr>
            </a:lvl6pPr>
            <a:lvl7pPr marL="0" indent="0" algn="ctr">
              <a:buFontTx/>
              <a:buNone/>
              <a:defRPr sz="900">
                <a:solidFill>
                  <a:schemeClr val="bg1"/>
                </a:solidFill>
              </a:defRPr>
            </a:lvl7pPr>
            <a:lvl8pPr marL="0" indent="0" algn="ctr">
              <a:buFontTx/>
              <a:buNone/>
              <a:defRPr sz="900">
                <a:solidFill>
                  <a:schemeClr val="bg1"/>
                </a:solidFill>
              </a:defRPr>
            </a:lvl8pPr>
            <a:lvl9pPr marL="0" indent="0" algn="ctr">
              <a:buFontTx/>
              <a:buNone/>
              <a:defRPr sz="900">
                <a:solidFill>
                  <a:schemeClr val="bg1"/>
                </a:solidFill>
              </a:defRPr>
            </a:lvl9pPr>
          </a:lstStyle>
          <a:p>
            <a:pPr lvl="0"/>
            <a:r>
              <a:rPr lang="en-US"/>
              <a:t>Click to add text</a:t>
            </a:r>
          </a:p>
        </p:txBody>
      </p:sp>
      <p:pic>
        <p:nvPicPr>
          <p:cNvPr id="13" name="Picture 12">
            <a:extLst>
              <a:ext uri="{FF2B5EF4-FFF2-40B4-BE49-F238E27FC236}">
                <a16:creationId xmlns:a16="http://schemas.microsoft.com/office/drawing/2014/main" id="{DFF7D67B-5441-438D-92F3-295655C3820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5" name="Slide Number Placeholder 1">
            <a:extLst>
              <a:ext uri="{FF2B5EF4-FFF2-40B4-BE49-F238E27FC236}">
                <a16:creationId xmlns:a16="http://schemas.microsoft.com/office/drawing/2014/main" id="{C91D8D77-9F41-4E40-97A2-73FD8864C684}"/>
              </a:ext>
            </a:extLst>
          </p:cNvPr>
          <p:cNvSpPr>
            <a:spLocks noGrp="1"/>
          </p:cNvSpPr>
          <p:nvPr>
            <p:ph type="sldNum" sz="quarter" idx="20"/>
          </p:nvPr>
        </p:nvSpPr>
        <p:spPr>
          <a:xfrm>
            <a:off x="11427675" y="6437376"/>
            <a:ext cx="306387" cy="208758"/>
          </a:xfrm>
        </p:spPr>
        <p:txBody>
          <a:bodyPr/>
          <a:lstStyle/>
          <a:p>
            <a:fld id="{63DCA5C9-2E11-4C67-86EB-AE1DE127DC64}" type="slidenum">
              <a:rPr lang="en-US" smtClean="0"/>
              <a:pPr/>
              <a:t>‹#›</a:t>
            </a:fld>
            <a:endParaRPr lang="en-US"/>
          </a:p>
        </p:txBody>
      </p:sp>
      <p:sp>
        <p:nvSpPr>
          <p:cNvPr id="12" name="Footer Placeholder 3">
            <a:extLst>
              <a:ext uri="{FF2B5EF4-FFF2-40B4-BE49-F238E27FC236}">
                <a16:creationId xmlns:a16="http://schemas.microsoft.com/office/drawing/2014/main" id="{31F96F8B-859C-444A-9C14-BC942C1C5A1E}"/>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109554227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2col">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1622B17-C39D-4AD6-AB7D-AA8EC1545936}"/>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0" name="Rectangle 9">
            <a:extLst>
              <a:ext uri="{FF2B5EF4-FFF2-40B4-BE49-F238E27FC236}">
                <a16:creationId xmlns:a16="http://schemas.microsoft.com/office/drawing/2014/main" id="{9120953D-DF34-4108-B972-BD5EE2AF2B07}"/>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5" name="Content Placeholder 4">
            <a:extLst>
              <a:ext uri="{FF2B5EF4-FFF2-40B4-BE49-F238E27FC236}">
                <a16:creationId xmlns:a16="http://schemas.microsoft.com/office/drawing/2014/main" id="{33EB6DAB-F115-1E4D-92B8-863DEEC7C63A}"/>
              </a:ext>
            </a:extLst>
          </p:cNvPr>
          <p:cNvSpPr>
            <a:spLocks noGrp="1"/>
          </p:cNvSpPr>
          <p:nvPr>
            <p:ph sz="quarter" idx="19"/>
          </p:nvPr>
        </p:nvSpPr>
        <p:spPr>
          <a:xfrm>
            <a:off x="457200" y="1645920"/>
            <a:ext cx="5516562" cy="4179888"/>
          </a:xfrm>
        </p:spPr>
        <p:txBody>
          <a:bodyPr tIns="0"/>
          <a:lstStyle>
            <a:lvl3pPr>
              <a:defRPr sz="1600"/>
            </a:lvl3pPr>
            <a:lvl4pPr>
              <a:defRPr sz="1400"/>
            </a:lvl4pPr>
            <a:lvl5pPr>
              <a:defRPr sz="12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14" name="Content Placeholder 4">
            <a:extLst>
              <a:ext uri="{FF2B5EF4-FFF2-40B4-BE49-F238E27FC236}">
                <a16:creationId xmlns:a16="http://schemas.microsoft.com/office/drawing/2014/main" id="{DF9E4E54-38A0-7A4A-9C7A-DE9895AD53EA}"/>
              </a:ext>
            </a:extLst>
          </p:cNvPr>
          <p:cNvSpPr>
            <a:spLocks noGrp="1"/>
          </p:cNvSpPr>
          <p:nvPr>
            <p:ph sz="quarter" idx="20"/>
          </p:nvPr>
        </p:nvSpPr>
        <p:spPr>
          <a:xfrm>
            <a:off x="6218240" y="1645920"/>
            <a:ext cx="5516562" cy="4179888"/>
          </a:xfrm>
        </p:spPr>
        <p:txBody>
          <a:bodyPr tIns="0"/>
          <a:lstStyle>
            <a:lvl3pPr>
              <a:defRPr sz="1600"/>
            </a:lvl3pPr>
            <a:lvl4pPr>
              <a:defRPr sz="1400"/>
            </a:lvl4pPr>
            <a:lvl5pPr>
              <a:defRPr sz="12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pic>
        <p:nvPicPr>
          <p:cNvPr id="15" name="Picture 14">
            <a:extLst>
              <a:ext uri="{FF2B5EF4-FFF2-40B4-BE49-F238E27FC236}">
                <a16:creationId xmlns:a16="http://schemas.microsoft.com/office/drawing/2014/main" id="{1CDC242F-151A-4C8D-983F-5B17C0733E9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6" name="Slide Number Placeholder 1">
            <a:extLst>
              <a:ext uri="{FF2B5EF4-FFF2-40B4-BE49-F238E27FC236}">
                <a16:creationId xmlns:a16="http://schemas.microsoft.com/office/drawing/2014/main" id="{F3241DAD-93F1-46FE-B3D5-B78ABEFB31D0}"/>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7" name="Text Placeholder 25">
            <a:extLst>
              <a:ext uri="{FF2B5EF4-FFF2-40B4-BE49-F238E27FC236}">
                <a16:creationId xmlns:a16="http://schemas.microsoft.com/office/drawing/2014/main" id="{EE945B9D-809E-438C-84C6-7C541ABECC85}"/>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8" name="Title 15">
            <a:extLst>
              <a:ext uri="{FF2B5EF4-FFF2-40B4-BE49-F238E27FC236}">
                <a16:creationId xmlns:a16="http://schemas.microsoft.com/office/drawing/2014/main" id="{192EF0A7-775E-433D-B066-FC8FE0DA8C43}"/>
              </a:ext>
            </a:extLst>
          </p:cNvPr>
          <p:cNvSpPr>
            <a:spLocks noGrp="1"/>
          </p:cNvSpPr>
          <p:nvPr>
            <p:ph type="title"/>
          </p:nvPr>
        </p:nvSpPr>
        <p:spPr>
          <a:xfrm>
            <a:off x="457200" y="457199"/>
            <a:ext cx="11247120" cy="457200"/>
          </a:xfrm>
        </p:spPr>
        <p:txBody>
          <a:bodyPr rIns="0"/>
          <a:lstStyle/>
          <a:p>
            <a:r>
              <a:rPr lang="en-US" altLang="ja-JP"/>
              <a:t>Click to edit Master title style</a:t>
            </a:r>
            <a:endParaRPr lang="en-US"/>
          </a:p>
        </p:txBody>
      </p:sp>
      <p:sp>
        <p:nvSpPr>
          <p:cNvPr id="12" name="Footer Placeholder 3">
            <a:extLst>
              <a:ext uri="{FF2B5EF4-FFF2-40B4-BE49-F238E27FC236}">
                <a16:creationId xmlns:a16="http://schemas.microsoft.com/office/drawing/2014/main" id="{D514A855-9470-4D29-B515-F758F496C815}"/>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169261464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2col callout">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880629-F8B8-489E-A159-E5F2045264A6}"/>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0" name="Rectangle 9">
            <a:extLst>
              <a:ext uri="{FF2B5EF4-FFF2-40B4-BE49-F238E27FC236}">
                <a16:creationId xmlns:a16="http://schemas.microsoft.com/office/drawing/2014/main" id="{D133D475-15EB-4023-8710-9FDCD54EC6C7}"/>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Text Placeholder 21">
            <a:extLst>
              <a:ext uri="{FF2B5EF4-FFF2-40B4-BE49-F238E27FC236}">
                <a16:creationId xmlns:a16="http://schemas.microsoft.com/office/drawing/2014/main" id="{1F962C8B-E6B1-AF47-903B-DBEFAD819272}"/>
              </a:ext>
            </a:extLst>
          </p:cNvPr>
          <p:cNvSpPr>
            <a:spLocks noGrp="1"/>
          </p:cNvSpPr>
          <p:nvPr>
            <p:ph type="body" sz="quarter" idx="19" hasCustomPrompt="1"/>
          </p:nvPr>
        </p:nvSpPr>
        <p:spPr>
          <a:xfrm>
            <a:off x="6210302" y="1645920"/>
            <a:ext cx="5524498" cy="4210503"/>
          </a:xfrm>
        </p:spPr>
        <p:txBody>
          <a:bodyPr tIns="0" rIns="0" anchor="t" anchorCtr="0"/>
          <a:lstStyle>
            <a:lvl1pPr>
              <a:lnSpc>
                <a:spcPct val="100000"/>
              </a:lnSpc>
              <a:spcAft>
                <a:spcPts val="0"/>
              </a:spcAft>
              <a:defRPr sz="2000" b="0" i="0" baseline="0">
                <a:solidFill>
                  <a:schemeClr val="tx2"/>
                </a:solidFill>
              </a:defRPr>
            </a:lvl1pPr>
            <a:lvl2pPr>
              <a:lnSpc>
                <a:spcPct val="100000"/>
              </a:lnSpc>
              <a:defRPr sz="1800" b="0">
                <a:solidFill>
                  <a:schemeClr val="tx2"/>
                </a:solidFill>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text</a:t>
            </a:r>
          </a:p>
        </p:txBody>
      </p:sp>
      <p:sp>
        <p:nvSpPr>
          <p:cNvPr id="13" name="Content Placeholder 4">
            <a:extLst>
              <a:ext uri="{FF2B5EF4-FFF2-40B4-BE49-F238E27FC236}">
                <a16:creationId xmlns:a16="http://schemas.microsoft.com/office/drawing/2014/main" id="{4ED40494-5301-0642-8668-76D3D0C38C1B}"/>
              </a:ext>
            </a:extLst>
          </p:cNvPr>
          <p:cNvSpPr>
            <a:spLocks noGrp="1"/>
          </p:cNvSpPr>
          <p:nvPr>
            <p:ph sz="quarter" idx="20"/>
          </p:nvPr>
        </p:nvSpPr>
        <p:spPr>
          <a:xfrm>
            <a:off x="457200" y="1645920"/>
            <a:ext cx="5516562" cy="4179888"/>
          </a:xfrm>
        </p:spPr>
        <p:txBody>
          <a:bodyPr tIns="0"/>
          <a:lstStyle>
            <a:lvl3pPr>
              <a:defRPr sz="1600"/>
            </a:lvl3pPr>
            <a:lvl4pPr>
              <a:defRPr sz="1400"/>
            </a:lvl4pPr>
            <a:lvl5pPr>
              <a:defRPr sz="12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pic>
        <p:nvPicPr>
          <p:cNvPr id="16" name="Picture 15">
            <a:extLst>
              <a:ext uri="{FF2B5EF4-FFF2-40B4-BE49-F238E27FC236}">
                <a16:creationId xmlns:a16="http://schemas.microsoft.com/office/drawing/2014/main" id="{1D3B7971-BF2E-4C20-8A08-5E8E498DB72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7" name="Slide Number Placeholder 1">
            <a:extLst>
              <a:ext uri="{FF2B5EF4-FFF2-40B4-BE49-F238E27FC236}">
                <a16:creationId xmlns:a16="http://schemas.microsoft.com/office/drawing/2014/main" id="{005C84A1-34FA-4896-9E64-219EE97225F0}"/>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8" name="Text Placeholder 25">
            <a:extLst>
              <a:ext uri="{FF2B5EF4-FFF2-40B4-BE49-F238E27FC236}">
                <a16:creationId xmlns:a16="http://schemas.microsoft.com/office/drawing/2014/main" id="{7C5CFC39-B415-4875-B677-A9F917753A7A}"/>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9" name="Title 15">
            <a:extLst>
              <a:ext uri="{FF2B5EF4-FFF2-40B4-BE49-F238E27FC236}">
                <a16:creationId xmlns:a16="http://schemas.microsoft.com/office/drawing/2014/main" id="{8B6226B5-5566-4E14-9F71-9B9C76DCB9A9}"/>
              </a:ext>
            </a:extLst>
          </p:cNvPr>
          <p:cNvSpPr>
            <a:spLocks noGrp="1"/>
          </p:cNvSpPr>
          <p:nvPr>
            <p:ph type="title"/>
          </p:nvPr>
        </p:nvSpPr>
        <p:spPr>
          <a:xfrm>
            <a:off x="457200" y="457199"/>
            <a:ext cx="11247120" cy="457200"/>
          </a:xfrm>
        </p:spPr>
        <p:txBody>
          <a:bodyPr rIns="0"/>
          <a:lstStyle/>
          <a:p>
            <a:r>
              <a:rPr lang="en-US" altLang="ja-JP"/>
              <a:t>Click to edit Master title style</a:t>
            </a:r>
            <a:endParaRPr lang="en-US"/>
          </a:p>
        </p:txBody>
      </p:sp>
      <p:sp>
        <p:nvSpPr>
          <p:cNvPr id="12" name="Footer Placeholder 3">
            <a:extLst>
              <a:ext uri="{FF2B5EF4-FFF2-40B4-BE49-F238E27FC236}">
                <a16:creationId xmlns:a16="http://schemas.microsoft.com/office/drawing/2014/main" id="{89E08287-5218-4658-85C2-11CF0741C6F0}"/>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227432434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2col quote graphic">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F43AA13-BC7D-453C-8E7F-CD1215172884}"/>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pic>
        <p:nvPicPr>
          <p:cNvPr id="20" name="Picture 19">
            <a:extLst>
              <a:ext uri="{FF2B5EF4-FFF2-40B4-BE49-F238E27FC236}">
                <a16:creationId xmlns:a16="http://schemas.microsoft.com/office/drawing/2014/main" id="{88E88A76-56D1-473A-947D-D7281F65A1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43602" y="2152650"/>
            <a:ext cx="5151193" cy="2743199"/>
          </a:xfrm>
          <a:prstGeom prst="rect">
            <a:avLst/>
          </a:prstGeom>
        </p:spPr>
      </p:pic>
      <p:sp>
        <p:nvSpPr>
          <p:cNvPr id="11" name="Text Placeholder 21">
            <a:extLst>
              <a:ext uri="{FF2B5EF4-FFF2-40B4-BE49-F238E27FC236}">
                <a16:creationId xmlns:a16="http://schemas.microsoft.com/office/drawing/2014/main" id="{1F962C8B-E6B1-AF47-903B-DBEFAD819272}"/>
              </a:ext>
            </a:extLst>
          </p:cNvPr>
          <p:cNvSpPr>
            <a:spLocks noGrp="1"/>
          </p:cNvSpPr>
          <p:nvPr>
            <p:ph type="body" sz="quarter" idx="19" hasCustomPrompt="1"/>
          </p:nvPr>
        </p:nvSpPr>
        <p:spPr>
          <a:xfrm>
            <a:off x="6844552" y="2420471"/>
            <a:ext cx="4583123" cy="2208679"/>
          </a:xfrm>
        </p:spPr>
        <p:txBody>
          <a:bodyPr lIns="182880" tIns="137160" rIns="182880" bIns="182880" anchor="t" anchorCtr="0">
            <a:normAutofit/>
          </a:bodyPr>
          <a:lstStyle>
            <a:lvl1pPr>
              <a:lnSpc>
                <a:spcPct val="100000"/>
              </a:lnSpc>
              <a:spcAft>
                <a:spcPts val="1200"/>
              </a:spcAft>
              <a:defRPr sz="1800" b="0" i="0" baseline="0">
                <a:solidFill>
                  <a:schemeClr val="tx1"/>
                </a:solidFill>
              </a:defRPr>
            </a:lvl1pPr>
            <a:lvl2pPr>
              <a:lnSpc>
                <a:spcPct val="100000"/>
              </a:lnSpc>
              <a:defRPr sz="1000" b="0" i="0">
                <a:solidFill>
                  <a:schemeClr val="tx1"/>
                </a:solidFill>
                <a:latin typeface="+mn-lt"/>
              </a:defRPr>
            </a:lvl2pPr>
            <a:lvl3pPr marL="0" indent="0">
              <a:buFontTx/>
              <a:buNone/>
              <a:defRPr sz="1000" b="0" i="0">
                <a:solidFill>
                  <a:schemeClr val="tx1"/>
                </a:solidFill>
              </a:defRPr>
            </a:lvl3pPr>
            <a:lvl4pPr marL="0" indent="0">
              <a:buFontTx/>
              <a:buNone/>
              <a:defRPr sz="1000">
                <a:solidFill>
                  <a:schemeClr val="tx1"/>
                </a:solidFill>
              </a:defRPr>
            </a:lvl4pPr>
            <a:lvl5pPr marL="0" indent="0">
              <a:buFontTx/>
              <a:buNone/>
              <a:defRPr sz="1000">
                <a:solidFill>
                  <a:schemeClr val="tx1"/>
                </a:solidFill>
              </a:defRPr>
            </a:lvl5pPr>
            <a:lvl6pPr marL="0" indent="0">
              <a:buFontTx/>
              <a:buNone/>
              <a:defRPr sz="1000">
                <a:solidFill>
                  <a:schemeClr val="tx1"/>
                </a:solidFill>
              </a:defRPr>
            </a:lvl6pPr>
            <a:lvl7pPr marL="0" indent="0">
              <a:buFontTx/>
              <a:buNone/>
              <a:defRPr sz="1000">
                <a:solidFill>
                  <a:schemeClr val="tx1"/>
                </a:solidFill>
              </a:defRPr>
            </a:lvl7pPr>
            <a:lvl8pPr marL="0" indent="0">
              <a:buFontTx/>
              <a:buNone/>
              <a:defRPr sz="1000">
                <a:solidFill>
                  <a:schemeClr val="tx1"/>
                </a:solidFill>
              </a:defRPr>
            </a:lvl8pPr>
            <a:lvl9pPr marL="0" indent="0">
              <a:buFontTx/>
              <a:buNone/>
              <a:defRPr sz="1000">
                <a:solidFill>
                  <a:schemeClr val="tx1"/>
                </a:solidFill>
              </a:defRPr>
            </a:lvl9pPr>
          </a:lstStyle>
          <a:p>
            <a:pPr lvl="0"/>
            <a:r>
              <a:rPr lang="en-US"/>
              <a:t>Click to add text</a:t>
            </a:r>
          </a:p>
        </p:txBody>
      </p:sp>
      <p:sp>
        <p:nvSpPr>
          <p:cNvPr id="13" name="Content Placeholder 4">
            <a:extLst>
              <a:ext uri="{FF2B5EF4-FFF2-40B4-BE49-F238E27FC236}">
                <a16:creationId xmlns:a16="http://schemas.microsoft.com/office/drawing/2014/main" id="{3F838A0E-9C6D-5749-8DE7-F50D37E7135A}"/>
              </a:ext>
            </a:extLst>
          </p:cNvPr>
          <p:cNvSpPr>
            <a:spLocks noGrp="1"/>
          </p:cNvSpPr>
          <p:nvPr>
            <p:ph sz="quarter" idx="20"/>
          </p:nvPr>
        </p:nvSpPr>
        <p:spPr>
          <a:xfrm>
            <a:off x="457200" y="1645920"/>
            <a:ext cx="5516562" cy="4179888"/>
          </a:xfrm>
        </p:spPr>
        <p:txBody>
          <a:bodyPr tIns="0"/>
          <a:lstStyle>
            <a:lvl3pPr>
              <a:defRPr sz="1600"/>
            </a:lvl3pPr>
            <a:lvl4pPr>
              <a:defRPr sz="1400"/>
            </a:lvl4pPr>
            <a:lvl5pPr>
              <a:defRPr sz="12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pic>
        <p:nvPicPr>
          <p:cNvPr id="16" name="Picture 15">
            <a:extLst>
              <a:ext uri="{FF2B5EF4-FFF2-40B4-BE49-F238E27FC236}">
                <a16:creationId xmlns:a16="http://schemas.microsoft.com/office/drawing/2014/main" id="{D0FBA4F3-2BF8-460E-975E-79EFD6A469E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7" name="Slide Number Placeholder 1">
            <a:extLst>
              <a:ext uri="{FF2B5EF4-FFF2-40B4-BE49-F238E27FC236}">
                <a16:creationId xmlns:a16="http://schemas.microsoft.com/office/drawing/2014/main" id="{A9082F09-215D-462F-8AE2-AF4850E331BE}"/>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8" name="Text Placeholder 25">
            <a:extLst>
              <a:ext uri="{FF2B5EF4-FFF2-40B4-BE49-F238E27FC236}">
                <a16:creationId xmlns:a16="http://schemas.microsoft.com/office/drawing/2014/main" id="{CED792D8-BB5D-46B3-B111-23EE8EFC8396}"/>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9" name="Title 15">
            <a:extLst>
              <a:ext uri="{FF2B5EF4-FFF2-40B4-BE49-F238E27FC236}">
                <a16:creationId xmlns:a16="http://schemas.microsoft.com/office/drawing/2014/main" id="{CF8D1FD5-9821-4E87-9D22-2822EA104D6A}"/>
              </a:ext>
            </a:extLst>
          </p:cNvPr>
          <p:cNvSpPr>
            <a:spLocks noGrp="1"/>
          </p:cNvSpPr>
          <p:nvPr>
            <p:ph type="title"/>
          </p:nvPr>
        </p:nvSpPr>
        <p:spPr>
          <a:xfrm>
            <a:off x="457200" y="457199"/>
            <a:ext cx="11247120" cy="457200"/>
          </a:xfrm>
        </p:spPr>
        <p:txBody>
          <a:bodyPr rIns="0"/>
          <a:lstStyle/>
          <a:p>
            <a:r>
              <a:rPr lang="en-US" altLang="ja-JP"/>
              <a:t>Click to edit Master title style</a:t>
            </a:r>
            <a:endParaRPr lang="en-US"/>
          </a:p>
        </p:txBody>
      </p:sp>
      <p:sp>
        <p:nvSpPr>
          <p:cNvPr id="10" name="Rectangle 9">
            <a:extLst>
              <a:ext uri="{FF2B5EF4-FFF2-40B4-BE49-F238E27FC236}">
                <a16:creationId xmlns:a16="http://schemas.microsoft.com/office/drawing/2014/main" id="{62CC7B06-2344-4D79-BA63-F5B8FB6BDC38}"/>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2" name="Footer Placeholder 3">
            <a:extLst>
              <a:ext uri="{FF2B5EF4-FFF2-40B4-BE49-F238E27FC236}">
                <a16:creationId xmlns:a16="http://schemas.microsoft.com/office/drawing/2014/main" id="{3773053F-E0D5-45D3-B8EC-D22EF5E0D09D}"/>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59526474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2col imag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FD29D68-3A09-43C3-8F93-53801A9E8027}"/>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0" name="Rectangle 9">
            <a:extLst>
              <a:ext uri="{FF2B5EF4-FFF2-40B4-BE49-F238E27FC236}">
                <a16:creationId xmlns:a16="http://schemas.microsoft.com/office/drawing/2014/main" id="{C4C4004A-BAE4-44BC-A324-2D30F5B3B59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5" name="Picture Placeholder 4">
            <a:extLst>
              <a:ext uri="{FF2B5EF4-FFF2-40B4-BE49-F238E27FC236}">
                <a16:creationId xmlns:a16="http://schemas.microsoft.com/office/drawing/2014/main" id="{A693F555-17A4-FA44-B000-3CAEB366B8A0}"/>
              </a:ext>
            </a:extLst>
          </p:cNvPr>
          <p:cNvSpPr>
            <a:spLocks noGrp="1"/>
          </p:cNvSpPr>
          <p:nvPr>
            <p:ph type="pic" sz="quarter" idx="18"/>
          </p:nvPr>
        </p:nvSpPr>
        <p:spPr>
          <a:xfrm>
            <a:off x="0" y="0"/>
            <a:ext cx="6096000" cy="6286500"/>
          </a:xfrm>
          <a:solidFill>
            <a:schemeClr val="bg1">
              <a:lumMod val="75000"/>
            </a:schemeClr>
          </a:solidFill>
        </p:spPr>
        <p:txBody>
          <a:bodyPr tIns="2560320"/>
          <a:lstStyle>
            <a:lvl1pPr algn="ctr">
              <a:defRPr b="0" i="0"/>
            </a:lvl1pPr>
          </a:lstStyle>
          <a:p>
            <a:r>
              <a:rPr lang="en-US" altLang="ja-JP"/>
              <a:t>Click icon to add picture</a:t>
            </a:r>
            <a:endParaRPr lang="en-US"/>
          </a:p>
        </p:txBody>
      </p:sp>
      <p:sp>
        <p:nvSpPr>
          <p:cNvPr id="11" name="Content Placeholder 4">
            <a:extLst>
              <a:ext uri="{FF2B5EF4-FFF2-40B4-BE49-F238E27FC236}">
                <a16:creationId xmlns:a16="http://schemas.microsoft.com/office/drawing/2014/main" id="{207FC60C-7DF0-B74A-B2EE-03F1DFEC3C7D}"/>
              </a:ext>
            </a:extLst>
          </p:cNvPr>
          <p:cNvSpPr>
            <a:spLocks noGrp="1"/>
          </p:cNvSpPr>
          <p:nvPr>
            <p:ph sz="quarter" idx="19"/>
          </p:nvPr>
        </p:nvSpPr>
        <p:spPr>
          <a:xfrm>
            <a:off x="6320117" y="1828800"/>
            <a:ext cx="5413943" cy="4179888"/>
          </a:xfrm>
        </p:spPr>
        <p:txBody>
          <a:bodyPr tIns="0"/>
          <a:lstStyle>
            <a:lvl3pPr>
              <a:defRPr sz="1600"/>
            </a:lvl3pPr>
            <a:lvl4pPr>
              <a:defRPr sz="1400"/>
            </a:lvl4pPr>
            <a:lvl5pPr>
              <a:defRPr sz="12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pic>
        <p:nvPicPr>
          <p:cNvPr id="18" name="Picture 17">
            <a:extLst>
              <a:ext uri="{FF2B5EF4-FFF2-40B4-BE49-F238E27FC236}">
                <a16:creationId xmlns:a16="http://schemas.microsoft.com/office/drawing/2014/main" id="{F4BB6C34-EF86-49E6-AEF2-C7F05BD9DB6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9" name="Slide Number Placeholder 1">
            <a:extLst>
              <a:ext uri="{FF2B5EF4-FFF2-40B4-BE49-F238E27FC236}">
                <a16:creationId xmlns:a16="http://schemas.microsoft.com/office/drawing/2014/main" id="{A439155B-AD52-42E7-A425-EA7250CFBE54}"/>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22" name="Text Placeholder 25">
            <a:extLst>
              <a:ext uri="{FF2B5EF4-FFF2-40B4-BE49-F238E27FC236}">
                <a16:creationId xmlns:a16="http://schemas.microsoft.com/office/drawing/2014/main" id="{AAC117CE-F2A7-4C1A-AF9A-EDE055E522BC}"/>
              </a:ext>
            </a:extLst>
          </p:cNvPr>
          <p:cNvSpPr>
            <a:spLocks noGrp="1"/>
          </p:cNvSpPr>
          <p:nvPr>
            <p:ph type="body" sz="quarter" idx="17" hasCustomPrompt="1"/>
          </p:nvPr>
        </p:nvSpPr>
        <p:spPr>
          <a:xfrm>
            <a:off x="6319978" y="1344168"/>
            <a:ext cx="5384342"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23" name="Title 15">
            <a:extLst>
              <a:ext uri="{FF2B5EF4-FFF2-40B4-BE49-F238E27FC236}">
                <a16:creationId xmlns:a16="http://schemas.microsoft.com/office/drawing/2014/main" id="{10433174-55DF-47EB-96A0-B862D3A869BA}"/>
              </a:ext>
            </a:extLst>
          </p:cNvPr>
          <p:cNvSpPr>
            <a:spLocks noGrp="1"/>
          </p:cNvSpPr>
          <p:nvPr>
            <p:ph type="title"/>
          </p:nvPr>
        </p:nvSpPr>
        <p:spPr>
          <a:xfrm>
            <a:off x="6319978" y="457199"/>
            <a:ext cx="5384342" cy="786384"/>
          </a:xfrm>
        </p:spPr>
        <p:txBody>
          <a:bodyPr rIns="0"/>
          <a:lstStyle/>
          <a:p>
            <a:r>
              <a:rPr lang="en-US" altLang="ja-JP"/>
              <a:t>Click to edit Master title style</a:t>
            </a:r>
            <a:endParaRPr lang="en-US"/>
          </a:p>
        </p:txBody>
      </p:sp>
      <p:sp>
        <p:nvSpPr>
          <p:cNvPr id="12" name="Footer Placeholder 3">
            <a:extLst>
              <a:ext uri="{FF2B5EF4-FFF2-40B4-BE49-F238E27FC236}">
                <a16:creationId xmlns:a16="http://schemas.microsoft.com/office/drawing/2014/main" id="{5F10961A-1663-466D-95A7-DBAB058F2DE0}"/>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214906254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2/3 image">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6CC3C6E-EE89-434A-973C-DFF0598D6477}"/>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2" name="Rectangle 11">
            <a:extLst>
              <a:ext uri="{FF2B5EF4-FFF2-40B4-BE49-F238E27FC236}">
                <a16:creationId xmlns:a16="http://schemas.microsoft.com/office/drawing/2014/main" id="{A64E2AFB-53E9-4FD6-88F0-8ED0A5EBCD8E}"/>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3" name="Title 2">
            <a:extLst>
              <a:ext uri="{FF2B5EF4-FFF2-40B4-BE49-F238E27FC236}">
                <a16:creationId xmlns:a16="http://schemas.microsoft.com/office/drawing/2014/main" id="{CA1149F1-49B3-C542-803F-D3D2F88402E7}"/>
              </a:ext>
            </a:extLst>
          </p:cNvPr>
          <p:cNvSpPr>
            <a:spLocks noGrp="1"/>
          </p:cNvSpPr>
          <p:nvPr>
            <p:ph type="title"/>
          </p:nvPr>
        </p:nvSpPr>
        <p:spPr>
          <a:xfrm>
            <a:off x="457200" y="457199"/>
            <a:ext cx="3599966" cy="784226"/>
          </a:xfrm>
        </p:spPr>
        <p:txBody>
          <a:bodyPr lIns="0" rIns="0"/>
          <a:lstStyle/>
          <a:p>
            <a:r>
              <a:rPr lang="en-US" altLang="ja-JP"/>
              <a:t>Click to edit Master title style</a:t>
            </a:r>
            <a:endParaRPr lang="en-US"/>
          </a:p>
        </p:txBody>
      </p:sp>
      <p:sp>
        <p:nvSpPr>
          <p:cNvPr id="9" name="Text Placeholder 25">
            <a:extLst>
              <a:ext uri="{FF2B5EF4-FFF2-40B4-BE49-F238E27FC236}">
                <a16:creationId xmlns:a16="http://schemas.microsoft.com/office/drawing/2014/main" id="{950D9BC9-37AB-2942-B45D-4822C8B58D04}"/>
              </a:ext>
            </a:extLst>
          </p:cNvPr>
          <p:cNvSpPr>
            <a:spLocks noGrp="1"/>
          </p:cNvSpPr>
          <p:nvPr>
            <p:ph type="body" sz="quarter" idx="17" hasCustomPrompt="1"/>
          </p:nvPr>
        </p:nvSpPr>
        <p:spPr>
          <a:xfrm>
            <a:off x="457200" y="1343431"/>
            <a:ext cx="3602039" cy="485369"/>
          </a:xfrm>
        </p:spPr>
        <p:txBody>
          <a:bodyPr lIns="0"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a:t>
            </a:r>
          </a:p>
        </p:txBody>
      </p:sp>
      <p:sp>
        <p:nvSpPr>
          <p:cNvPr id="5" name="Picture Placeholder 4">
            <a:extLst>
              <a:ext uri="{FF2B5EF4-FFF2-40B4-BE49-F238E27FC236}">
                <a16:creationId xmlns:a16="http://schemas.microsoft.com/office/drawing/2014/main" id="{A693F555-17A4-FA44-B000-3CAEB366B8A0}"/>
              </a:ext>
            </a:extLst>
          </p:cNvPr>
          <p:cNvSpPr>
            <a:spLocks noGrp="1"/>
          </p:cNvSpPr>
          <p:nvPr>
            <p:ph type="pic" sz="quarter" idx="18"/>
          </p:nvPr>
        </p:nvSpPr>
        <p:spPr>
          <a:xfrm>
            <a:off x="4298950" y="457198"/>
            <a:ext cx="7427912" cy="5551489"/>
          </a:xfrm>
          <a:solidFill>
            <a:schemeClr val="bg1">
              <a:lumMod val="75000"/>
            </a:schemeClr>
          </a:solidFill>
        </p:spPr>
        <p:txBody>
          <a:bodyPr tIns="2194560"/>
          <a:lstStyle>
            <a:lvl1pPr algn="ctr">
              <a:defRPr b="0" i="0"/>
            </a:lvl1pPr>
          </a:lstStyle>
          <a:p>
            <a:r>
              <a:rPr lang="en-US" altLang="ja-JP"/>
              <a:t>Click icon to add picture</a:t>
            </a:r>
            <a:endParaRPr lang="en-US"/>
          </a:p>
        </p:txBody>
      </p:sp>
      <p:sp>
        <p:nvSpPr>
          <p:cNvPr id="11" name="Content Placeholder 4">
            <a:extLst>
              <a:ext uri="{FF2B5EF4-FFF2-40B4-BE49-F238E27FC236}">
                <a16:creationId xmlns:a16="http://schemas.microsoft.com/office/drawing/2014/main" id="{760A7196-34C5-A442-9294-F070A669800E}"/>
              </a:ext>
            </a:extLst>
          </p:cNvPr>
          <p:cNvSpPr>
            <a:spLocks noGrp="1"/>
          </p:cNvSpPr>
          <p:nvPr>
            <p:ph sz="quarter" idx="19"/>
          </p:nvPr>
        </p:nvSpPr>
        <p:spPr>
          <a:xfrm>
            <a:off x="457200" y="1828800"/>
            <a:ext cx="3598862" cy="4179888"/>
          </a:xfrm>
        </p:spPr>
        <p:txBody>
          <a:bodyPr tIns="0"/>
          <a:lstStyle>
            <a:lvl3pPr>
              <a:defRPr sz="1600"/>
            </a:lvl3pPr>
            <a:lvl4pPr>
              <a:defRPr sz="1400"/>
            </a:lvl4pPr>
            <a:lvl5pPr>
              <a:defRPr sz="12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pic>
        <p:nvPicPr>
          <p:cNvPr id="14" name="Picture 13">
            <a:extLst>
              <a:ext uri="{FF2B5EF4-FFF2-40B4-BE49-F238E27FC236}">
                <a16:creationId xmlns:a16="http://schemas.microsoft.com/office/drawing/2014/main" id="{AF9B9FE1-27EB-48D3-9700-EE47953D5F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5" name="Slide Number Placeholder 1">
            <a:extLst>
              <a:ext uri="{FF2B5EF4-FFF2-40B4-BE49-F238E27FC236}">
                <a16:creationId xmlns:a16="http://schemas.microsoft.com/office/drawing/2014/main" id="{A90A9191-AB5C-45F7-8497-E7B480233414}"/>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3" name="Footer Placeholder 3">
            <a:extLst>
              <a:ext uri="{FF2B5EF4-FFF2-40B4-BE49-F238E27FC236}">
                <a16:creationId xmlns:a16="http://schemas.microsoft.com/office/drawing/2014/main" id="{50DC11B6-889C-4121-B48F-3676AE78C876}"/>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39386694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3col">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9E18CF-CA4A-4731-A40B-45E2846C7631}"/>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1" name="Rectangle 10">
            <a:extLst>
              <a:ext uri="{FF2B5EF4-FFF2-40B4-BE49-F238E27FC236}">
                <a16:creationId xmlns:a16="http://schemas.microsoft.com/office/drawing/2014/main" id="{4103871A-53C4-4546-9554-252303F53F6B}"/>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3" name="Content Placeholder 4">
            <a:extLst>
              <a:ext uri="{FF2B5EF4-FFF2-40B4-BE49-F238E27FC236}">
                <a16:creationId xmlns:a16="http://schemas.microsoft.com/office/drawing/2014/main" id="{E205A430-8E9F-D040-BFFF-B7A4A3EA7154}"/>
              </a:ext>
            </a:extLst>
          </p:cNvPr>
          <p:cNvSpPr>
            <a:spLocks noGrp="1"/>
          </p:cNvSpPr>
          <p:nvPr>
            <p:ph sz="quarter" idx="19"/>
          </p:nvPr>
        </p:nvSpPr>
        <p:spPr>
          <a:xfrm>
            <a:off x="457200" y="1645920"/>
            <a:ext cx="3598862" cy="4179888"/>
          </a:xfrm>
        </p:spPr>
        <p:txBody>
          <a:bodyPr tIns="0"/>
          <a:lstStyle>
            <a:lvl3pPr>
              <a:defRPr sz="1600"/>
            </a:lvl3pPr>
            <a:lvl4pPr>
              <a:defRPr sz="1400"/>
            </a:lvl4pPr>
            <a:lvl5pPr>
              <a:defRPr sz="12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14" name="Content Placeholder 4">
            <a:extLst>
              <a:ext uri="{FF2B5EF4-FFF2-40B4-BE49-F238E27FC236}">
                <a16:creationId xmlns:a16="http://schemas.microsoft.com/office/drawing/2014/main" id="{6A98DB26-B7FB-3241-9C96-D93B9B52CD1E}"/>
              </a:ext>
            </a:extLst>
          </p:cNvPr>
          <p:cNvSpPr>
            <a:spLocks noGrp="1"/>
          </p:cNvSpPr>
          <p:nvPr>
            <p:ph sz="quarter" idx="20"/>
          </p:nvPr>
        </p:nvSpPr>
        <p:spPr>
          <a:xfrm>
            <a:off x="4297680" y="1645920"/>
            <a:ext cx="3598862" cy="4179888"/>
          </a:xfrm>
        </p:spPr>
        <p:txBody>
          <a:bodyPr tIns="0"/>
          <a:lstStyle>
            <a:lvl3pPr>
              <a:defRPr sz="1600"/>
            </a:lvl3pPr>
            <a:lvl4pPr>
              <a:defRPr sz="1400"/>
            </a:lvl4pPr>
            <a:lvl5pPr>
              <a:defRPr sz="12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15" name="Content Placeholder 4">
            <a:extLst>
              <a:ext uri="{FF2B5EF4-FFF2-40B4-BE49-F238E27FC236}">
                <a16:creationId xmlns:a16="http://schemas.microsoft.com/office/drawing/2014/main" id="{EF966A4E-5145-9C4D-8099-EFAA2A475FD8}"/>
              </a:ext>
            </a:extLst>
          </p:cNvPr>
          <p:cNvSpPr>
            <a:spLocks noGrp="1"/>
          </p:cNvSpPr>
          <p:nvPr>
            <p:ph sz="quarter" idx="21"/>
          </p:nvPr>
        </p:nvSpPr>
        <p:spPr>
          <a:xfrm>
            <a:off x="8136798" y="1645920"/>
            <a:ext cx="3598862" cy="4179888"/>
          </a:xfrm>
        </p:spPr>
        <p:txBody>
          <a:bodyPr tIns="0"/>
          <a:lstStyle>
            <a:lvl3pPr>
              <a:defRPr sz="1600"/>
            </a:lvl3pPr>
            <a:lvl4pPr>
              <a:defRPr sz="1400"/>
            </a:lvl4pPr>
            <a:lvl5pPr>
              <a:defRPr sz="12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pic>
        <p:nvPicPr>
          <p:cNvPr id="19" name="Picture 18">
            <a:extLst>
              <a:ext uri="{FF2B5EF4-FFF2-40B4-BE49-F238E27FC236}">
                <a16:creationId xmlns:a16="http://schemas.microsoft.com/office/drawing/2014/main" id="{42778CEF-946B-4B06-9ACB-3AC61D21A74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20" name="Slide Number Placeholder 1">
            <a:extLst>
              <a:ext uri="{FF2B5EF4-FFF2-40B4-BE49-F238E27FC236}">
                <a16:creationId xmlns:a16="http://schemas.microsoft.com/office/drawing/2014/main" id="{EC358D68-CB2C-46B6-A00B-854615303A5C}"/>
              </a:ext>
            </a:extLst>
          </p:cNvPr>
          <p:cNvSpPr>
            <a:spLocks noGrp="1"/>
          </p:cNvSpPr>
          <p:nvPr>
            <p:ph type="sldNum" sz="quarter" idx="22"/>
          </p:nvPr>
        </p:nvSpPr>
        <p:spPr>
          <a:xfrm>
            <a:off x="11427675" y="6437376"/>
            <a:ext cx="306387" cy="208758"/>
          </a:xfrm>
        </p:spPr>
        <p:txBody>
          <a:bodyPr/>
          <a:lstStyle/>
          <a:p>
            <a:fld id="{63DCA5C9-2E11-4C67-86EB-AE1DE127DC64}" type="slidenum">
              <a:rPr lang="en-US" smtClean="0"/>
              <a:pPr/>
              <a:t>‹#›</a:t>
            </a:fld>
            <a:endParaRPr lang="en-US"/>
          </a:p>
        </p:txBody>
      </p:sp>
      <p:sp>
        <p:nvSpPr>
          <p:cNvPr id="21" name="Text Placeholder 25">
            <a:extLst>
              <a:ext uri="{FF2B5EF4-FFF2-40B4-BE49-F238E27FC236}">
                <a16:creationId xmlns:a16="http://schemas.microsoft.com/office/drawing/2014/main" id="{75212AD8-B9F1-4438-A6D4-9355B9B3CD1A}"/>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22" name="Title 15">
            <a:extLst>
              <a:ext uri="{FF2B5EF4-FFF2-40B4-BE49-F238E27FC236}">
                <a16:creationId xmlns:a16="http://schemas.microsoft.com/office/drawing/2014/main" id="{84B5E47C-8E0B-4959-A893-96C42EB7A572}"/>
              </a:ext>
            </a:extLst>
          </p:cNvPr>
          <p:cNvSpPr>
            <a:spLocks noGrp="1"/>
          </p:cNvSpPr>
          <p:nvPr>
            <p:ph type="title"/>
          </p:nvPr>
        </p:nvSpPr>
        <p:spPr>
          <a:xfrm>
            <a:off x="457200" y="457199"/>
            <a:ext cx="11247120" cy="457200"/>
          </a:xfrm>
        </p:spPr>
        <p:txBody>
          <a:bodyPr rIns="0"/>
          <a:lstStyle/>
          <a:p>
            <a:r>
              <a:rPr lang="en-US" altLang="ja-JP"/>
              <a:t>Click to edit Master title style</a:t>
            </a:r>
            <a:endParaRPr lang="en-US"/>
          </a:p>
        </p:txBody>
      </p:sp>
      <p:sp>
        <p:nvSpPr>
          <p:cNvPr id="12" name="Footer Placeholder 3">
            <a:extLst>
              <a:ext uri="{FF2B5EF4-FFF2-40B4-BE49-F238E27FC236}">
                <a16:creationId xmlns:a16="http://schemas.microsoft.com/office/drawing/2014/main" id="{69540383-ED48-4AD4-BBF1-3948FA2B891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99032117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1col table">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8CA7F71-7686-487C-9DCC-633A9929C7B4}"/>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9" name="Rectangle 8">
            <a:extLst>
              <a:ext uri="{FF2B5EF4-FFF2-40B4-BE49-F238E27FC236}">
                <a16:creationId xmlns:a16="http://schemas.microsoft.com/office/drawing/2014/main" id="{51236B22-13A6-4DAD-A69C-705F0241481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6" name="Table Placeholder 5">
            <a:extLst>
              <a:ext uri="{FF2B5EF4-FFF2-40B4-BE49-F238E27FC236}">
                <a16:creationId xmlns:a16="http://schemas.microsoft.com/office/drawing/2014/main" id="{E970E05D-6C9C-AA4C-9AC8-08594C5B389D}"/>
              </a:ext>
            </a:extLst>
          </p:cNvPr>
          <p:cNvSpPr>
            <a:spLocks noGrp="1"/>
          </p:cNvSpPr>
          <p:nvPr>
            <p:ph type="tbl" sz="quarter" idx="17" hasCustomPrompt="1"/>
          </p:nvPr>
        </p:nvSpPr>
        <p:spPr>
          <a:xfrm>
            <a:off x="457200" y="1828801"/>
            <a:ext cx="11247120" cy="4179888"/>
          </a:xfrm>
          <a:pattFill prst="pct10">
            <a:fgClr>
              <a:schemeClr val="accent1"/>
            </a:fgClr>
            <a:bgClr>
              <a:schemeClr val="bg1"/>
            </a:bgClr>
          </a:pattFill>
        </p:spPr>
        <p:txBody>
          <a:bodyPr tIns="2514600"/>
          <a:lstStyle>
            <a:lvl1pPr algn="ctr">
              <a:defRPr b="0" i="0"/>
            </a:lvl1pPr>
          </a:lstStyle>
          <a:p>
            <a:r>
              <a:rPr lang="en-US"/>
              <a:t>Click icon to add table adjust size as needed</a:t>
            </a:r>
          </a:p>
        </p:txBody>
      </p:sp>
      <p:pic>
        <p:nvPicPr>
          <p:cNvPr id="12" name="Picture 11">
            <a:extLst>
              <a:ext uri="{FF2B5EF4-FFF2-40B4-BE49-F238E27FC236}">
                <a16:creationId xmlns:a16="http://schemas.microsoft.com/office/drawing/2014/main" id="{F162E4F0-75F1-4E13-98E1-1FBA68E1590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3D3E3C75-AE4A-4514-B4D2-1307A6648F45}"/>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4" name="Text Placeholder 25">
            <a:extLst>
              <a:ext uri="{FF2B5EF4-FFF2-40B4-BE49-F238E27FC236}">
                <a16:creationId xmlns:a16="http://schemas.microsoft.com/office/drawing/2014/main" id="{251C24F9-13F7-4A35-AA35-9BC603AF638C}"/>
              </a:ext>
            </a:extLst>
          </p:cNvPr>
          <p:cNvSpPr>
            <a:spLocks noGrp="1"/>
          </p:cNvSpPr>
          <p:nvPr>
            <p:ph type="body" sz="quarter" idx="22"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5" name="Title 15">
            <a:extLst>
              <a:ext uri="{FF2B5EF4-FFF2-40B4-BE49-F238E27FC236}">
                <a16:creationId xmlns:a16="http://schemas.microsoft.com/office/drawing/2014/main" id="{6F4AE1DE-1B0D-43E9-94D9-62F3A07EC22F}"/>
              </a:ext>
            </a:extLst>
          </p:cNvPr>
          <p:cNvSpPr>
            <a:spLocks noGrp="1"/>
          </p:cNvSpPr>
          <p:nvPr>
            <p:ph type="title"/>
          </p:nvPr>
        </p:nvSpPr>
        <p:spPr>
          <a:xfrm>
            <a:off x="457200" y="457199"/>
            <a:ext cx="11247120" cy="457200"/>
          </a:xfrm>
        </p:spPr>
        <p:txBody>
          <a:bodyPr rIns="0"/>
          <a:lstStyle/>
          <a:p>
            <a:r>
              <a:rPr lang="en-US" altLang="ja-JP"/>
              <a:t>Click to edit Master title style</a:t>
            </a:r>
            <a:endParaRPr lang="en-US"/>
          </a:p>
        </p:txBody>
      </p:sp>
      <p:sp>
        <p:nvSpPr>
          <p:cNvPr id="10" name="Footer Placeholder 3">
            <a:extLst>
              <a:ext uri="{FF2B5EF4-FFF2-40B4-BE49-F238E27FC236}">
                <a16:creationId xmlns:a16="http://schemas.microsoft.com/office/drawing/2014/main" id="{9FABF782-65C4-41B6-9B55-10FCE8895A7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259070488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1col chart">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48F3CF2-F7A9-4F11-B382-38A2722B0D4F}"/>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9" name="Rectangle 8">
            <a:extLst>
              <a:ext uri="{FF2B5EF4-FFF2-40B4-BE49-F238E27FC236}">
                <a16:creationId xmlns:a16="http://schemas.microsoft.com/office/drawing/2014/main" id="{43EB1C3D-A76E-490F-BBD2-E58DD21AE3A1}"/>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7" name="Chart Placeholder 6">
            <a:extLst>
              <a:ext uri="{FF2B5EF4-FFF2-40B4-BE49-F238E27FC236}">
                <a16:creationId xmlns:a16="http://schemas.microsoft.com/office/drawing/2014/main" id="{0203C4E6-EC7C-1F40-86EA-065A6220FC54}"/>
              </a:ext>
            </a:extLst>
          </p:cNvPr>
          <p:cNvSpPr>
            <a:spLocks noGrp="1"/>
          </p:cNvSpPr>
          <p:nvPr>
            <p:ph type="chart" sz="quarter" idx="20" hasCustomPrompt="1"/>
          </p:nvPr>
        </p:nvSpPr>
        <p:spPr>
          <a:xfrm>
            <a:off x="457200" y="1828799"/>
            <a:ext cx="11247120" cy="4179889"/>
          </a:xfrm>
          <a:pattFill prst="pct10">
            <a:fgClr>
              <a:schemeClr val="tx1"/>
            </a:fgClr>
            <a:bgClr>
              <a:schemeClr val="bg1"/>
            </a:bgClr>
          </a:pattFill>
        </p:spPr>
        <p:txBody>
          <a:bodyPr tIns="2560320"/>
          <a:lstStyle>
            <a:lvl1pPr algn="ctr">
              <a:defRPr b="0" i="0"/>
            </a:lvl1p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a:t>Click icon to add chart adjust size as needed</a:t>
            </a:r>
          </a:p>
        </p:txBody>
      </p:sp>
      <p:pic>
        <p:nvPicPr>
          <p:cNvPr id="13" name="Picture 12">
            <a:extLst>
              <a:ext uri="{FF2B5EF4-FFF2-40B4-BE49-F238E27FC236}">
                <a16:creationId xmlns:a16="http://schemas.microsoft.com/office/drawing/2014/main" id="{EF0CB498-EAA7-4390-B1F6-D645C781058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4" name="Slide Number Placeholder 1">
            <a:extLst>
              <a:ext uri="{FF2B5EF4-FFF2-40B4-BE49-F238E27FC236}">
                <a16:creationId xmlns:a16="http://schemas.microsoft.com/office/drawing/2014/main" id="{DF85D99A-810D-47AB-BB91-A93A91F922A3}"/>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5" name="Text Placeholder 25">
            <a:extLst>
              <a:ext uri="{FF2B5EF4-FFF2-40B4-BE49-F238E27FC236}">
                <a16:creationId xmlns:a16="http://schemas.microsoft.com/office/drawing/2014/main" id="{126F3D7E-DF67-45ED-8A5B-D24FFE4F7F3C}"/>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6" name="Title 15">
            <a:extLst>
              <a:ext uri="{FF2B5EF4-FFF2-40B4-BE49-F238E27FC236}">
                <a16:creationId xmlns:a16="http://schemas.microsoft.com/office/drawing/2014/main" id="{4693B169-FB68-4722-A393-DA504484DEE5}"/>
              </a:ext>
            </a:extLst>
          </p:cNvPr>
          <p:cNvSpPr>
            <a:spLocks noGrp="1"/>
          </p:cNvSpPr>
          <p:nvPr>
            <p:ph type="title"/>
          </p:nvPr>
        </p:nvSpPr>
        <p:spPr>
          <a:xfrm>
            <a:off x="457200" y="457199"/>
            <a:ext cx="11247120" cy="457200"/>
          </a:xfrm>
        </p:spPr>
        <p:txBody>
          <a:bodyPr rIns="0"/>
          <a:lstStyle/>
          <a:p>
            <a:r>
              <a:rPr lang="en-US" altLang="ja-JP"/>
              <a:t>Click to edit Master title style</a:t>
            </a:r>
            <a:endParaRPr lang="en-US"/>
          </a:p>
        </p:txBody>
      </p:sp>
      <p:sp>
        <p:nvSpPr>
          <p:cNvPr id="10" name="Footer Placeholder 3">
            <a:extLst>
              <a:ext uri="{FF2B5EF4-FFF2-40B4-BE49-F238E27FC236}">
                <a16:creationId xmlns:a16="http://schemas.microsoft.com/office/drawing/2014/main" id="{CDDC6337-A67E-4A30-9755-B7F4D824B668}"/>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90588126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header only">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0ACF38C-F2B7-42D8-B179-6AC594C125B8}"/>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8" name="Rectangle 7">
            <a:extLst>
              <a:ext uri="{FF2B5EF4-FFF2-40B4-BE49-F238E27FC236}">
                <a16:creationId xmlns:a16="http://schemas.microsoft.com/office/drawing/2014/main" id="{D3EF452C-388D-4AEF-A41B-D58BEC9125B0}"/>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pic>
        <p:nvPicPr>
          <p:cNvPr id="14" name="Picture 13">
            <a:extLst>
              <a:ext uri="{FF2B5EF4-FFF2-40B4-BE49-F238E27FC236}">
                <a16:creationId xmlns:a16="http://schemas.microsoft.com/office/drawing/2014/main" id="{2FABE8C2-B407-4668-93E2-0AB50022711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5" name="Slide Number Placeholder 1">
            <a:extLst>
              <a:ext uri="{FF2B5EF4-FFF2-40B4-BE49-F238E27FC236}">
                <a16:creationId xmlns:a16="http://schemas.microsoft.com/office/drawing/2014/main" id="{7C71AD98-43C1-4B44-BD16-A2AC82688C80}"/>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9" name="Text Placeholder 25">
            <a:extLst>
              <a:ext uri="{FF2B5EF4-FFF2-40B4-BE49-F238E27FC236}">
                <a16:creationId xmlns:a16="http://schemas.microsoft.com/office/drawing/2014/main" id="{521BE056-4E7F-41B4-B79F-6147E6C0EA29}"/>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20" name="Title 15">
            <a:extLst>
              <a:ext uri="{FF2B5EF4-FFF2-40B4-BE49-F238E27FC236}">
                <a16:creationId xmlns:a16="http://schemas.microsoft.com/office/drawing/2014/main" id="{9C7F8C39-538A-4240-962A-CBD12505A7EE}"/>
              </a:ext>
            </a:extLst>
          </p:cNvPr>
          <p:cNvSpPr>
            <a:spLocks noGrp="1"/>
          </p:cNvSpPr>
          <p:nvPr>
            <p:ph type="title"/>
          </p:nvPr>
        </p:nvSpPr>
        <p:spPr>
          <a:xfrm>
            <a:off x="457200" y="457199"/>
            <a:ext cx="11247120" cy="457200"/>
          </a:xfrm>
        </p:spPr>
        <p:txBody>
          <a:bodyPr rIns="0"/>
          <a:lstStyle/>
          <a:p>
            <a:r>
              <a:rPr lang="en-US" altLang="ja-JP"/>
              <a:t>Click to edit Master title style</a:t>
            </a:r>
            <a:endParaRPr lang="en-US"/>
          </a:p>
        </p:txBody>
      </p:sp>
      <p:sp>
        <p:nvSpPr>
          <p:cNvPr id="9" name="Footer Placeholder 3">
            <a:extLst>
              <a:ext uri="{FF2B5EF4-FFF2-40B4-BE49-F238E27FC236}">
                <a16:creationId xmlns:a16="http://schemas.microsoft.com/office/drawing/2014/main" id="{75F72453-F149-46B5-B8D7-326EE017ADDE}"/>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182600115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blank">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584038F-1D4F-433A-AEA2-C97CE86FEA1F}"/>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6" name="Rectangle 5">
            <a:extLst>
              <a:ext uri="{FF2B5EF4-FFF2-40B4-BE49-F238E27FC236}">
                <a16:creationId xmlns:a16="http://schemas.microsoft.com/office/drawing/2014/main" id="{83E5BA34-6CD5-474F-8E0B-EDBD871108E1}"/>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pic>
        <p:nvPicPr>
          <p:cNvPr id="10" name="Picture 9">
            <a:extLst>
              <a:ext uri="{FF2B5EF4-FFF2-40B4-BE49-F238E27FC236}">
                <a16:creationId xmlns:a16="http://schemas.microsoft.com/office/drawing/2014/main" id="{ABF6B797-20B3-4E45-AA20-B11F6D20C68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1" name="Slide Number Placeholder 1">
            <a:extLst>
              <a:ext uri="{FF2B5EF4-FFF2-40B4-BE49-F238E27FC236}">
                <a16:creationId xmlns:a16="http://schemas.microsoft.com/office/drawing/2014/main" id="{7BB48365-87F8-49A1-91DF-B0D46B3CFF65}"/>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7" name="Footer Placeholder 3">
            <a:extLst>
              <a:ext uri="{FF2B5EF4-FFF2-40B4-BE49-F238E27FC236}">
                <a16:creationId xmlns:a16="http://schemas.microsoft.com/office/drawing/2014/main" id="{EAD1A3DE-9E25-45CA-A7E1-79AC0EC8F64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120823540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sz="quarter" idx="10" hasCustomPrompt="1"/>
          </p:nvPr>
        </p:nvSpPr>
        <p:spPr>
          <a:xfrm>
            <a:off x="465138" y="931067"/>
            <a:ext cx="1084262" cy="1443833"/>
          </a:xfrm>
          <a:solidFill>
            <a:schemeClr val="bg1">
              <a:lumMod val="75000"/>
            </a:schemeClr>
          </a:solidFill>
        </p:spPr>
        <p:txBody>
          <a:bodyPr tIns="274320"/>
          <a:lstStyle>
            <a:lvl1pPr algn="ctr">
              <a:defRPr b="0" i="0">
                <a:solidFill>
                  <a:schemeClr val="tx1"/>
                </a:solidFill>
              </a:defRPr>
            </a:lvl1pPr>
            <a:lvl2pPr algn="ctr">
              <a:defRPr>
                <a:solidFill>
                  <a:schemeClr val="tx1"/>
                </a:solidFill>
              </a:defRPr>
            </a:lvl2pPr>
          </a:lstStyle>
          <a:p>
            <a:pPr lvl="0"/>
            <a:r>
              <a:rPr lang="en-US"/>
              <a:t>Insert</a:t>
            </a:r>
          </a:p>
        </p:txBody>
      </p:sp>
      <p:sp>
        <p:nvSpPr>
          <p:cNvPr id="7" name="Title 1">
            <a:extLst>
              <a:ext uri="{FF2B5EF4-FFF2-40B4-BE49-F238E27FC236}">
                <a16:creationId xmlns:a16="http://schemas.microsoft.com/office/drawing/2014/main" id="{86778AC2-0176-4241-BC19-68F111FBDC19}"/>
              </a:ext>
            </a:extLst>
          </p:cNvPr>
          <p:cNvSpPr>
            <a:spLocks noGrp="1"/>
          </p:cNvSpPr>
          <p:nvPr>
            <p:ph type="title" hasCustomPrompt="1"/>
          </p:nvPr>
        </p:nvSpPr>
        <p:spPr>
          <a:xfrm>
            <a:off x="465137" y="2864931"/>
            <a:ext cx="7659687" cy="2494469"/>
          </a:xfrm>
        </p:spPr>
        <p:txBody>
          <a:bodyPr lIns="0" rIns="0">
            <a:noAutofit/>
          </a:bodyPr>
          <a:lstStyle>
            <a:lvl1pPr>
              <a:lnSpc>
                <a:spcPct val="95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Click to edit text</a:t>
            </a:r>
          </a:p>
        </p:txBody>
      </p:sp>
      <p:pic>
        <p:nvPicPr>
          <p:cNvPr id="12" name="Picture 11">
            <a:extLst>
              <a:ext uri="{FF2B5EF4-FFF2-40B4-BE49-F238E27FC236}">
                <a16:creationId xmlns:a16="http://schemas.microsoft.com/office/drawing/2014/main" id="{89E98E94-5DF6-4E58-AD1A-50C50B3F691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7943A519-3368-444C-8205-BAD4168421E4}"/>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9" name="Rectangle 8">
            <a:extLst>
              <a:ext uri="{FF2B5EF4-FFF2-40B4-BE49-F238E27FC236}">
                <a16:creationId xmlns:a16="http://schemas.microsoft.com/office/drawing/2014/main" id="{B141855A-1EFE-44B7-9542-BBBEBEA04945}"/>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0" name="Text Placeholder 25">
            <a:extLst>
              <a:ext uri="{FF2B5EF4-FFF2-40B4-BE49-F238E27FC236}">
                <a16:creationId xmlns:a16="http://schemas.microsoft.com/office/drawing/2014/main" id="{E78AC81E-DC2D-4208-8BB2-D23380047DFB}"/>
              </a:ext>
            </a:extLst>
          </p:cNvPr>
          <p:cNvSpPr>
            <a:spLocks noGrp="1"/>
          </p:cNvSpPr>
          <p:nvPr>
            <p:ph type="body" sz="quarter" idx="17" hasCustomPrompt="1"/>
          </p:nvPr>
        </p:nvSpPr>
        <p:spPr>
          <a:xfrm>
            <a:off x="2020823" y="1647509"/>
            <a:ext cx="5230368" cy="392365"/>
          </a:xfrm>
        </p:spPr>
        <p:txBody>
          <a:bodyPr tIns="0" rIns="0"/>
          <a:lstStyle>
            <a:lvl1pPr>
              <a:lnSpc>
                <a:spcPct val="100000"/>
              </a:lnSpc>
              <a:spcAft>
                <a:spcPts val="0"/>
              </a:spcAft>
              <a:defRPr sz="2800" b="1" i="0">
                <a:latin typeface="+mn-lt"/>
                <a:ea typeface="Meiryo UI" panose="020B0604030504040204" pitchFamily="50" charset="-128"/>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Click to add name</a:t>
            </a:r>
          </a:p>
        </p:txBody>
      </p:sp>
      <p:sp>
        <p:nvSpPr>
          <p:cNvPr id="14" name="Text Placeholder 25">
            <a:extLst>
              <a:ext uri="{FF2B5EF4-FFF2-40B4-BE49-F238E27FC236}">
                <a16:creationId xmlns:a16="http://schemas.microsoft.com/office/drawing/2014/main" id="{0EB765C6-B69F-401B-A97F-43E692FB667C}"/>
              </a:ext>
            </a:extLst>
          </p:cNvPr>
          <p:cNvSpPr>
            <a:spLocks noGrp="1"/>
          </p:cNvSpPr>
          <p:nvPr>
            <p:ph type="body" sz="quarter" idx="22" hasCustomPrompt="1"/>
          </p:nvPr>
        </p:nvSpPr>
        <p:spPr>
          <a:xfrm>
            <a:off x="2020824" y="2066163"/>
            <a:ext cx="5230368" cy="329184"/>
          </a:xfrm>
        </p:spPr>
        <p:txBody>
          <a:bodyPr tIns="0" rIns="0"/>
          <a:lstStyle>
            <a:lvl1pPr>
              <a:lnSpc>
                <a:spcPct val="100000"/>
              </a:lnSpc>
              <a:spcAft>
                <a:spcPts val="0"/>
              </a:spcAft>
              <a:defRPr sz="2600" b="0" i="0">
                <a:latin typeface="+mn-lt"/>
                <a:ea typeface="Meiryo UI" panose="020B0604030504040204" pitchFamily="50" charset="-128"/>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Click to add title</a:t>
            </a:r>
          </a:p>
        </p:txBody>
      </p:sp>
      <p:sp>
        <p:nvSpPr>
          <p:cNvPr id="16" name="Footer Placeholder 3">
            <a:extLst>
              <a:ext uri="{FF2B5EF4-FFF2-40B4-BE49-F238E27FC236}">
                <a16:creationId xmlns:a16="http://schemas.microsoft.com/office/drawing/2014/main" id="{0DD7C82E-1BE9-469F-8C7C-659B1F2D2268}"/>
              </a:ext>
            </a:extLst>
          </p:cNvPr>
          <p:cNvSpPr>
            <a:spLocks noGrp="1"/>
          </p:cNvSpPr>
          <p:nvPr>
            <p:ph type="ftr" sz="quarter" idx="23"/>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62373981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 video">
    <p:bg>
      <p:bgPr>
        <a:solidFill>
          <a:schemeClr val="tx1"/>
        </a:solidFill>
        <a:effectLst/>
      </p:bgPr>
    </p:bg>
    <p:spTree>
      <p:nvGrpSpPr>
        <p:cNvPr id="1" name=""/>
        <p:cNvGrpSpPr/>
        <p:nvPr/>
      </p:nvGrpSpPr>
      <p:grpSpPr>
        <a:xfrm>
          <a:off x="0" y="0"/>
          <a:ext cx="0" cy="0"/>
          <a:chOff x="0" y="0"/>
          <a:chExt cx="0" cy="0"/>
        </a:xfrm>
      </p:grpSpPr>
      <p:sp>
        <p:nvSpPr>
          <p:cNvPr id="3" name="Media Placeholder 2"/>
          <p:cNvSpPr>
            <a:spLocks noGrp="1"/>
          </p:cNvSpPr>
          <p:nvPr>
            <p:ph type="media" sz="quarter" idx="10"/>
          </p:nvPr>
        </p:nvSpPr>
        <p:spPr>
          <a:xfrm>
            <a:off x="0" y="0"/>
            <a:ext cx="12192000" cy="6858000"/>
          </a:xfrm>
          <a:solidFill>
            <a:schemeClr val="tx1"/>
          </a:solidFill>
        </p:spPr>
        <p:txBody>
          <a:bodyPr tIns="731520" anchor="ctr" anchorCtr="0"/>
          <a:lstStyle>
            <a:lvl1pPr algn="ctr">
              <a:defRPr sz="2000" b="0" i="0">
                <a:solidFill>
                  <a:schemeClr val="bg2"/>
                </a:solidFill>
              </a:defRPr>
            </a:lvl1pPr>
          </a:lstStyle>
          <a:p>
            <a:r>
              <a:rPr lang="en-US" altLang="ja-JP"/>
              <a:t>Click icon to add media</a:t>
            </a:r>
            <a:endParaRPr lang="en-US"/>
          </a:p>
        </p:txBody>
      </p:sp>
    </p:spTree>
    <p:extLst>
      <p:ext uri="{BB962C8B-B14F-4D97-AF65-F5344CB8AC3E}">
        <p14:creationId xmlns:p14="http://schemas.microsoft.com/office/powerpoint/2010/main" val="4217331445"/>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losing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0B720F9-19E9-D949-BC49-37A2FB42321B}"/>
              </a:ext>
            </a:extLst>
          </p:cNvPr>
          <p:cNvSpPr>
            <a:spLocks noGrp="1"/>
          </p:cNvSpPr>
          <p:nvPr>
            <p:ph type="title" hasCustomPrompt="1"/>
          </p:nvPr>
        </p:nvSpPr>
        <p:spPr>
          <a:xfrm>
            <a:off x="0" y="2400300"/>
            <a:ext cx="5350329" cy="2008413"/>
          </a:xfrm>
          <a:solidFill>
            <a:schemeClr val="bg1"/>
          </a:solidFill>
        </p:spPr>
        <p:txBody>
          <a:bodyPr lIns="457200" rIns="457200" anchor="ctr" anchorCtr="0">
            <a:noAutofit/>
          </a:bodyPr>
          <a:lstStyle>
            <a:lvl1pPr>
              <a:lnSpc>
                <a:spcPct val="95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Closing slide — Click to edit text</a:t>
            </a:r>
          </a:p>
        </p:txBody>
      </p:sp>
      <p:pic>
        <p:nvPicPr>
          <p:cNvPr id="11" name="Picture 10">
            <a:extLst>
              <a:ext uri="{FF2B5EF4-FFF2-40B4-BE49-F238E27FC236}">
                <a16:creationId xmlns:a16="http://schemas.microsoft.com/office/drawing/2014/main" id="{5A239EAB-B27F-4A69-8301-D921805A18C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2" name="Slide Number Placeholder 1">
            <a:extLst>
              <a:ext uri="{FF2B5EF4-FFF2-40B4-BE49-F238E27FC236}">
                <a16:creationId xmlns:a16="http://schemas.microsoft.com/office/drawing/2014/main" id="{AD36755A-CFB7-4F62-9D96-5A9D5013A3FB}"/>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6" name="Rectangle 5">
            <a:extLst>
              <a:ext uri="{FF2B5EF4-FFF2-40B4-BE49-F238E27FC236}">
                <a16:creationId xmlns:a16="http://schemas.microsoft.com/office/drawing/2014/main" id="{EDEB466B-0B33-4842-821D-40FC0869D3CB}"/>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7" name="Footer Placeholder 3">
            <a:extLst>
              <a:ext uri="{FF2B5EF4-FFF2-40B4-BE49-F238E27FC236}">
                <a16:creationId xmlns:a16="http://schemas.microsoft.com/office/drawing/2014/main" id="{517E8B25-4DA7-4A75-9CB7-CE4C3304E74F}"/>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254012224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losing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0B720F9-19E9-D949-BC49-37A2FB42321B}"/>
              </a:ext>
            </a:extLst>
          </p:cNvPr>
          <p:cNvSpPr>
            <a:spLocks noGrp="1"/>
          </p:cNvSpPr>
          <p:nvPr>
            <p:ph type="title" hasCustomPrompt="1"/>
          </p:nvPr>
        </p:nvSpPr>
        <p:spPr>
          <a:xfrm>
            <a:off x="0" y="2400300"/>
            <a:ext cx="5350329" cy="2008413"/>
          </a:xfrm>
          <a:solidFill>
            <a:schemeClr val="bg1"/>
          </a:solidFill>
        </p:spPr>
        <p:txBody>
          <a:bodyPr lIns="457200" rIns="457200" anchor="ctr" anchorCtr="0">
            <a:noAutofit/>
          </a:bodyPr>
          <a:lstStyle>
            <a:lvl1pPr>
              <a:lnSpc>
                <a:spcPct val="95000"/>
              </a:lnSpc>
              <a:defRPr sz="2800" b="0" i="0" baseline="0">
                <a:solidFill>
                  <a:schemeClr val="tx1"/>
                </a:solidFill>
                <a:latin typeface="+mj-lt"/>
                <a:ea typeface="BIZ UDP明朝 Medium" panose="02020500000000000000" pitchFamily="18" charset="-128"/>
                <a:cs typeface="Times New Roman" panose="02020603050405020304" pitchFamily="18" charset="0"/>
              </a:defRPr>
            </a:lvl1pPr>
          </a:lstStyle>
          <a:p>
            <a:r>
              <a:rPr lang="en-US"/>
              <a:t>Closing slide — Click to edit text</a:t>
            </a:r>
          </a:p>
        </p:txBody>
      </p:sp>
      <p:pic>
        <p:nvPicPr>
          <p:cNvPr id="11" name="Picture 10">
            <a:extLst>
              <a:ext uri="{FF2B5EF4-FFF2-40B4-BE49-F238E27FC236}">
                <a16:creationId xmlns:a16="http://schemas.microsoft.com/office/drawing/2014/main" id="{5A239EAB-B27F-4A69-8301-D921805A18C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2" name="Slide Number Placeholder 1">
            <a:extLst>
              <a:ext uri="{FF2B5EF4-FFF2-40B4-BE49-F238E27FC236}">
                <a16:creationId xmlns:a16="http://schemas.microsoft.com/office/drawing/2014/main" id="{AD36755A-CFB7-4F62-9D96-5A9D5013A3FB}"/>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6" name="Rectangle 5">
            <a:extLst>
              <a:ext uri="{FF2B5EF4-FFF2-40B4-BE49-F238E27FC236}">
                <a16:creationId xmlns:a16="http://schemas.microsoft.com/office/drawing/2014/main" id="{EDEB466B-0B33-4842-821D-40FC0869D3CB}"/>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7" name="Footer Placeholder 3">
            <a:extLst>
              <a:ext uri="{FF2B5EF4-FFF2-40B4-BE49-F238E27FC236}">
                <a16:creationId xmlns:a16="http://schemas.microsoft.com/office/drawing/2014/main" id="{71412263-D38E-496D-8EE4-3A578A725E1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Tree>
    <p:extLst>
      <p:ext uri="{BB962C8B-B14F-4D97-AF65-F5344CB8AC3E}">
        <p14:creationId xmlns:p14="http://schemas.microsoft.com/office/powerpoint/2010/main" val="240496049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with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FFBAE5CE-9115-4400-92CE-79F6EB75F8DE}"/>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sp>
        <p:nvSpPr>
          <p:cNvPr id="17" name="Footer Placeholder 3">
            <a:extLst>
              <a:ext uri="{FF2B5EF4-FFF2-40B4-BE49-F238E27FC236}">
                <a16:creationId xmlns:a16="http://schemas.microsoft.com/office/drawing/2014/main" id="{B06DFEB4-C22B-4660-8B98-03308F89EF9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sp>
        <p:nvSpPr>
          <p:cNvPr id="36" name="Rectangle 35">
            <a:extLst>
              <a:ext uri="{FF2B5EF4-FFF2-40B4-BE49-F238E27FC236}">
                <a16:creationId xmlns:a16="http://schemas.microsoft.com/office/drawing/2014/main" id="{3577A7A7-9477-4761-AD96-65CEFEE1C2F9}"/>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1" name="Title 1">
            <a:extLst>
              <a:ext uri="{FF2B5EF4-FFF2-40B4-BE49-F238E27FC236}">
                <a16:creationId xmlns:a16="http://schemas.microsoft.com/office/drawing/2014/main" id="{4EE778BE-2D2D-413A-8DA5-37EED51243FC}"/>
              </a:ext>
            </a:extLst>
          </p:cNvPr>
          <p:cNvSpPr>
            <a:spLocks noGrp="1"/>
          </p:cNvSpPr>
          <p:nvPr>
            <p:ph type="title" hasCustomPrompt="1"/>
          </p:nvPr>
        </p:nvSpPr>
        <p:spPr>
          <a:xfrm>
            <a:off x="457198" y="2211777"/>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with image — click to edit second line if needed </a:t>
            </a: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8" y="3227832"/>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4" name="Text Placeholder 25">
            <a:extLst>
              <a:ext uri="{FF2B5EF4-FFF2-40B4-BE49-F238E27FC236}">
                <a16:creationId xmlns:a16="http://schemas.microsoft.com/office/drawing/2014/main" id="{0A11D46E-B6D4-44F6-9A7E-9BD65611E3BD}"/>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pic>
        <p:nvPicPr>
          <p:cNvPr id="3" name="Picture 2">
            <a:extLst>
              <a:ext uri="{FF2B5EF4-FFF2-40B4-BE49-F238E27FC236}">
                <a16:creationId xmlns:a16="http://schemas.microsoft.com/office/drawing/2014/main" id="{1AE5E5AB-E373-24FA-6503-04EF068E42F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9298451" y="6437376"/>
            <a:ext cx="2433301" cy="221731"/>
          </a:xfrm>
          <a:prstGeom prst="rect">
            <a:avLst/>
          </a:prstGeom>
        </p:spPr>
      </p:pic>
    </p:spTree>
    <p:extLst>
      <p:ext uri="{BB962C8B-B14F-4D97-AF65-F5344CB8AC3E}">
        <p14:creationId xmlns:p14="http://schemas.microsoft.com/office/powerpoint/2010/main" val="41556436"/>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with ima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FFBAE5CE-9115-4400-92CE-79F6EB75F8DE}"/>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sp>
        <p:nvSpPr>
          <p:cNvPr id="36" name="Rectangle 35">
            <a:extLst>
              <a:ext uri="{FF2B5EF4-FFF2-40B4-BE49-F238E27FC236}">
                <a16:creationId xmlns:a16="http://schemas.microsoft.com/office/drawing/2014/main" id="{3577A7A7-9477-4761-AD96-65CEFEE1C2F9}"/>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1" name="Title 1">
            <a:extLst>
              <a:ext uri="{FF2B5EF4-FFF2-40B4-BE49-F238E27FC236}">
                <a16:creationId xmlns:a16="http://schemas.microsoft.com/office/drawing/2014/main" id="{4EE778BE-2D2D-413A-8DA5-37EED51243FC}"/>
              </a:ext>
            </a:extLst>
          </p:cNvPr>
          <p:cNvSpPr>
            <a:spLocks noGrp="1"/>
          </p:cNvSpPr>
          <p:nvPr>
            <p:ph type="title" hasCustomPrompt="1"/>
          </p:nvPr>
        </p:nvSpPr>
        <p:spPr>
          <a:xfrm>
            <a:off x="457198" y="2211777"/>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with image 2 — click to edit second line if needed </a:t>
            </a: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8" y="3227832"/>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4" name="Text Placeholder 25">
            <a:extLst>
              <a:ext uri="{FF2B5EF4-FFF2-40B4-BE49-F238E27FC236}">
                <a16:creationId xmlns:a16="http://schemas.microsoft.com/office/drawing/2014/main" id="{0A11D46E-B6D4-44F6-9A7E-9BD65611E3BD}"/>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Footer Placeholder 3">
            <a:extLst>
              <a:ext uri="{FF2B5EF4-FFF2-40B4-BE49-F238E27FC236}">
                <a16:creationId xmlns:a16="http://schemas.microsoft.com/office/drawing/2014/main" id="{3C222505-F12F-47B6-A08D-83C86E0AB8C1}"/>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E958C486-8F1E-8325-2F87-57CCE04CDE8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9298451" y="6437376"/>
            <a:ext cx="2433301" cy="221731"/>
          </a:xfrm>
          <a:prstGeom prst="rect">
            <a:avLst/>
          </a:prstGeom>
        </p:spPr>
      </p:pic>
    </p:spTree>
    <p:extLst>
      <p:ext uri="{BB962C8B-B14F-4D97-AF65-F5344CB8AC3E}">
        <p14:creationId xmlns:p14="http://schemas.microsoft.com/office/powerpoint/2010/main" val="438630448"/>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with image and eyebro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Picture Placeholder 25">
            <a:extLst>
              <a:ext uri="{FF2B5EF4-FFF2-40B4-BE49-F238E27FC236}">
                <a16:creationId xmlns:a16="http://schemas.microsoft.com/office/drawing/2014/main" id="{038C9A5A-DF00-4E1E-9AE5-630B0B1C26E1}"/>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sp>
        <p:nvSpPr>
          <p:cNvPr id="19" name="Rectangle 18">
            <a:extLst>
              <a:ext uri="{FF2B5EF4-FFF2-40B4-BE49-F238E27FC236}">
                <a16:creationId xmlns:a16="http://schemas.microsoft.com/office/drawing/2014/main" id="{0DF17C8C-1234-4524-992E-E1158DFAEA2E}"/>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297680"/>
            <a:ext cx="2157454" cy="303396"/>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9" y="3593592"/>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 add subhead</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Text Placeholder 25">
            <a:extLst>
              <a:ext uri="{FF2B5EF4-FFF2-40B4-BE49-F238E27FC236}">
                <a16:creationId xmlns:a16="http://schemas.microsoft.com/office/drawing/2014/main" id="{3885F9D4-FCDE-BD46-A441-9DE0B73F38A1}"/>
              </a:ext>
            </a:extLst>
          </p:cNvPr>
          <p:cNvSpPr>
            <a:spLocks noGrp="1"/>
          </p:cNvSpPr>
          <p:nvPr>
            <p:ph type="body" sz="quarter" idx="21" hasCustomPrompt="1"/>
          </p:nvPr>
        </p:nvSpPr>
        <p:spPr>
          <a:xfrm>
            <a:off x="457199" y="2014776"/>
            <a:ext cx="5166360" cy="412931"/>
          </a:xfrm>
        </p:spPr>
        <p:txBody>
          <a:bodyPr rIns="0" anchor="ctr" anchorCtr="0"/>
          <a:lstStyle>
            <a:lvl1pPr>
              <a:lnSpc>
                <a:spcPct val="100000"/>
              </a:lnSpc>
              <a:spcAft>
                <a:spcPts val="0"/>
              </a:spcAft>
              <a:defRPr sz="1000" b="1" cap="all" spc="100" baseline="0">
                <a:solidFill>
                  <a:schemeClr val="tx1"/>
                </a:solidFill>
              </a:defRPr>
            </a:lvl1pPr>
            <a:lvl2pPr>
              <a:defRPr sz="1000" b="1" cap="all" spc="100" baseline="0">
                <a:solidFill>
                  <a:schemeClr val="tx1"/>
                </a:solidFill>
                <a:latin typeface="+mn-lt"/>
              </a:defRPr>
            </a:lvl2pPr>
            <a:lvl3pPr marL="0" indent="0">
              <a:buFontTx/>
              <a:buNone/>
              <a:defRPr sz="1000" b="1" cap="all" spc="100" baseline="0">
                <a:solidFill>
                  <a:schemeClr val="tx1"/>
                </a:solidFill>
              </a:defRPr>
            </a:lvl3pPr>
            <a:lvl4pPr marL="0" indent="0">
              <a:buFontTx/>
              <a:buNone/>
              <a:defRPr sz="1000" b="1" cap="all" spc="100" baseline="0">
                <a:solidFill>
                  <a:schemeClr val="tx1"/>
                </a:solidFill>
              </a:defRPr>
            </a:lvl4pPr>
            <a:lvl5pPr marL="0" indent="0">
              <a:buFontTx/>
              <a:buNone/>
              <a:defRPr sz="1000" b="1" cap="all" spc="100" baseline="0">
                <a:solidFill>
                  <a:schemeClr val="tx1"/>
                </a:solidFill>
              </a:defRPr>
            </a:lvl5pPr>
            <a:lvl6pPr marL="0" indent="0">
              <a:buFontTx/>
              <a:buNone/>
              <a:defRPr sz="1000" b="1" cap="all" spc="100" baseline="0">
                <a:solidFill>
                  <a:schemeClr val="tx1"/>
                </a:solidFill>
              </a:defRPr>
            </a:lvl6pPr>
            <a:lvl7pPr marL="0" indent="0">
              <a:buFontTx/>
              <a:buNone/>
              <a:defRPr sz="1000" b="1" cap="all" spc="100" baseline="0">
                <a:solidFill>
                  <a:schemeClr val="tx1"/>
                </a:solidFill>
              </a:defRPr>
            </a:lvl7pPr>
            <a:lvl8pPr marL="0" indent="0">
              <a:buFontTx/>
              <a:buNone/>
              <a:defRPr sz="1000" b="1" cap="all" spc="100" baseline="0">
                <a:solidFill>
                  <a:schemeClr val="tx1"/>
                </a:solidFill>
              </a:defRPr>
            </a:lvl8pPr>
            <a:lvl9pPr marL="0" indent="0">
              <a:buFontTx/>
              <a:buNone/>
              <a:defRPr sz="1000" b="1" i="0" cap="all" spc="100" baseline="0">
                <a:solidFill>
                  <a:schemeClr val="tx1"/>
                </a:solidFill>
              </a:defRPr>
            </a:lvl9pPr>
          </a:lstStyle>
          <a:p>
            <a:pPr lvl="0"/>
            <a:r>
              <a:rPr lang="en-US"/>
              <a:t>Click to add EYEBROW TEXT</a:t>
            </a:r>
          </a:p>
        </p:txBody>
      </p:sp>
      <p:cxnSp>
        <p:nvCxnSpPr>
          <p:cNvPr id="5" name="Straight Connector 4">
            <a:extLst>
              <a:ext uri="{FF2B5EF4-FFF2-40B4-BE49-F238E27FC236}">
                <a16:creationId xmlns:a16="http://schemas.microsoft.com/office/drawing/2014/main" id="{B1329BEF-C96E-3244-AF0B-0E139204A46B}"/>
              </a:ext>
            </a:extLst>
          </p:cNvPr>
          <p:cNvCxnSpPr>
            <a:cxnSpLocks/>
          </p:cNvCxnSpPr>
          <p:nvPr userDrawn="1"/>
        </p:nvCxnSpPr>
        <p:spPr>
          <a:xfrm>
            <a:off x="457199" y="2455405"/>
            <a:ext cx="516636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2996566D-E3C7-4510-8555-3ECF1D8B4887}"/>
              </a:ext>
            </a:extLst>
          </p:cNvPr>
          <p:cNvSpPr>
            <a:spLocks noGrp="1"/>
          </p:cNvSpPr>
          <p:nvPr>
            <p:ph type="title" hasCustomPrompt="1"/>
          </p:nvPr>
        </p:nvSpPr>
        <p:spPr>
          <a:xfrm>
            <a:off x="457199" y="2569464"/>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with image and eyebrow — click to edit</a:t>
            </a:r>
          </a:p>
        </p:txBody>
      </p:sp>
      <p:sp>
        <p:nvSpPr>
          <p:cNvPr id="20" name="Footer Placeholder 3">
            <a:extLst>
              <a:ext uri="{FF2B5EF4-FFF2-40B4-BE49-F238E27FC236}">
                <a16:creationId xmlns:a16="http://schemas.microsoft.com/office/drawing/2014/main" id="{983EB25C-4606-40BA-BDD6-47DE46CE2995}"/>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0D33216C-F267-1F49-FF2C-6F78BD62766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9298451" y="6437376"/>
            <a:ext cx="2433301" cy="221731"/>
          </a:xfrm>
          <a:prstGeom prst="rect">
            <a:avLst/>
          </a:prstGeom>
        </p:spPr>
      </p:pic>
    </p:spTree>
    <p:extLst>
      <p:ext uri="{BB962C8B-B14F-4D97-AF65-F5344CB8AC3E}">
        <p14:creationId xmlns:p14="http://schemas.microsoft.com/office/powerpoint/2010/main" val="2708319972"/>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with image and eyebrow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Picture Placeholder 25">
            <a:extLst>
              <a:ext uri="{FF2B5EF4-FFF2-40B4-BE49-F238E27FC236}">
                <a16:creationId xmlns:a16="http://schemas.microsoft.com/office/drawing/2014/main" id="{038C9A5A-DF00-4E1E-9AE5-630B0B1C26E1}"/>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sp>
        <p:nvSpPr>
          <p:cNvPr id="19" name="Rectangle 18">
            <a:extLst>
              <a:ext uri="{FF2B5EF4-FFF2-40B4-BE49-F238E27FC236}">
                <a16:creationId xmlns:a16="http://schemas.microsoft.com/office/drawing/2014/main" id="{0DF17C8C-1234-4524-992E-E1158DFAEA2E}"/>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297680"/>
            <a:ext cx="2157454" cy="303396"/>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9" y="3593592"/>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 add subhead</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Text Placeholder 25">
            <a:extLst>
              <a:ext uri="{FF2B5EF4-FFF2-40B4-BE49-F238E27FC236}">
                <a16:creationId xmlns:a16="http://schemas.microsoft.com/office/drawing/2014/main" id="{3885F9D4-FCDE-BD46-A441-9DE0B73F38A1}"/>
              </a:ext>
            </a:extLst>
          </p:cNvPr>
          <p:cNvSpPr>
            <a:spLocks noGrp="1"/>
          </p:cNvSpPr>
          <p:nvPr>
            <p:ph type="body" sz="quarter" idx="21" hasCustomPrompt="1"/>
          </p:nvPr>
        </p:nvSpPr>
        <p:spPr>
          <a:xfrm>
            <a:off x="457199" y="2014776"/>
            <a:ext cx="5166360" cy="412931"/>
          </a:xfrm>
        </p:spPr>
        <p:txBody>
          <a:bodyPr rIns="0" anchor="ctr" anchorCtr="0"/>
          <a:lstStyle>
            <a:lvl1pPr>
              <a:lnSpc>
                <a:spcPct val="100000"/>
              </a:lnSpc>
              <a:spcAft>
                <a:spcPts val="0"/>
              </a:spcAft>
              <a:defRPr sz="1000" b="1" cap="all" spc="100" baseline="0">
                <a:solidFill>
                  <a:schemeClr val="tx1"/>
                </a:solidFill>
              </a:defRPr>
            </a:lvl1pPr>
            <a:lvl2pPr>
              <a:defRPr sz="1000" b="1" cap="all" spc="100" baseline="0">
                <a:solidFill>
                  <a:schemeClr val="tx1"/>
                </a:solidFill>
                <a:latin typeface="+mn-lt"/>
              </a:defRPr>
            </a:lvl2pPr>
            <a:lvl3pPr marL="0" indent="0">
              <a:buFontTx/>
              <a:buNone/>
              <a:defRPr sz="1000" b="1" cap="all" spc="100" baseline="0">
                <a:solidFill>
                  <a:schemeClr val="tx1"/>
                </a:solidFill>
              </a:defRPr>
            </a:lvl3pPr>
            <a:lvl4pPr marL="0" indent="0">
              <a:buFontTx/>
              <a:buNone/>
              <a:defRPr sz="1000" b="1" cap="all" spc="100" baseline="0">
                <a:solidFill>
                  <a:schemeClr val="tx1"/>
                </a:solidFill>
              </a:defRPr>
            </a:lvl4pPr>
            <a:lvl5pPr marL="0" indent="0">
              <a:buFontTx/>
              <a:buNone/>
              <a:defRPr sz="1000" b="1" cap="all" spc="100" baseline="0">
                <a:solidFill>
                  <a:schemeClr val="tx1"/>
                </a:solidFill>
              </a:defRPr>
            </a:lvl5pPr>
            <a:lvl6pPr marL="0" indent="0">
              <a:buFontTx/>
              <a:buNone/>
              <a:defRPr sz="1000" b="1" cap="all" spc="100" baseline="0">
                <a:solidFill>
                  <a:schemeClr val="tx1"/>
                </a:solidFill>
              </a:defRPr>
            </a:lvl6pPr>
            <a:lvl7pPr marL="0" indent="0">
              <a:buFontTx/>
              <a:buNone/>
              <a:defRPr sz="1000" b="1" cap="all" spc="100" baseline="0">
                <a:solidFill>
                  <a:schemeClr val="tx1"/>
                </a:solidFill>
              </a:defRPr>
            </a:lvl7pPr>
            <a:lvl8pPr marL="0" indent="0">
              <a:buFontTx/>
              <a:buNone/>
              <a:defRPr sz="1000" b="1" cap="all" spc="100" baseline="0">
                <a:solidFill>
                  <a:schemeClr val="tx1"/>
                </a:solidFill>
              </a:defRPr>
            </a:lvl8pPr>
            <a:lvl9pPr marL="0" indent="0">
              <a:buFontTx/>
              <a:buNone/>
              <a:defRPr sz="1000" b="1" i="0" cap="all" spc="100" baseline="0">
                <a:solidFill>
                  <a:schemeClr val="tx1"/>
                </a:solidFill>
              </a:defRPr>
            </a:lvl9pPr>
          </a:lstStyle>
          <a:p>
            <a:pPr lvl="0"/>
            <a:r>
              <a:rPr lang="en-US"/>
              <a:t>Click to add EYEBROW TEXT</a:t>
            </a:r>
          </a:p>
        </p:txBody>
      </p:sp>
      <p:cxnSp>
        <p:nvCxnSpPr>
          <p:cNvPr id="5" name="Straight Connector 4">
            <a:extLst>
              <a:ext uri="{FF2B5EF4-FFF2-40B4-BE49-F238E27FC236}">
                <a16:creationId xmlns:a16="http://schemas.microsoft.com/office/drawing/2014/main" id="{B1329BEF-C96E-3244-AF0B-0E139204A46B}"/>
              </a:ext>
            </a:extLst>
          </p:cNvPr>
          <p:cNvCxnSpPr>
            <a:cxnSpLocks/>
          </p:cNvCxnSpPr>
          <p:nvPr userDrawn="1"/>
        </p:nvCxnSpPr>
        <p:spPr>
          <a:xfrm>
            <a:off x="457199" y="2455405"/>
            <a:ext cx="516636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2996566D-E3C7-4510-8555-3ECF1D8B4887}"/>
              </a:ext>
            </a:extLst>
          </p:cNvPr>
          <p:cNvSpPr>
            <a:spLocks noGrp="1"/>
          </p:cNvSpPr>
          <p:nvPr>
            <p:ph type="title" hasCustomPrompt="1"/>
          </p:nvPr>
        </p:nvSpPr>
        <p:spPr>
          <a:xfrm>
            <a:off x="457199" y="2569464"/>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with image and eyebrow 2 — click to edit</a:t>
            </a:r>
          </a:p>
        </p:txBody>
      </p:sp>
      <p:sp>
        <p:nvSpPr>
          <p:cNvPr id="20" name="Footer Placeholder 3">
            <a:extLst>
              <a:ext uri="{FF2B5EF4-FFF2-40B4-BE49-F238E27FC236}">
                <a16:creationId xmlns:a16="http://schemas.microsoft.com/office/drawing/2014/main" id="{90C3B054-93D7-4C84-9CB6-EF948419447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4871DFC0-C62E-26B9-4FEA-A98CDA7634C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9298451" y="6437376"/>
            <a:ext cx="2433301" cy="221731"/>
          </a:xfrm>
          <a:prstGeom prst="rect">
            <a:avLst/>
          </a:prstGeom>
        </p:spPr>
      </p:pic>
    </p:spTree>
    <p:extLst>
      <p:ext uri="{BB962C8B-B14F-4D97-AF65-F5344CB8AC3E}">
        <p14:creationId xmlns:p14="http://schemas.microsoft.com/office/powerpoint/2010/main" val="1776614067"/>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ADD352E-DF4D-446E-9A60-7583091C589C}"/>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2" name="Rectangle 21">
            <a:extLst>
              <a:ext uri="{FF2B5EF4-FFF2-40B4-BE49-F238E27FC236}">
                <a16:creationId xmlns:a16="http://schemas.microsoft.com/office/drawing/2014/main" id="{626745FB-344D-4188-943E-D28182376830}"/>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Title 1">
            <a:extLst>
              <a:ext uri="{FF2B5EF4-FFF2-40B4-BE49-F238E27FC236}">
                <a16:creationId xmlns:a16="http://schemas.microsoft.com/office/drawing/2014/main" id="{8657438D-0593-47FA-B429-C3DE64FC966D}"/>
              </a:ext>
            </a:extLst>
          </p:cNvPr>
          <p:cNvSpPr>
            <a:spLocks noGrp="1"/>
          </p:cNvSpPr>
          <p:nvPr>
            <p:ph type="title" hasCustomPrompt="1"/>
          </p:nvPr>
        </p:nvSpPr>
        <p:spPr>
          <a:xfrm>
            <a:off x="457198" y="2211777"/>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no image — click to edit second line if needed </a:t>
            </a:r>
          </a:p>
        </p:txBody>
      </p:sp>
      <p:sp>
        <p:nvSpPr>
          <p:cNvPr id="12" name="Text Placeholder 23">
            <a:extLst>
              <a:ext uri="{FF2B5EF4-FFF2-40B4-BE49-F238E27FC236}">
                <a16:creationId xmlns:a16="http://schemas.microsoft.com/office/drawing/2014/main" id="{510F4C07-544E-4DD2-9C21-F577ED2FB2DE}"/>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6" name="Text Placeholder 21">
            <a:extLst>
              <a:ext uri="{FF2B5EF4-FFF2-40B4-BE49-F238E27FC236}">
                <a16:creationId xmlns:a16="http://schemas.microsoft.com/office/drawing/2014/main" id="{AA9E3402-A66C-4F26-86E2-0EF3C9DC4AA5}"/>
              </a:ext>
            </a:extLst>
          </p:cNvPr>
          <p:cNvSpPr>
            <a:spLocks noGrp="1"/>
          </p:cNvSpPr>
          <p:nvPr>
            <p:ph type="body" sz="quarter" idx="15" hasCustomPrompt="1"/>
          </p:nvPr>
        </p:nvSpPr>
        <p:spPr>
          <a:xfrm>
            <a:off x="457198" y="3225916"/>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9" name="Text Placeholder 25">
            <a:extLst>
              <a:ext uri="{FF2B5EF4-FFF2-40B4-BE49-F238E27FC236}">
                <a16:creationId xmlns:a16="http://schemas.microsoft.com/office/drawing/2014/main" id="{70B2E61E-429F-4743-B432-4615E5429B7F}"/>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13" name="Footer Placeholder 3">
            <a:extLst>
              <a:ext uri="{FF2B5EF4-FFF2-40B4-BE49-F238E27FC236}">
                <a16:creationId xmlns:a16="http://schemas.microsoft.com/office/drawing/2014/main" id="{7F83DE0D-D829-4834-8907-51D720F2BB3B}"/>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4" name="Picture 3">
            <a:extLst>
              <a:ext uri="{FF2B5EF4-FFF2-40B4-BE49-F238E27FC236}">
                <a16:creationId xmlns:a16="http://schemas.microsoft.com/office/drawing/2014/main" id="{6AA6424D-A32F-6690-A11F-3B07E5C353A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9298451" y="6437376"/>
            <a:ext cx="2433301" cy="221731"/>
          </a:xfrm>
          <a:prstGeom prst="rect">
            <a:avLst/>
          </a:prstGeom>
        </p:spPr>
      </p:pic>
    </p:spTree>
    <p:extLst>
      <p:ext uri="{BB962C8B-B14F-4D97-AF65-F5344CB8AC3E}">
        <p14:creationId xmlns:p14="http://schemas.microsoft.com/office/powerpoint/2010/main" val="3853099682"/>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no ima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ADD352E-DF4D-446E-9A60-7583091C589C}"/>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2" name="Rectangle 21">
            <a:extLst>
              <a:ext uri="{FF2B5EF4-FFF2-40B4-BE49-F238E27FC236}">
                <a16:creationId xmlns:a16="http://schemas.microsoft.com/office/drawing/2014/main" id="{626745FB-344D-4188-943E-D28182376830}"/>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Title 1">
            <a:extLst>
              <a:ext uri="{FF2B5EF4-FFF2-40B4-BE49-F238E27FC236}">
                <a16:creationId xmlns:a16="http://schemas.microsoft.com/office/drawing/2014/main" id="{8657438D-0593-47FA-B429-C3DE64FC966D}"/>
              </a:ext>
            </a:extLst>
          </p:cNvPr>
          <p:cNvSpPr>
            <a:spLocks noGrp="1"/>
          </p:cNvSpPr>
          <p:nvPr>
            <p:ph type="title" hasCustomPrompt="1"/>
          </p:nvPr>
        </p:nvSpPr>
        <p:spPr>
          <a:xfrm>
            <a:off x="457198" y="2211777"/>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no image 2 — click to edit second line if needed </a:t>
            </a:r>
          </a:p>
        </p:txBody>
      </p:sp>
      <p:sp>
        <p:nvSpPr>
          <p:cNvPr id="12" name="Text Placeholder 23">
            <a:extLst>
              <a:ext uri="{FF2B5EF4-FFF2-40B4-BE49-F238E27FC236}">
                <a16:creationId xmlns:a16="http://schemas.microsoft.com/office/drawing/2014/main" id="{510F4C07-544E-4DD2-9C21-F577ED2FB2DE}"/>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6" name="Text Placeholder 21">
            <a:extLst>
              <a:ext uri="{FF2B5EF4-FFF2-40B4-BE49-F238E27FC236}">
                <a16:creationId xmlns:a16="http://schemas.microsoft.com/office/drawing/2014/main" id="{AA9E3402-A66C-4F26-86E2-0EF3C9DC4AA5}"/>
              </a:ext>
            </a:extLst>
          </p:cNvPr>
          <p:cNvSpPr>
            <a:spLocks noGrp="1"/>
          </p:cNvSpPr>
          <p:nvPr>
            <p:ph type="body" sz="quarter" idx="15" hasCustomPrompt="1"/>
          </p:nvPr>
        </p:nvSpPr>
        <p:spPr>
          <a:xfrm>
            <a:off x="457198" y="3225916"/>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9" name="Text Placeholder 25">
            <a:extLst>
              <a:ext uri="{FF2B5EF4-FFF2-40B4-BE49-F238E27FC236}">
                <a16:creationId xmlns:a16="http://schemas.microsoft.com/office/drawing/2014/main" id="{70B2E61E-429F-4743-B432-4615E5429B7F}"/>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13" name="Footer Placeholder 3">
            <a:extLst>
              <a:ext uri="{FF2B5EF4-FFF2-40B4-BE49-F238E27FC236}">
                <a16:creationId xmlns:a16="http://schemas.microsoft.com/office/drawing/2014/main" id="{8275F65D-5C7F-46EA-9473-E5077215EA8A}"/>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0D72A018-00FE-0A80-62C5-BE480A2948C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9298451" y="6437376"/>
            <a:ext cx="2433301" cy="221731"/>
          </a:xfrm>
          <a:prstGeom prst="rect">
            <a:avLst/>
          </a:prstGeom>
        </p:spPr>
      </p:pic>
    </p:spTree>
    <p:extLst>
      <p:ext uri="{BB962C8B-B14F-4D97-AF65-F5344CB8AC3E}">
        <p14:creationId xmlns:p14="http://schemas.microsoft.com/office/powerpoint/2010/main" val="1590008302"/>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cobr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8BD69C2-429A-47BF-AFC1-919C4469AC6B}"/>
              </a:ext>
            </a:extLst>
          </p:cNvPr>
          <p:cNvCxnSpPr/>
          <p:nvPr userDrawn="1"/>
        </p:nvCxnSpPr>
        <p:spPr>
          <a:xfrm>
            <a:off x="8946924" y="6335876"/>
            <a:ext cx="0" cy="3673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19">
            <a:extLst>
              <a:ext uri="{FF2B5EF4-FFF2-40B4-BE49-F238E27FC236}">
                <a16:creationId xmlns:a16="http://schemas.microsoft.com/office/drawing/2014/main" id="{57EBCDC8-3858-4B96-BABB-58AE637B4076}"/>
              </a:ext>
            </a:extLst>
          </p:cNvPr>
          <p:cNvSpPr>
            <a:spLocks noGrp="1"/>
          </p:cNvSpPr>
          <p:nvPr>
            <p:ph type="pic" sz="quarter" idx="14" hasCustomPrompt="1"/>
          </p:nvPr>
        </p:nvSpPr>
        <p:spPr>
          <a:xfrm>
            <a:off x="6258461" y="6368931"/>
            <a:ext cx="2466975" cy="390196"/>
          </a:xfrm>
        </p:spPr>
        <p:txBody>
          <a:bodyPr anchor="ctr" anchorCtr="0"/>
          <a:lstStyle>
            <a:lvl1pPr algn="ctr">
              <a:defRPr sz="1200"/>
            </a:lvl1pPr>
          </a:lstStyle>
          <a:p>
            <a:r>
              <a:rPr lang="en-US"/>
              <a:t>Click to insert cobrand logo</a:t>
            </a:r>
          </a:p>
        </p:txBody>
      </p:sp>
      <p:sp>
        <p:nvSpPr>
          <p:cNvPr id="15" name="Rectangle 14">
            <a:extLst>
              <a:ext uri="{FF2B5EF4-FFF2-40B4-BE49-F238E27FC236}">
                <a16:creationId xmlns:a16="http://schemas.microsoft.com/office/drawing/2014/main" id="{0E81A99A-28F5-400A-A06C-4564C61FDFA8}"/>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3" name="Rectangle 22">
            <a:extLst>
              <a:ext uri="{FF2B5EF4-FFF2-40B4-BE49-F238E27FC236}">
                <a16:creationId xmlns:a16="http://schemas.microsoft.com/office/drawing/2014/main" id="{B79E3780-1FCA-42E3-91B5-3C07F3064D11}"/>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6" name="Rectangle 15">
            <a:extLst>
              <a:ext uri="{FF2B5EF4-FFF2-40B4-BE49-F238E27FC236}">
                <a16:creationId xmlns:a16="http://schemas.microsoft.com/office/drawing/2014/main" id="{1DBF7C3F-7FC1-423D-8774-FED59E4DBCE0}"/>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4" name="Text Placeholder 23">
            <a:extLst>
              <a:ext uri="{FF2B5EF4-FFF2-40B4-BE49-F238E27FC236}">
                <a16:creationId xmlns:a16="http://schemas.microsoft.com/office/drawing/2014/main" id="{F0C785EF-9E17-43E6-868A-A0F48620F168}"/>
              </a:ext>
            </a:extLst>
          </p:cNvPr>
          <p:cNvSpPr>
            <a:spLocks noGrp="1"/>
          </p:cNvSpPr>
          <p:nvPr>
            <p:ph type="body" sz="quarter" idx="18" hasCustomPrompt="1"/>
          </p:nvPr>
        </p:nvSpPr>
        <p:spPr>
          <a:xfrm>
            <a:off x="457200" y="4343400"/>
            <a:ext cx="2157454" cy="274320"/>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25" name="Text Placeholder 21">
            <a:extLst>
              <a:ext uri="{FF2B5EF4-FFF2-40B4-BE49-F238E27FC236}">
                <a16:creationId xmlns:a16="http://schemas.microsoft.com/office/drawing/2014/main" id="{CA9928E1-888D-4F50-BC02-91B5DA680D24}"/>
              </a:ext>
            </a:extLst>
          </p:cNvPr>
          <p:cNvSpPr>
            <a:spLocks noGrp="1"/>
          </p:cNvSpPr>
          <p:nvPr>
            <p:ph type="body" sz="quarter" idx="19" hasCustomPrompt="1"/>
          </p:nvPr>
        </p:nvSpPr>
        <p:spPr>
          <a:xfrm>
            <a:off x="457198" y="3227832"/>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26" name="Text Placeholder 25">
            <a:extLst>
              <a:ext uri="{FF2B5EF4-FFF2-40B4-BE49-F238E27FC236}">
                <a16:creationId xmlns:a16="http://schemas.microsoft.com/office/drawing/2014/main" id="{9A9EAD76-6105-44A8-8A8B-286F32267AB5}"/>
              </a:ext>
            </a:extLst>
          </p:cNvPr>
          <p:cNvSpPr>
            <a:spLocks noGrp="1"/>
          </p:cNvSpPr>
          <p:nvPr>
            <p:ph type="body" sz="quarter" idx="20"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27" name="Title 1">
            <a:extLst>
              <a:ext uri="{FF2B5EF4-FFF2-40B4-BE49-F238E27FC236}">
                <a16:creationId xmlns:a16="http://schemas.microsoft.com/office/drawing/2014/main" id="{9C7E50F4-F140-435A-BF1E-BB5BF832FB72}"/>
              </a:ext>
            </a:extLst>
          </p:cNvPr>
          <p:cNvSpPr>
            <a:spLocks noGrp="1"/>
          </p:cNvSpPr>
          <p:nvPr>
            <p:ph type="title" hasCustomPrompt="1"/>
          </p:nvPr>
        </p:nvSpPr>
        <p:spPr>
          <a:xfrm>
            <a:off x="457198" y="2211777"/>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cobrand — click to edit second line if needed </a:t>
            </a:r>
          </a:p>
        </p:txBody>
      </p:sp>
      <p:sp>
        <p:nvSpPr>
          <p:cNvPr id="13" name="Footer Placeholder 3">
            <a:extLst>
              <a:ext uri="{FF2B5EF4-FFF2-40B4-BE49-F238E27FC236}">
                <a16:creationId xmlns:a16="http://schemas.microsoft.com/office/drawing/2014/main" id="{382ADA15-D6A6-45CE-9014-7935A669E46E}"/>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990B177C-3B82-5011-066F-A1458558CB3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9298451" y="6437376"/>
            <a:ext cx="2433301" cy="221731"/>
          </a:xfrm>
          <a:prstGeom prst="rect">
            <a:avLst/>
          </a:prstGeom>
        </p:spPr>
      </p:pic>
    </p:spTree>
    <p:extLst>
      <p:ext uri="{BB962C8B-B14F-4D97-AF65-F5344CB8AC3E}">
        <p14:creationId xmlns:p14="http://schemas.microsoft.com/office/powerpoint/2010/main" val="2196737663"/>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ivider 1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F982AE-B441-5D47-8FE2-7C216AC85070}"/>
              </a:ext>
            </a:extLst>
          </p:cNvPr>
          <p:cNvSpPr>
            <a:spLocks noGrp="1"/>
          </p:cNvSpPr>
          <p:nvPr>
            <p:ph type="title" hasCustomPrompt="1"/>
          </p:nvPr>
        </p:nvSpPr>
        <p:spPr>
          <a:xfrm>
            <a:off x="4233673" y="2530432"/>
            <a:ext cx="6199632" cy="1317667"/>
          </a:xfrm>
          <a:solidFill>
            <a:schemeClr val="bg1"/>
          </a:solidFill>
        </p:spPr>
        <p:txBody>
          <a:bodyPr lIns="0" tIns="0" rIns="0" anchor="ctr" anchorCtr="0">
            <a:noAutofit/>
          </a:bodyPr>
          <a:lstStyle>
            <a:lvl1pPr>
              <a:lnSpc>
                <a:spcPct val="90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Divider 1 no image — click to edit text</a:t>
            </a:r>
          </a:p>
        </p:txBody>
      </p:sp>
      <p:sp>
        <p:nvSpPr>
          <p:cNvPr id="9" name="Text Placeholder 25">
            <a:extLst>
              <a:ext uri="{FF2B5EF4-FFF2-40B4-BE49-F238E27FC236}">
                <a16:creationId xmlns:a16="http://schemas.microsoft.com/office/drawing/2014/main" id="{423B3AC3-FF6A-7E40-8C74-6C527274E56C}"/>
              </a:ext>
            </a:extLst>
          </p:cNvPr>
          <p:cNvSpPr>
            <a:spLocks noGrp="1"/>
          </p:cNvSpPr>
          <p:nvPr>
            <p:ph type="body" sz="quarter" idx="17" hasCustomPrompt="1"/>
          </p:nvPr>
        </p:nvSpPr>
        <p:spPr>
          <a:xfrm>
            <a:off x="4233672" y="3947537"/>
            <a:ext cx="6199632" cy="402123"/>
          </a:xfrm>
        </p:spPr>
        <p:txBody>
          <a:bodyPr lIns="0" tIns="0" rIns="22860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subhead</a:t>
            </a:r>
          </a:p>
        </p:txBody>
      </p:sp>
      <p:sp>
        <p:nvSpPr>
          <p:cNvPr id="2" name="Slide Number Placeholder 1">
            <a:extLst>
              <a:ext uri="{FF2B5EF4-FFF2-40B4-BE49-F238E27FC236}">
                <a16:creationId xmlns:a16="http://schemas.microsoft.com/office/drawing/2014/main" id="{EDA2F4BF-5814-104F-9DEA-62BEC9541555}"/>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F6D15C58-405A-4936-A9EB-228AF76CF04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Footer Placeholder 3">
            <a:extLst>
              <a:ext uri="{FF2B5EF4-FFF2-40B4-BE49-F238E27FC236}">
                <a16:creationId xmlns:a16="http://schemas.microsoft.com/office/drawing/2014/main" id="{76AB2782-3C23-4773-B6BF-A9C36DB1389F}"/>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3" name="Picture 2">
            <a:extLst>
              <a:ext uri="{FF2B5EF4-FFF2-40B4-BE49-F238E27FC236}">
                <a16:creationId xmlns:a16="http://schemas.microsoft.com/office/drawing/2014/main" id="{66ACFD2E-3C87-BB24-AFB8-F94FE18D6D3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361257589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ivider 2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Slide Number Placeholder 1">
            <a:extLst>
              <a:ext uri="{FF2B5EF4-FFF2-40B4-BE49-F238E27FC236}">
                <a16:creationId xmlns:a16="http://schemas.microsoft.com/office/drawing/2014/main" id="{FE44C43D-DB44-4411-BDB9-A4C2C7084B51}"/>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378FBD8A-D12B-4EFA-A9DB-2DD83E9E322D}"/>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21" name="Title 1">
            <a:extLst>
              <a:ext uri="{FF2B5EF4-FFF2-40B4-BE49-F238E27FC236}">
                <a16:creationId xmlns:a16="http://schemas.microsoft.com/office/drawing/2014/main" id="{22BF5985-B02F-458A-8DDC-57916CC8A299}"/>
              </a:ext>
            </a:extLst>
          </p:cNvPr>
          <p:cNvSpPr>
            <a:spLocks noGrp="1"/>
          </p:cNvSpPr>
          <p:nvPr>
            <p:ph type="title" hasCustomPrompt="1"/>
          </p:nvPr>
        </p:nvSpPr>
        <p:spPr>
          <a:xfrm>
            <a:off x="4233673" y="2530432"/>
            <a:ext cx="6199632" cy="1317667"/>
          </a:xfrm>
          <a:solidFill>
            <a:schemeClr val="bg1"/>
          </a:solidFill>
        </p:spPr>
        <p:txBody>
          <a:bodyPr lIns="0" tIns="0" rIns="0" anchor="ctr" anchorCtr="0">
            <a:noAutofit/>
          </a:bodyPr>
          <a:lstStyle>
            <a:lvl1pPr>
              <a:lnSpc>
                <a:spcPct val="90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Divider 2 no image — click to edit text</a:t>
            </a:r>
          </a:p>
        </p:txBody>
      </p:sp>
      <p:sp>
        <p:nvSpPr>
          <p:cNvPr id="22" name="Text Placeholder 25">
            <a:extLst>
              <a:ext uri="{FF2B5EF4-FFF2-40B4-BE49-F238E27FC236}">
                <a16:creationId xmlns:a16="http://schemas.microsoft.com/office/drawing/2014/main" id="{DBEB1D60-90BA-4234-8D5F-520D83E1A270}"/>
              </a:ext>
            </a:extLst>
          </p:cNvPr>
          <p:cNvSpPr>
            <a:spLocks noGrp="1"/>
          </p:cNvSpPr>
          <p:nvPr>
            <p:ph type="body" sz="quarter" idx="17" hasCustomPrompt="1"/>
          </p:nvPr>
        </p:nvSpPr>
        <p:spPr>
          <a:xfrm>
            <a:off x="4233672" y="3947537"/>
            <a:ext cx="6199632" cy="402123"/>
          </a:xfrm>
        </p:spPr>
        <p:txBody>
          <a:bodyPr lIns="0" tIns="0" rIns="22860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subhead</a:t>
            </a:r>
          </a:p>
        </p:txBody>
      </p:sp>
      <p:sp>
        <p:nvSpPr>
          <p:cNvPr id="8" name="Footer Placeholder 3">
            <a:extLst>
              <a:ext uri="{FF2B5EF4-FFF2-40B4-BE49-F238E27FC236}">
                <a16:creationId xmlns:a16="http://schemas.microsoft.com/office/drawing/2014/main" id="{0FF65890-EF87-41AB-AAD2-3303743DA38B}"/>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CC7DAD1F-FC26-B3D5-E28D-F7C0CDC51DD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391934924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ivider 3 with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9B7A2125-0066-41AD-B5C4-1FCDE010232D}"/>
              </a:ext>
            </a:extLst>
          </p:cNvPr>
          <p:cNvSpPr>
            <a:spLocks noGrp="1"/>
          </p:cNvSpPr>
          <p:nvPr>
            <p:ph type="pic" sz="quarter" idx="20" hasCustomPrompt="1"/>
          </p:nvPr>
        </p:nvSpPr>
        <p:spPr>
          <a:xfrm>
            <a:off x="465138" y="457200"/>
            <a:ext cx="11269662" cy="5791200"/>
          </a:xfrm>
          <a:custGeom>
            <a:avLst/>
            <a:gdLst>
              <a:gd name="connsiteX0" fmla="*/ 0 w 11269662"/>
              <a:gd name="connsiteY0" fmla="*/ 0 h 5791200"/>
              <a:gd name="connsiteX1" fmla="*/ 11269662 w 11269662"/>
              <a:gd name="connsiteY1" fmla="*/ 0 h 5791200"/>
              <a:gd name="connsiteX2" fmla="*/ 11269662 w 11269662"/>
              <a:gd name="connsiteY2" fmla="*/ 5791200 h 5791200"/>
              <a:gd name="connsiteX3" fmla="*/ 0 w 11269662"/>
              <a:gd name="connsiteY3" fmla="*/ 5791200 h 5791200"/>
              <a:gd name="connsiteX4" fmla="*/ 0 w 11269662"/>
              <a:gd name="connsiteY4" fmla="*/ 3941064 h 5791200"/>
              <a:gd name="connsiteX5" fmla="*/ 5624766 w 11269662"/>
              <a:gd name="connsiteY5" fmla="*/ 3941064 h 5791200"/>
              <a:gd name="connsiteX6" fmla="*/ 5624766 w 11269662"/>
              <a:gd name="connsiteY6" fmla="*/ 1929384 h 5791200"/>
              <a:gd name="connsiteX7" fmla="*/ 0 w 11269662"/>
              <a:gd name="connsiteY7" fmla="*/ 1929384 h 579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69662" h="5791200">
                <a:moveTo>
                  <a:pt x="0" y="0"/>
                </a:moveTo>
                <a:lnTo>
                  <a:pt x="11269662" y="0"/>
                </a:lnTo>
                <a:lnTo>
                  <a:pt x="11269662" y="5791200"/>
                </a:lnTo>
                <a:lnTo>
                  <a:pt x="0" y="5791200"/>
                </a:lnTo>
                <a:lnTo>
                  <a:pt x="0" y="3941064"/>
                </a:lnTo>
                <a:lnTo>
                  <a:pt x="5624766" y="3941064"/>
                </a:lnTo>
                <a:lnTo>
                  <a:pt x="5624766" y="1929384"/>
                </a:lnTo>
                <a:lnTo>
                  <a:pt x="0" y="1929384"/>
                </a:lnTo>
                <a:close/>
              </a:path>
            </a:pathLst>
          </a:custGeom>
          <a:solidFill>
            <a:srgbClr val="BFBFBF"/>
          </a:solidFill>
        </p:spPr>
        <p:txBody>
          <a:bodyPr wrap="square" tIns="1463040">
            <a:noAutofit/>
          </a:bodyPr>
          <a:lstStyle>
            <a:lvl1pPr algn="ctr">
              <a:defRPr/>
            </a:lvl1pPr>
          </a:lstStyle>
          <a:p>
            <a:r>
              <a:rPr lang="en-US"/>
              <a:t>Insert Pic</a:t>
            </a:r>
            <a:endParaRPr lang="en-GB"/>
          </a:p>
        </p:txBody>
      </p:sp>
      <p:sp>
        <p:nvSpPr>
          <p:cNvPr id="18" name="Rectangle 17">
            <a:extLst>
              <a:ext uri="{FF2B5EF4-FFF2-40B4-BE49-F238E27FC236}">
                <a16:creationId xmlns:a16="http://schemas.microsoft.com/office/drawing/2014/main" id="{1EB2AA7D-C791-4F6C-A258-4D60B1A85487}"/>
              </a:ext>
            </a:extLst>
          </p:cNvPr>
          <p:cNvSpPr/>
          <p:nvPr userDrawn="1"/>
        </p:nvSpPr>
        <p:spPr bwMode="auto">
          <a:xfrm>
            <a:off x="0" y="2386584"/>
            <a:ext cx="6089904" cy="2011680"/>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9" name="Title 1">
            <a:extLst>
              <a:ext uri="{FF2B5EF4-FFF2-40B4-BE49-F238E27FC236}">
                <a16:creationId xmlns:a16="http://schemas.microsoft.com/office/drawing/2014/main" id="{C5BEADA9-8B0A-E647-BE4B-A60A9933BF45}"/>
              </a:ext>
            </a:extLst>
          </p:cNvPr>
          <p:cNvSpPr>
            <a:spLocks noGrp="1"/>
          </p:cNvSpPr>
          <p:nvPr>
            <p:ph type="title" hasCustomPrompt="1"/>
          </p:nvPr>
        </p:nvSpPr>
        <p:spPr>
          <a:xfrm>
            <a:off x="465137" y="2686049"/>
            <a:ext cx="5421313" cy="1128137"/>
          </a:xfrm>
        </p:spPr>
        <p:txBody>
          <a:bodyPr lIns="0" rIns="0" anchor="ctr" anchorCtr="0">
            <a:noAutofit/>
          </a:bodyPr>
          <a:lstStyle>
            <a:lvl1pPr>
              <a:lnSpc>
                <a:spcPct val="90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Divider 3 with image — click to edit text</a:t>
            </a:r>
          </a:p>
        </p:txBody>
      </p:sp>
      <p:sp>
        <p:nvSpPr>
          <p:cNvPr id="10" name="Text Placeholder 25">
            <a:extLst>
              <a:ext uri="{FF2B5EF4-FFF2-40B4-BE49-F238E27FC236}">
                <a16:creationId xmlns:a16="http://schemas.microsoft.com/office/drawing/2014/main" id="{17B4EE0A-0572-284B-BEDD-5BB727575BBC}"/>
              </a:ext>
            </a:extLst>
          </p:cNvPr>
          <p:cNvSpPr>
            <a:spLocks noGrp="1"/>
          </p:cNvSpPr>
          <p:nvPr>
            <p:ph type="body" sz="quarter" idx="17" hasCustomPrompt="1"/>
          </p:nvPr>
        </p:nvSpPr>
        <p:spPr>
          <a:xfrm>
            <a:off x="465138" y="3852287"/>
            <a:ext cx="5421312" cy="402123"/>
          </a:xfrm>
        </p:spPr>
        <p:txBody>
          <a:bodyPr lIns="0" tIns="0" rIns="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subhead</a:t>
            </a:r>
          </a:p>
        </p:txBody>
      </p:sp>
      <p:sp>
        <p:nvSpPr>
          <p:cNvPr id="15" name="Slide Number Placeholder 1">
            <a:extLst>
              <a:ext uri="{FF2B5EF4-FFF2-40B4-BE49-F238E27FC236}">
                <a16:creationId xmlns:a16="http://schemas.microsoft.com/office/drawing/2014/main" id="{94D1E600-447F-4CCE-ABE9-DF9703B6F18E}"/>
              </a:ext>
            </a:extLst>
          </p:cNvPr>
          <p:cNvSpPr>
            <a:spLocks noGrp="1"/>
          </p:cNvSpPr>
          <p:nvPr>
            <p:ph type="sldNum" sz="quarter" idx="19"/>
          </p:nvPr>
        </p:nvSpPr>
        <p:spPr>
          <a:xfrm>
            <a:off x="11427675" y="6437376"/>
            <a:ext cx="306387" cy="208758"/>
          </a:xfrm>
        </p:spPr>
        <p:txBody>
          <a:bodyPr/>
          <a:lstStyle/>
          <a:p>
            <a:fld id="{63DCA5C9-2E11-4C67-86EB-AE1DE127DC64}" type="slidenum">
              <a:rPr lang="en-US" smtClean="0"/>
              <a:pPr/>
              <a:t>‹#›</a:t>
            </a:fld>
            <a:endParaRPr lang="en-US"/>
          </a:p>
        </p:txBody>
      </p:sp>
      <p:sp>
        <p:nvSpPr>
          <p:cNvPr id="11" name="Rectangle 10">
            <a:extLst>
              <a:ext uri="{FF2B5EF4-FFF2-40B4-BE49-F238E27FC236}">
                <a16:creationId xmlns:a16="http://schemas.microsoft.com/office/drawing/2014/main" id="{60A0F0C9-9AC1-450D-B914-82DDD3ACCAAF}"/>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2" name="Footer Placeholder 3">
            <a:extLst>
              <a:ext uri="{FF2B5EF4-FFF2-40B4-BE49-F238E27FC236}">
                <a16:creationId xmlns:a16="http://schemas.microsoft.com/office/drawing/2014/main" id="{BEC031B5-0A3F-45AA-817D-9E575FF8BA68}"/>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AB124115-BD32-9C7C-E270-19AED4D4CC5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64130508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3A17733-62EA-6940-A350-A58D7D15F1FB}"/>
              </a:ext>
            </a:extLst>
          </p:cNvPr>
          <p:cNvSpPr>
            <a:spLocks noGrp="1"/>
          </p:cNvSpPr>
          <p:nvPr>
            <p:ph type="title" hasCustomPrompt="1"/>
          </p:nvPr>
        </p:nvSpPr>
        <p:spPr>
          <a:xfrm>
            <a:off x="457200" y="457200"/>
            <a:ext cx="7434262" cy="1371600"/>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Agenda — click to edit Master title style</a:t>
            </a:r>
          </a:p>
        </p:txBody>
      </p:sp>
      <p:sp>
        <p:nvSpPr>
          <p:cNvPr id="9" name="Text Placeholder 25">
            <a:extLst>
              <a:ext uri="{FF2B5EF4-FFF2-40B4-BE49-F238E27FC236}">
                <a16:creationId xmlns:a16="http://schemas.microsoft.com/office/drawing/2014/main" id="{423B3AC3-FF6A-7E40-8C74-6C527274E56C}"/>
              </a:ext>
            </a:extLst>
          </p:cNvPr>
          <p:cNvSpPr>
            <a:spLocks noGrp="1"/>
          </p:cNvSpPr>
          <p:nvPr>
            <p:ph type="body" sz="quarter" idx="17"/>
          </p:nvPr>
        </p:nvSpPr>
        <p:spPr>
          <a:xfrm>
            <a:off x="457200" y="1828800"/>
            <a:ext cx="10287000" cy="3514725"/>
          </a:xfrm>
        </p:spPr>
        <p:txBody>
          <a:bodyPr lIns="548640" tIns="228600" rIns="228600"/>
          <a:lstStyle>
            <a:lvl1pPr marL="548640" indent="-548640">
              <a:lnSpc>
                <a:spcPct val="100000"/>
              </a:lnSpc>
              <a:spcAft>
                <a:spcPts val="2500"/>
              </a:spcAft>
              <a:buClr>
                <a:schemeClr val="tx2"/>
              </a:buClr>
              <a:buSzPct val="200000"/>
              <a:buFont typeface="+mj-lt"/>
              <a:buAutoNum type="arabicPeriod"/>
              <a:defRPr sz="1600" b="0" i="0"/>
            </a:lvl1pPr>
            <a:lvl2pPr marL="548640" indent="-548640">
              <a:spcAft>
                <a:spcPts val="2500"/>
              </a:spcAft>
              <a:buClr>
                <a:schemeClr val="tx2"/>
              </a:buClr>
              <a:buSzPct val="200000"/>
              <a:buFont typeface="+mj-lt"/>
              <a:buAutoNum type="arabicPeriod"/>
              <a:defRPr b="0">
                <a:solidFill>
                  <a:schemeClr val="tx1"/>
                </a:solidFill>
                <a:latin typeface="+mn-lt"/>
              </a:defRPr>
            </a:lvl2pPr>
            <a:lvl3pPr marL="548640" indent="-548640">
              <a:spcAft>
                <a:spcPts val="2500"/>
              </a:spcAft>
              <a:buSzPct val="200000"/>
              <a:buFont typeface="+mj-lt"/>
              <a:buAutoNum type="arabicPeriod"/>
              <a:defRPr sz="1600">
                <a:solidFill>
                  <a:schemeClr val="tx1"/>
                </a:solidFill>
              </a:defRPr>
            </a:lvl3pPr>
            <a:lvl4pPr marL="548640" indent="-548640">
              <a:spcAft>
                <a:spcPts val="2500"/>
              </a:spcAft>
              <a:buSzPct val="200000"/>
              <a:buFont typeface="+mj-lt"/>
              <a:buAutoNum type="arabicPeriod"/>
              <a:defRPr sz="1600">
                <a:solidFill>
                  <a:schemeClr val="tx1"/>
                </a:solidFill>
              </a:defRPr>
            </a:lvl4pPr>
            <a:lvl5pPr marL="548640" indent="-548640">
              <a:spcAft>
                <a:spcPts val="2500"/>
              </a:spcAft>
              <a:buSzPct val="200000"/>
              <a:buFont typeface="+mj-lt"/>
              <a:buAutoNum type="arabicPeriod"/>
              <a:defRPr sz="1600">
                <a:solidFill>
                  <a:schemeClr val="tx1"/>
                </a:solidFill>
              </a:defRPr>
            </a:lvl5pPr>
            <a:lvl6pPr marL="548640" indent="-548640">
              <a:spcAft>
                <a:spcPts val="2500"/>
              </a:spcAft>
              <a:buSzPct val="200000"/>
              <a:buFont typeface="+mj-lt"/>
              <a:buAutoNum type="arabicPeriod"/>
              <a:defRPr sz="1600">
                <a:solidFill>
                  <a:schemeClr val="tx1"/>
                </a:solidFill>
              </a:defRPr>
            </a:lvl6pPr>
            <a:lvl7pPr marL="548640" indent="-548640">
              <a:spcAft>
                <a:spcPts val="2500"/>
              </a:spcAft>
              <a:buSzPct val="200000"/>
              <a:buFont typeface="+mj-lt"/>
              <a:buAutoNum type="arabicPeriod"/>
              <a:defRPr sz="1600">
                <a:solidFill>
                  <a:schemeClr val="tx1"/>
                </a:solidFill>
              </a:defRPr>
            </a:lvl7pPr>
            <a:lvl8pPr marL="548640" indent="-548640">
              <a:spcAft>
                <a:spcPts val="2500"/>
              </a:spcAft>
              <a:buSzPct val="200000"/>
              <a:buFont typeface="+mj-lt"/>
              <a:buAutoNum type="arabicPeriod"/>
              <a:defRPr sz="1600">
                <a:solidFill>
                  <a:schemeClr val="tx1"/>
                </a:solidFill>
              </a:defRPr>
            </a:lvl8pPr>
            <a:lvl9pPr marL="548640" indent="-548640">
              <a:spcAft>
                <a:spcPts val="2500"/>
              </a:spcAft>
              <a:buSzPct val="200000"/>
              <a:buFont typeface="+mj-lt"/>
              <a:buAutoNum type="arabicPeriod"/>
              <a:defRPr sz="1600">
                <a:solidFill>
                  <a:schemeClr val="tx1"/>
                </a:solidFill>
              </a:defRPr>
            </a:lvl9pPr>
          </a:lstStyle>
          <a:p>
            <a:pPr lvl="0"/>
            <a:r>
              <a:rPr lang="ja-JP" altLang="en-US"/>
              <a:t>マスター テキストの書式設定</a:t>
            </a:r>
          </a:p>
        </p:txBody>
      </p:sp>
      <p:sp>
        <p:nvSpPr>
          <p:cNvPr id="13" name="Slide Number Placeholder 1">
            <a:extLst>
              <a:ext uri="{FF2B5EF4-FFF2-40B4-BE49-F238E27FC236}">
                <a16:creationId xmlns:a16="http://schemas.microsoft.com/office/drawing/2014/main" id="{C67BBABA-B53A-4DFE-A411-8A783BDC1E8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C98C4414-061C-40DB-9EEB-146F2EF49BE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8" name="Footer Placeholder 3">
            <a:extLst>
              <a:ext uri="{FF2B5EF4-FFF2-40B4-BE49-F238E27FC236}">
                <a16:creationId xmlns:a16="http://schemas.microsoft.com/office/drawing/2014/main" id="{73807002-AE7F-439C-BA58-08DA607A53C7}"/>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7B3F898B-550B-7D90-6263-D355ABF3DE9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31824757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Agend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3A17733-62EA-6940-A350-A58D7D15F1FB}"/>
              </a:ext>
            </a:extLst>
          </p:cNvPr>
          <p:cNvSpPr>
            <a:spLocks noGrp="1"/>
          </p:cNvSpPr>
          <p:nvPr>
            <p:ph type="title" hasCustomPrompt="1"/>
          </p:nvPr>
        </p:nvSpPr>
        <p:spPr>
          <a:xfrm>
            <a:off x="457200" y="457200"/>
            <a:ext cx="7434262" cy="1371600"/>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Agenda — click to edit Master title style</a:t>
            </a:r>
          </a:p>
        </p:txBody>
      </p:sp>
      <p:sp>
        <p:nvSpPr>
          <p:cNvPr id="9" name="Text Placeholder 25">
            <a:extLst>
              <a:ext uri="{FF2B5EF4-FFF2-40B4-BE49-F238E27FC236}">
                <a16:creationId xmlns:a16="http://schemas.microsoft.com/office/drawing/2014/main" id="{423B3AC3-FF6A-7E40-8C74-6C527274E56C}"/>
              </a:ext>
            </a:extLst>
          </p:cNvPr>
          <p:cNvSpPr>
            <a:spLocks noGrp="1"/>
          </p:cNvSpPr>
          <p:nvPr>
            <p:ph type="body" sz="quarter" idx="17"/>
          </p:nvPr>
        </p:nvSpPr>
        <p:spPr>
          <a:xfrm>
            <a:off x="457200" y="1828800"/>
            <a:ext cx="10287000" cy="3514725"/>
          </a:xfrm>
        </p:spPr>
        <p:txBody>
          <a:bodyPr lIns="548640" tIns="228600" rIns="228600"/>
          <a:lstStyle>
            <a:lvl1pPr marL="548640" indent="-548640">
              <a:lnSpc>
                <a:spcPct val="100000"/>
              </a:lnSpc>
              <a:spcAft>
                <a:spcPts val="2500"/>
              </a:spcAft>
              <a:buClr>
                <a:schemeClr val="tx2"/>
              </a:buClr>
              <a:buSzPct val="200000"/>
              <a:buFont typeface="+mj-lt"/>
              <a:buAutoNum type="arabicPeriod"/>
              <a:defRPr sz="1600" b="0" i="0"/>
            </a:lvl1pPr>
            <a:lvl2pPr marL="548640" indent="-548640">
              <a:spcAft>
                <a:spcPts val="2500"/>
              </a:spcAft>
              <a:buClr>
                <a:schemeClr val="tx2"/>
              </a:buClr>
              <a:buSzPct val="200000"/>
              <a:buFont typeface="+mj-lt"/>
              <a:buAutoNum type="arabicPeriod"/>
              <a:defRPr b="0">
                <a:solidFill>
                  <a:schemeClr val="tx1"/>
                </a:solidFill>
                <a:latin typeface="+mn-lt"/>
              </a:defRPr>
            </a:lvl2pPr>
            <a:lvl3pPr marL="548640" indent="-548640">
              <a:spcAft>
                <a:spcPts val="2500"/>
              </a:spcAft>
              <a:buSzPct val="200000"/>
              <a:buFont typeface="+mj-lt"/>
              <a:buAutoNum type="arabicPeriod"/>
              <a:defRPr sz="1600">
                <a:solidFill>
                  <a:schemeClr val="tx1"/>
                </a:solidFill>
              </a:defRPr>
            </a:lvl3pPr>
            <a:lvl4pPr marL="548640" indent="-548640">
              <a:spcAft>
                <a:spcPts val="2500"/>
              </a:spcAft>
              <a:buSzPct val="200000"/>
              <a:buFont typeface="+mj-lt"/>
              <a:buAutoNum type="arabicPeriod"/>
              <a:defRPr sz="1600">
                <a:solidFill>
                  <a:schemeClr val="tx1"/>
                </a:solidFill>
              </a:defRPr>
            </a:lvl4pPr>
            <a:lvl5pPr marL="548640" indent="-548640">
              <a:spcAft>
                <a:spcPts val="2500"/>
              </a:spcAft>
              <a:buSzPct val="200000"/>
              <a:buFont typeface="+mj-lt"/>
              <a:buAutoNum type="arabicPeriod"/>
              <a:defRPr sz="1600">
                <a:solidFill>
                  <a:schemeClr val="tx1"/>
                </a:solidFill>
              </a:defRPr>
            </a:lvl5pPr>
            <a:lvl6pPr marL="548640" indent="-548640">
              <a:spcAft>
                <a:spcPts val="2500"/>
              </a:spcAft>
              <a:buSzPct val="200000"/>
              <a:buFont typeface="+mj-lt"/>
              <a:buAutoNum type="arabicPeriod"/>
              <a:defRPr sz="1600">
                <a:solidFill>
                  <a:schemeClr val="tx1"/>
                </a:solidFill>
              </a:defRPr>
            </a:lvl6pPr>
            <a:lvl7pPr marL="548640" indent="-548640">
              <a:spcAft>
                <a:spcPts val="2500"/>
              </a:spcAft>
              <a:buSzPct val="200000"/>
              <a:buFont typeface="+mj-lt"/>
              <a:buAutoNum type="arabicPeriod"/>
              <a:defRPr sz="1600">
                <a:solidFill>
                  <a:schemeClr val="tx1"/>
                </a:solidFill>
              </a:defRPr>
            </a:lvl7pPr>
            <a:lvl8pPr marL="548640" indent="-548640">
              <a:spcAft>
                <a:spcPts val="2500"/>
              </a:spcAft>
              <a:buSzPct val="200000"/>
              <a:buFont typeface="+mj-lt"/>
              <a:buAutoNum type="arabicPeriod"/>
              <a:defRPr sz="1600">
                <a:solidFill>
                  <a:schemeClr val="tx1"/>
                </a:solidFill>
              </a:defRPr>
            </a:lvl8pPr>
            <a:lvl9pPr marL="548640" indent="-548640">
              <a:spcAft>
                <a:spcPts val="2500"/>
              </a:spcAft>
              <a:buSzPct val="200000"/>
              <a:buFont typeface="+mj-lt"/>
              <a:buAutoNum type="arabicPeriod"/>
              <a:defRPr sz="1600">
                <a:solidFill>
                  <a:schemeClr val="tx1"/>
                </a:solidFill>
              </a:defRPr>
            </a:lvl9pPr>
          </a:lstStyle>
          <a:p>
            <a:pPr lvl="0"/>
            <a:r>
              <a:rPr lang="ja-JP" altLang="en-US"/>
              <a:t>マスター テキストの書式設定</a:t>
            </a:r>
          </a:p>
        </p:txBody>
      </p:sp>
      <p:sp>
        <p:nvSpPr>
          <p:cNvPr id="13" name="Slide Number Placeholder 1">
            <a:extLst>
              <a:ext uri="{FF2B5EF4-FFF2-40B4-BE49-F238E27FC236}">
                <a16:creationId xmlns:a16="http://schemas.microsoft.com/office/drawing/2014/main" id="{C67BBABA-B53A-4DFE-A411-8A783BDC1E8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C98C4414-061C-40DB-9EEB-146F2EF49BE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8" name="Footer Placeholder 3">
            <a:extLst>
              <a:ext uri="{FF2B5EF4-FFF2-40B4-BE49-F238E27FC236}">
                <a16:creationId xmlns:a16="http://schemas.microsoft.com/office/drawing/2014/main" id="{78705963-0744-41D8-BF34-0B2F1409FCBD}"/>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E6A64734-ADAF-0A61-8C1E-4C805FB6C20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144223356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ivider/Zoom-dual purpose">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F7CA303-9F06-4521-9775-F2D8EBA60779}"/>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5" name="Title 1">
            <a:extLst>
              <a:ext uri="{FF2B5EF4-FFF2-40B4-BE49-F238E27FC236}">
                <a16:creationId xmlns:a16="http://schemas.microsoft.com/office/drawing/2014/main" id="{FEF6AAA5-1DD4-7042-97B8-DBA2321B05B9}"/>
              </a:ext>
            </a:extLst>
          </p:cNvPr>
          <p:cNvSpPr>
            <a:spLocks noGrp="1"/>
          </p:cNvSpPr>
          <p:nvPr>
            <p:ph type="title"/>
          </p:nvPr>
        </p:nvSpPr>
        <p:spPr>
          <a:xfrm>
            <a:off x="465138" y="457200"/>
            <a:ext cx="5516562" cy="5551487"/>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ja-JP" altLang="en-US"/>
              <a:t>マスター タイトルの書式設定</a:t>
            </a:r>
            <a:endParaRPr lang="en-US"/>
          </a:p>
        </p:txBody>
      </p:sp>
      <p:sp>
        <p:nvSpPr>
          <p:cNvPr id="7" name="Picture Placeholder 7">
            <a:extLst>
              <a:ext uri="{FF2B5EF4-FFF2-40B4-BE49-F238E27FC236}">
                <a16:creationId xmlns:a16="http://schemas.microsoft.com/office/drawing/2014/main" id="{22F72546-F4C0-E249-9BAB-A1046D5C614F}"/>
              </a:ext>
            </a:extLst>
          </p:cNvPr>
          <p:cNvSpPr>
            <a:spLocks noGrp="1"/>
          </p:cNvSpPr>
          <p:nvPr>
            <p:ph type="pic" sz="quarter" idx="12"/>
          </p:nvPr>
        </p:nvSpPr>
        <p:spPr>
          <a:xfrm>
            <a:off x="6096000" y="457200"/>
            <a:ext cx="5634038" cy="5829300"/>
          </a:xfrm>
          <a:solidFill>
            <a:schemeClr val="bg1">
              <a:lumMod val="75000"/>
            </a:schemeClr>
          </a:solidFill>
        </p:spPr>
        <p:txBody>
          <a:bodyPr tIns="2286000"/>
          <a:lstStyle>
            <a:lvl1pPr algn="ctr">
              <a:defRPr b="0" i="0"/>
            </a:lvl1pPr>
          </a:lstStyle>
          <a:p>
            <a:r>
              <a:rPr lang="ja-JP" altLang="en-US"/>
              <a:t>アイコンをクリックして図を追加</a:t>
            </a:r>
            <a:endParaRPr lang="en-US"/>
          </a:p>
        </p:txBody>
      </p:sp>
      <p:sp>
        <p:nvSpPr>
          <p:cNvPr id="12" name="Slide Number Placeholder 1">
            <a:extLst>
              <a:ext uri="{FF2B5EF4-FFF2-40B4-BE49-F238E27FC236}">
                <a16:creationId xmlns:a16="http://schemas.microsoft.com/office/drawing/2014/main" id="{85DF98F8-B5A9-4546-B33B-E34E6C9D205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8" name="Rectangle 7">
            <a:extLst>
              <a:ext uri="{FF2B5EF4-FFF2-40B4-BE49-F238E27FC236}">
                <a16:creationId xmlns:a16="http://schemas.microsoft.com/office/drawing/2014/main" id="{D722DFAE-1A38-4A03-B3F8-1A4E194429A5}"/>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14" name="Straight Connector 13">
            <a:extLst>
              <a:ext uri="{FF2B5EF4-FFF2-40B4-BE49-F238E27FC236}">
                <a16:creationId xmlns:a16="http://schemas.microsoft.com/office/drawing/2014/main" id="{43A3CEF4-AC88-498D-AD5B-70BDA426251B}"/>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0" name="Footer Placeholder 3">
            <a:extLst>
              <a:ext uri="{FF2B5EF4-FFF2-40B4-BE49-F238E27FC236}">
                <a16:creationId xmlns:a16="http://schemas.microsoft.com/office/drawing/2014/main" id="{0ACB852D-07C7-4892-AD73-BEAC6B9E26A4}"/>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8A110434-CC14-5AE5-0A84-A59ECE521C9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78632020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Zoom in/out callout">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CAAC153-FD25-4A34-8523-EA3F12FF3846}"/>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5" name="Title 1">
            <a:extLst>
              <a:ext uri="{FF2B5EF4-FFF2-40B4-BE49-F238E27FC236}">
                <a16:creationId xmlns:a16="http://schemas.microsoft.com/office/drawing/2014/main" id="{FEF6AAA5-1DD4-7042-97B8-DBA2321B05B9}"/>
              </a:ext>
            </a:extLst>
          </p:cNvPr>
          <p:cNvSpPr>
            <a:spLocks noGrp="1"/>
          </p:cNvSpPr>
          <p:nvPr>
            <p:ph type="title"/>
          </p:nvPr>
        </p:nvSpPr>
        <p:spPr>
          <a:xfrm>
            <a:off x="465138" y="457200"/>
            <a:ext cx="5516562" cy="5551487"/>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ja-JP" altLang="en-US"/>
              <a:t>マスター タイトルの書式設定</a:t>
            </a:r>
            <a:endParaRPr lang="en-US"/>
          </a:p>
        </p:txBody>
      </p:sp>
      <p:sp>
        <p:nvSpPr>
          <p:cNvPr id="11" name="Content Placeholder 7">
            <a:extLst>
              <a:ext uri="{FF2B5EF4-FFF2-40B4-BE49-F238E27FC236}">
                <a16:creationId xmlns:a16="http://schemas.microsoft.com/office/drawing/2014/main" id="{B67E0CAE-FDEA-C145-B999-E3ED2EEF7DCB}"/>
              </a:ext>
            </a:extLst>
          </p:cNvPr>
          <p:cNvSpPr>
            <a:spLocks noGrp="1"/>
          </p:cNvSpPr>
          <p:nvPr>
            <p:ph sz="quarter" idx="13"/>
          </p:nvPr>
        </p:nvSpPr>
        <p:spPr>
          <a:xfrm>
            <a:off x="6858000" y="1050925"/>
            <a:ext cx="4251325" cy="4957763"/>
          </a:xfrm>
        </p:spPr>
        <p:txBody>
          <a:bodyPr t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17" name="Slide Number Placeholder 1">
            <a:extLst>
              <a:ext uri="{FF2B5EF4-FFF2-40B4-BE49-F238E27FC236}">
                <a16:creationId xmlns:a16="http://schemas.microsoft.com/office/drawing/2014/main" id="{EC8168B8-3C50-438E-8409-252CA81CD310}"/>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8" name="Rectangle 7">
            <a:extLst>
              <a:ext uri="{FF2B5EF4-FFF2-40B4-BE49-F238E27FC236}">
                <a16:creationId xmlns:a16="http://schemas.microsoft.com/office/drawing/2014/main" id="{D8A43D52-A8FE-42DB-B6C3-993FFCB56D69}"/>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12" name="Straight Connector 11">
            <a:extLst>
              <a:ext uri="{FF2B5EF4-FFF2-40B4-BE49-F238E27FC236}">
                <a16:creationId xmlns:a16="http://schemas.microsoft.com/office/drawing/2014/main" id="{D91477EA-1D32-469C-BAD5-7EC065043A2B}"/>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3" name="Footer Placeholder 3">
            <a:extLst>
              <a:ext uri="{FF2B5EF4-FFF2-40B4-BE49-F238E27FC236}">
                <a16:creationId xmlns:a16="http://schemas.microsoft.com/office/drawing/2014/main" id="{E7903649-BFA3-4993-A86D-C71107BC9BF8}"/>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5A4DA4BF-4BD7-0319-436E-3C99CDB7BE9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358494860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Zoom in callout graphic">
    <p:bg>
      <p:bgPr>
        <a:solidFill>
          <a:schemeClr val="bg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8E1CB50-699E-427E-B551-982C8EDBF4AF}"/>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pic>
        <p:nvPicPr>
          <p:cNvPr id="3" name="Picture 2">
            <a:extLst>
              <a:ext uri="{FF2B5EF4-FFF2-40B4-BE49-F238E27FC236}">
                <a16:creationId xmlns:a16="http://schemas.microsoft.com/office/drawing/2014/main" id="{47F573AC-3BEE-4B60-9795-422296D847E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09992" y="3346682"/>
            <a:ext cx="4560203" cy="2438611"/>
          </a:xfrm>
          <a:prstGeom prst="rect">
            <a:avLst/>
          </a:prstGeom>
        </p:spPr>
      </p:pic>
      <p:sp>
        <p:nvSpPr>
          <p:cNvPr id="8" name="Text Placeholder 21">
            <a:extLst>
              <a:ext uri="{FF2B5EF4-FFF2-40B4-BE49-F238E27FC236}">
                <a16:creationId xmlns:a16="http://schemas.microsoft.com/office/drawing/2014/main" id="{AC804CF8-26B3-8F4A-9684-54A3AA410744}"/>
              </a:ext>
            </a:extLst>
          </p:cNvPr>
          <p:cNvSpPr>
            <a:spLocks noGrp="1"/>
          </p:cNvSpPr>
          <p:nvPr>
            <p:ph type="body" sz="quarter" idx="15" hasCustomPrompt="1"/>
          </p:nvPr>
        </p:nvSpPr>
        <p:spPr>
          <a:xfrm>
            <a:off x="1257300" y="3575957"/>
            <a:ext cx="4065814" cy="1975756"/>
          </a:xfrm>
        </p:spPr>
        <p:txBody>
          <a:bodyPr lIns="228600" tIns="0" rIns="228600" anchor="ctr" anchorCtr="0"/>
          <a:lstStyle>
            <a:lvl1pPr>
              <a:lnSpc>
                <a:spcPct val="100000"/>
              </a:lnSpc>
              <a:spcAft>
                <a:spcPts val="0"/>
              </a:spcAft>
              <a:defRPr sz="1800" b="0" i="0" baseline="0">
                <a:solidFill>
                  <a:schemeClr val="tx1"/>
                </a:solidFill>
              </a:defRPr>
            </a:lvl1pPr>
            <a:lvl2pPr>
              <a:lnSpc>
                <a:spcPct val="100000"/>
              </a:lnSpc>
              <a:defRPr sz="1800" b="1">
                <a:solidFill>
                  <a:schemeClr val="tx2"/>
                </a:solidFill>
                <a:latin typeface="+mn-lt"/>
              </a:defRPr>
            </a:lvl2pPr>
            <a:lvl3pPr marL="0" indent="0">
              <a:buFontTx/>
              <a:buNone/>
              <a:defRPr sz="1800" b="1">
                <a:solidFill>
                  <a:schemeClr val="tx2"/>
                </a:solidFill>
              </a:defRPr>
            </a:lvl3pPr>
            <a:lvl4pPr marL="0" indent="0">
              <a:buFontTx/>
              <a:buNone/>
              <a:defRPr sz="1800" b="1">
                <a:solidFill>
                  <a:schemeClr val="tx2"/>
                </a:solidFill>
              </a:defRPr>
            </a:lvl4pPr>
            <a:lvl5pPr marL="0" indent="0">
              <a:buFontTx/>
              <a:buNone/>
              <a:defRPr sz="1800" b="1">
                <a:solidFill>
                  <a:schemeClr val="tx2"/>
                </a:solidFill>
              </a:defRPr>
            </a:lvl5pPr>
            <a:lvl6pPr marL="0" indent="0">
              <a:buFontTx/>
              <a:buNone/>
              <a:defRPr sz="1800" b="1">
                <a:solidFill>
                  <a:schemeClr val="tx2"/>
                </a:solidFill>
              </a:defRPr>
            </a:lvl6pPr>
            <a:lvl7pPr marL="0" indent="0">
              <a:buFontTx/>
              <a:buNone/>
              <a:defRPr sz="1800" b="1">
                <a:solidFill>
                  <a:schemeClr val="tx2"/>
                </a:solidFill>
              </a:defRPr>
            </a:lvl7pPr>
            <a:lvl8pPr marL="0" indent="0">
              <a:buFontTx/>
              <a:buNone/>
              <a:defRPr sz="1800" b="1">
                <a:solidFill>
                  <a:schemeClr val="tx2"/>
                </a:solidFill>
              </a:defRPr>
            </a:lvl8pPr>
            <a:lvl9pPr marL="0" indent="0">
              <a:buFontTx/>
              <a:buNone/>
              <a:defRPr sz="1800" b="1">
                <a:solidFill>
                  <a:schemeClr val="tx2"/>
                </a:solidFill>
              </a:defRPr>
            </a:lvl9pPr>
          </a:lstStyle>
          <a:p>
            <a:pPr lvl="0"/>
            <a:r>
              <a:rPr lang="en-US"/>
              <a:t>Click to add text</a:t>
            </a:r>
          </a:p>
        </p:txBody>
      </p:sp>
      <p:sp>
        <p:nvSpPr>
          <p:cNvPr id="10" name="Title 1">
            <a:extLst>
              <a:ext uri="{FF2B5EF4-FFF2-40B4-BE49-F238E27FC236}">
                <a16:creationId xmlns:a16="http://schemas.microsoft.com/office/drawing/2014/main" id="{299F32F4-D474-AA46-9DE4-6ED26394AFEC}"/>
              </a:ext>
            </a:extLst>
          </p:cNvPr>
          <p:cNvSpPr>
            <a:spLocks noGrp="1"/>
          </p:cNvSpPr>
          <p:nvPr>
            <p:ph type="title"/>
          </p:nvPr>
        </p:nvSpPr>
        <p:spPr>
          <a:xfrm>
            <a:off x="465138" y="457200"/>
            <a:ext cx="5516562" cy="2824843"/>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ja-JP" altLang="en-US"/>
              <a:t>マスター タイトルの書式設定</a:t>
            </a:r>
            <a:endParaRPr lang="en-US"/>
          </a:p>
        </p:txBody>
      </p:sp>
      <p:sp>
        <p:nvSpPr>
          <p:cNvPr id="9" name="Content Placeholder 7">
            <a:extLst>
              <a:ext uri="{FF2B5EF4-FFF2-40B4-BE49-F238E27FC236}">
                <a16:creationId xmlns:a16="http://schemas.microsoft.com/office/drawing/2014/main" id="{F1E37254-624E-6F4B-AF11-FA2EB81EE932}"/>
              </a:ext>
            </a:extLst>
          </p:cNvPr>
          <p:cNvSpPr>
            <a:spLocks noGrp="1"/>
          </p:cNvSpPr>
          <p:nvPr>
            <p:ph sz="quarter" idx="13"/>
          </p:nvPr>
        </p:nvSpPr>
        <p:spPr>
          <a:xfrm>
            <a:off x="6858000" y="1050925"/>
            <a:ext cx="4251325" cy="4957763"/>
          </a:xfrm>
        </p:spPr>
        <p:txBody>
          <a:bodyPr t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16" name="Slide Number Placeholder 1">
            <a:extLst>
              <a:ext uri="{FF2B5EF4-FFF2-40B4-BE49-F238E27FC236}">
                <a16:creationId xmlns:a16="http://schemas.microsoft.com/office/drawing/2014/main" id="{DD483DF6-F9A6-4AB7-901D-A04C24F22E6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12" name="Rectangle 11">
            <a:extLst>
              <a:ext uri="{FF2B5EF4-FFF2-40B4-BE49-F238E27FC236}">
                <a16:creationId xmlns:a16="http://schemas.microsoft.com/office/drawing/2014/main" id="{D51058F0-0AF5-40AD-A96A-DCAE716FBBA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17" name="Straight Connector 16">
            <a:extLst>
              <a:ext uri="{FF2B5EF4-FFF2-40B4-BE49-F238E27FC236}">
                <a16:creationId xmlns:a16="http://schemas.microsoft.com/office/drawing/2014/main" id="{A4D50D21-C984-4D0D-A8BC-684DCBCB9AC9}"/>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4" name="Footer Placeholder 3">
            <a:extLst>
              <a:ext uri="{FF2B5EF4-FFF2-40B4-BE49-F238E27FC236}">
                <a16:creationId xmlns:a16="http://schemas.microsoft.com/office/drawing/2014/main" id="{490C78E4-DDF9-49F6-923C-8710F20B86D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CEFA2F4C-32A1-E71A-27C7-0703A4EBD9C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199387649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Zoom in quote graphic">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3FFF7F9-28BB-4EE3-AB28-AB89F98814F7}"/>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pic>
        <p:nvPicPr>
          <p:cNvPr id="20" name="Picture 19">
            <a:extLst>
              <a:ext uri="{FF2B5EF4-FFF2-40B4-BE49-F238E27FC236}">
                <a16:creationId xmlns:a16="http://schemas.microsoft.com/office/drawing/2014/main" id="{487648CA-0A0A-4EC3-8110-60E9704A4FD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71891" y="3332700"/>
            <a:ext cx="4590686" cy="2444708"/>
          </a:xfrm>
          <a:prstGeom prst="rect">
            <a:avLst/>
          </a:prstGeom>
        </p:spPr>
      </p:pic>
      <p:sp>
        <p:nvSpPr>
          <p:cNvPr id="21" name="Text Placeholder 21">
            <a:extLst>
              <a:ext uri="{FF2B5EF4-FFF2-40B4-BE49-F238E27FC236}">
                <a16:creationId xmlns:a16="http://schemas.microsoft.com/office/drawing/2014/main" id="{DE70C388-D8B3-45A3-9EC3-7AC529957E5E}"/>
              </a:ext>
            </a:extLst>
          </p:cNvPr>
          <p:cNvSpPr>
            <a:spLocks noGrp="1"/>
          </p:cNvSpPr>
          <p:nvPr>
            <p:ph type="body" sz="quarter" idx="15" hasCustomPrompt="1"/>
          </p:nvPr>
        </p:nvSpPr>
        <p:spPr>
          <a:xfrm>
            <a:off x="1257300" y="3575957"/>
            <a:ext cx="4065814" cy="1975756"/>
          </a:xfrm>
        </p:spPr>
        <p:txBody>
          <a:bodyPr lIns="228600" tIns="0" rIns="228600" anchor="ctr" anchorCtr="0"/>
          <a:lstStyle>
            <a:lvl1pPr>
              <a:lnSpc>
                <a:spcPct val="100000"/>
              </a:lnSpc>
              <a:spcAft>
                <a:spcPts val="0"/>
              </a:spcAft>
              <a:defRPr sz="1800" b="0" i="0" baseline="0">
                <a:solidFill>
                  <a:schemeClr val="tx1"/>
                </a:solidFill>
              </a:defRPr>
            </a:lvl1pPr>
            <a:lvl2pPr>
              <a:lnSpc>
                <a:spcPct val="100000"/>
              </a:lnSpc>
              <a:defRPr sz="1800" b="1">
                <a:solidFill>
                  <a:schemeClr val="tx2"/>
                </a:solidFill>
                <a:latin typeface="+mn-lt"/>
              </a:defRPr>
            </a:lvl2pPr>
            <a:lvl3pPr marL="0" indent="0">
              <a:buFontTx/>
              <a:buNone/>
              <a:defRPr sz="1800" b="1">
                <a:solidFill>
                  <a:schemeClr val="tx2"/>
                </a:solidFill>
              </a:defRPr>
            </a:lvl3pPr>
            <a:lvl4pPr marL="0" indent="0">
              <a:buFontTx/>
              <a:buNone/>
              <a:defRPr sz="1800" b="1">
                <a:solidFill>
                  <a:schemeClr val="tx2"/>
                </a:solidFill>
              </a:defRPr>
            </a:lvl4pPr>
            <a:lvl5pPr marL="0" indent="0">
              <a:buFontTx/>
              <a:buNone/>
              <a:defRPr sz="1800" b="1">
                <a:solidFill>
                  <a:schemeClr val="tx2"/>
                </a:solidFill>
              </a:defRPr>
            </a:lvl5pPr>
            <a:lvl6pPr marL="0" indent="0">
              <a:buFontTx/>
              <a:buNone/>
              <a:defRPr sz="1800" b="1">
                <a:solidFill>
                  <a:schemeClr val="tx2"/>
                </a:solidFill>
              </a:defRPr>
            </a:lvl6pPr>
            <a:lvl7pPr marL="0" indent="0">
              <a:buFontTx/>
              <a:buNone/>
              <a:defRPr sz="1800" b="1">
                <a:solidFill>
                  <a:schemeClr val="tx2"/>
                </a:solidFill>
              </a:defRPr>
            </a:lvl7pPr>
            <a:lvl8pPr marL="0" indent="0">
              <a:buFontTx/>
              <a:buNone/>
              <a:defRPr sz="1800" b="1">
                <a:solidFill>
                  <a:schemeClr val="tx2"/>
                </a:solidFill>
              </a:defRPr>
            </a:lvl8pPr>
            <a:lvl9pPr marL="0" indent="0">
              <a:buFontTx/>
              <a:buNone/>
              <a:defRPr sz="1800" b="1">
                <a:solidFill>
                  <a:schemeClr val="tx2"/>
                </a:solidFill>
              </a:defRPr>
            </a:lvl9pPr>
          </a:lstStyle>
          <a:p>
            <a:pPr lvl="0"/>
            <a:r>
              <a:rPr lang="en-US"/>
              <a:t>Click to add text</a:t>
            </a:r>
          </a:p>
        </p:txBody>
      </p:sp>
      <p:sp>
        <p:nvSpPr>
          <p:cNvPr id="19" name="Title 1">
            <a:extLst>
              <a:ext uri="{FF2B5EF4-FFF2-40B4-BE49-F238E27FC236}">
                <a16:creationId xmlns:a16="http://schemas.microsoft.com/office/drawing/2014/main" id="{034C1D9A-5144-FD41-A4E5-9D84E378FEBF}"/>
              </a:ext>
            </a:extLst>
          </p:cNvPr>
          <p:cNvSpPr>
            <a:spLocks noGrp="1"/>
          </p:cNvSpPr>
          <p:nvPr>
            <p:ph type="title"/>
          </p:nvPr>
        </p:nvSpPr>
        <p:spPr>
          <a:xfrm>
            <a:off x="465138" y="457200"/>
            <a:ext cx="5516562" cy="2824843"/>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ja-JP" altLang="en-US"/>
              <a:t>マスター タイトルの書式設定</a:t>
            </a:r>
            <a:endParaRPr lang="en-US"/>
          </a:p>
        </p:txBody>
      </p:sp>
      <p:sp>
        <p:nvSpPr>
          <p:cNvPr id="9" name="Content Placeholder 7">
            <a:extLst>
              <a:ext uri="{FF2B5EF4-FFF2-40B4-BE49-F238E27FC236}">
                <a16:creationId xmlns:a16="http://schemas.microsoft.com/office/drawing/2014/main" id="{2B40B544-CE1D-6D47-804C-8797BE640EA6}"/>
              </a:ext>
            </a:extLst>
          </p:cNvPr>
          <p:cNvSpPr>
            <a:spLocks noGrp="1"/>
          </p:cNvSpPr>
          <p:nvPr>
            <p:ph sz="quarter" idx="13"/>
          </p:nvPr>
        </p:nvSpPr>
        <p:spPr>
          <a:xfrm>
            <a:off x="6858000" y="1050925"/>
            <a:ext cx="4251325" cy="4957763"/>
          </a:xfrm>
        </p:spPr>
        <p:txBody>
          <a:bodyPr t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14" name="Slide Number Placeholder 1">
            <a:extLst>
              <a:ext uri="{FF2B5EF4-FFF2-40B4-BE49-F238E27FC236}">
                <a16:creationId xmlns:a16="http://schemas.microsoft.com/office/drawing/2014/main" id="{34391273-6B4B-44F6-ACE6-FC902A60F4C4}"/>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13" name="Rectangle 12">
            <a:extLst>
              <a:ext uri="{FF2B5EF4-FFF2-40B4-BE49-F238E27FC236}">
                <a16:creationId xmlns:a16="http://schemas.microsoft.com/office/drawing/2014/main" id="{2356B187-B2DC-4535-B1D2-17215FDBBFB9}"/>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22" name="Straight Connector 21">
            <a:extLst>
              <a:ext uri="{FF2B5EF4-FFF2-40B4-BE49-F238E27FC236}">
                <a16:creationId xmlns:a16="http://schemas.microsoft.com/office/drawing/2014/main" id="{F2DF66EA-FE11-402A-A09E-CB414D18E2C4}"/>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5" name="Footer Placeholder 3">
            <a:extLst>
              <a:ext uri="{FF2B5EF4-FFF2-40B4-BE49-F238E27FC236}">
                <a16:creationId xmlns:a16="http://schemas.microsoft.com/office/drawing/2014/main" id="{2582890A-3542-4DB2-980D-6809823FDEA8}"/>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62CBB467-0265-179D-A9D8-F8D35E78E70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413067494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1col ">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10" name="Text Placeholder 25">
            <a:extLst>
              <a:ext uri="{FF2B5EF4-FFF2-40B4-BE49-F238E27FC236}">
                <a16:creationId xmlns:a16="http://schemas.microsoft.com/office/drawing/2014/main" id="{361F0B8B-F383-5648-840E-3CFCED056165}"/>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6" name="Title 15">
            <a:extLst>
              <a:ext uri="{FF2B5EF4-FFF2-40B4-BE49-F238E27FC236}">
                <a16:creationId xmlns:a16="http://schemas.microsoft.com/office/drawing/2014/main" id="{B0B919C9-B9AD-524C-B36A-104779C34B62}"/>
              </a:ext>
            </a:extLst>
          </p:cNvPr>
          <p:cNvSpPr>
            <a:spLocks noGrp="1"/>
          </p:cNvSpPr>
          <p:nvPr>
            <p:ph type="title"/>
          </p:nvPr>
        </p:nvSpPr>
        <p:spPr>
          <a:xfrm>
            <a:off x="457200" y="457199"/>
            <a:ext cx="11247120" cy="457200"/>
          </a:xfrm>
        </p:spPr>
        <p:txBody>
          <a:bodyPr rIns="0"/>
          <a:lstStyle/>
          <a:p>
            <a:r>
              <a:rPr lang="ja-JP" altLang="en-US"/>
              <a:t>マスター タイトルの書式設定</a:t>
            </a:r>
            <a:endParaRPr lang="en-US"/>
          </a:p>
        </p:txBody>
      </p:sp>
      <p:sp>
        <p:nvSpPr>
          <p:cNvPr id="3" name="Content Placeholder 2">
            <a:extLst>
              <a:ext uri="{FF2B5EF4-FFF2-40B4-BE49-F238E27FC236}">
                <a16:creationId xmlns:a16="http://schemas.microsoft.com/office/drawing/2014/main" id="{C2F043B3-7271-2743-8B55-2D3661E53CB4}"/>
              </a:ext>
            </a:extLst>
          </p:cNvPr>
          <p:cNvSpPr>
            <a:spLocks noGrp="1"/>
          </p:cNvSpPr>
          <p:nvPr>
            <p:ph sz="quarter" idx="19" hasCustomPrompt="1"/>
          </p:nvPr>
        </p:nvSpPr>
        <p:spPr>
          <a:xfrm>
            <a:off x="457199" y="1645920"/>
            <a:ext cx="11247120" cy="4179888"/>
          </a:xfrm>
        </p:spPr>
        <p:txBody>
          <a:bodyPr tIns="0" rIns="2286000"/>
          <a:lstStyle>
            <a:lvl3pPr>
              <a:defRPr sz="1600"/>
            </a:lvl3pPr>
            <a:lvl4pPr>
              <a:defRPr sz="1400"/>
            </a:lvl4pPr>
            <a:lvl5pPr>
              <a:defRPr sz="1200"/>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a:p>
            <a:pPr lvl="4"/>
            <a:endParaRPr lang="en-US"/>
          </a:p>
        </p:txBody>
      </p:sp>
      <p:sp>
        <p:nvSpPr>
          <p:cNvPr id="13" name="Slide Number Placeholder 1">
            <a:extLst>
              <a:ext uri="{FF2B5EF4-FFF2-40B4-BE49-F238E27FC236}">
                <a16:creationId xmlns:a16="http://schemas.microsoft.com/office/drawing/2014/main" id="{C961B5C2-8E9B-4DD0-BCE9-BC0465E93ED6}"/>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14" name="Rectangle 13">
            <a:extLst>
              <a:ext uri="{FF2B5EF4-FFF2-40B4-BE49-F238E27FC236}">
                <a16:creationId xmlns:a16="http://schemas.microsoft.com/office/drawing/2014/main" id="{657D2A46-9974-4E5B-B02D-C5B430D34E12}"/>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9" name="Footer Placeholder 3">
            <a:extLst>
              <a:ext uri="{FF2B5EF4-FFF2-40B4-BE49-F238E27FC236}">
                <a16:creationId xmlns:a16="http://schemas.microsoft.com/office/drawing/2014/main" id="{1BC3DBE6-4497-46FF-A852-C5ED2DEAC4C3}"/>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6D517D5E-C97B-7BD7-CB4D-2FCB5B74AF66}"/>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338539387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 1col_2 line headlin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AE0816A-A18F-4FA0-84A3-052FE1DE205D}"/>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5" name="Rectangle 14">
            <a:extLst>
              <a:ext uri="{FF2B5EF4-FFF2-40B4-BE49-F238E27FC236}">
                <a16:creationId xmlns:a16="http://schemas.microsoft.com/office/drawing/2014/main" id="{50028726-36A9-4D68-AE5A-99DDB1E396C6}"/>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3" name="Slide Number Placeholder 1">
            <a:extLst>
              <a:ext uri="{FF2B5EF4-FFF2-40B4-BE49-F238E27FC236}">
                <a16:creationId xmlns:a16="http://schemas.microsoft.com/office/drawing/2014/main" id="{C961B5C2-8E9B-4DD0-BCE9-BC0465E93ED6}"/>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8" name="Title 8">
            <a:extLst>
              <a:ext uri="{FF2B5EF4-FFF2-40B4-BE49-F238E27FC236}">
                <a16:creationId xmlns:a16="http://schemas.microsoft.com/office/drawing/2014/main" id="{1FADA34C-ABB2-4812-A4FE-3F09B5A82D8F}"/>
              </a:ext>
            </a:extLst>
          </p:cNvPr>
          <p:cNvSpPr>
            <a:spLocks noGrp="1"/>
          </p:cNvSpPr>
          <p:nvPr>
            <p:ph type="title" hasCustomPrompt="1"/>
          </p:nvPr>
        </p:nvSpPr>
        <p:spPr>
          <a:xfrm>
            <a:off x="457200" y="457199"/>
            <a:ext cx="11261723" cy="784226"/>
          </a:xfrm>
        </p:spPr>
        <p:txBody>
          <a:bodyPr rIns="0"/>
          <a:lstStyle>
            <a:lvl1pPr>
              <a:defRPr/>
            </a:lvl1pPr>
          </a:lstStyle>
          <a:p>
            <a:r>
              <a:rPr lang="en-US"/>
              <a:t>Click to edit Master title style</a:t>
            </a:r>
            <a:br>
              <a:rPr lang="en-US"/>
            </a:br>
            <a:r>
              <a:rPr lang="en-US"/>
              <a:t>two lines option</a:t>
            </a:r>
          </a:p>
        </p:txBody>
      </p:sp>
      <p:sp>
        <p:nvSpPr>
          <p:cNvPr id="14" name="Text Placeholder 25">
            <a:extLst>
              <a:ext uri="{FF2B5EF4-FFF2-40B4-BE49-F238E27FC236}">
                <a16:creationId xmlns:a16="http://schemas.microsoft.com/office/drawing/2014/main" id="{24D67745-6C65-463F-BC80-C2616D3736AB}"/>
              </a:ext>
            </a:extLst>
          </p:cNvPr>
          <p:cNvSpPr>
            <a:spLocks noGrp="1"/>
          </p:cNvSpPr>
          <p:nvPr>
            <p:ph type="body" sz="quarter" idx="17" hasCustomPrompt="1"/>
          </p:nvPr>
        </p:nvSpPr>
        <p:spPr>
          <a:xfrm>
            <a:off x="457200" y="133178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0" name="Content Placeholder 2">
            <a:extLst>
              <a:ext uri="{FF2B5EF4-FFF2-40B4-BE49-F238E27FC236}">
                <a16:creationId xmlns:a16="http://schemas.microsoft.com/office/drawing/2014/main" id="{936B0218-4226-44D7-A283-EC6A35A8D836}"/>
              </a:ext>
            </a:extLst>
          </p:cNvPr>
          <p:cNvSpPr>
            <a:spLocks noGrp="1"/>
          </p:cNvSpPr>
          <p:nvPr>
            <p:ph sz="quarter" idx="19" hasCustomPrompt="1"/>
          </p:nvPr>
        </p:nvSpPr>
        <p:spPr>
          <a:xfrm>
            <a:off x="457199" y="1828800"/>
            <a:ext cx="11247120" cy="4179888"/>
          </a:xfrm>
        </p:spPr>
        <p:txBody>
          <a:bodyPr tIns="0" rIns="2286000"/>
          <a:lstStyle>
            <a:lvl3pPr>
              <a:defRPr sz="1600"/>
            </a:lvl3pPr>
            <a:lvl4pPr>
              <a:defRPr sz="1400"/>
            </a:lvl4pPr>
            <a:lvl5pPr>
              <a:defRPr sz="1200"/>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a:p>
            <a:pPr lvl="4"/>
            <a:endParaRPr lang="en-US"/>
          </a:p>
        </p:txBody>
      </p:sp>
      <p:sp>
        <p:nvSpPr>
          <p:cNvPr id="11" name="Footer Placeholder 3">
            <a:extLst>
              <a:ext uri="{FF2B5EF4-FFF2-40B4-BE49-F238E27FC236}">
                <a16:creationId xmlns:a16="http://schemas.microsoft.com/office/drawing/2014/main" id="{14AE9A2E-30C4-46FF-8082-EF84AF6F4C44}"/>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080302F7-16C3-F47D-B76B-9AE9C2208D7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305769419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 1col_breadcrumb">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338D0E5-8D0D-4B70-B9DE-1632BE6DC5DA}"/>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1" name="Rectangle 10">
            <a:extLst>
              <a:ext uri="{FF2B5EF4-FFF2-40B4-BE49-F238E27FC236}">
                <a16:creationId xmlns:a16="http://schemas.microsoft.com/office/drawing/2014/main" id="{B09E4ECF-32D1-4129-AAB6-26C1F6BAC857}"/>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0" name="Text Placeholder 25">
            <a:extLst>
              <a:ext uri="{FF2B5EF4-FFF2-40B4-BE49-F238E27FC236}">
                <a16:creationId xmlns:a16="http://schemas.microsoft.com/office/drawing/2014/main" id="{361F0B8B-F383-5648-840E-3CFCED056165}"/>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6" name="Title 15">
            <a:extLst>
              <a:ext uri="{FF2B5EF4-FFF2-40B4-BE49-F238E27FC236}">
                <a16:creationId xmlns:a16="http://schemas.microsoft.com/office/drawing/2014/main" id="{B0B919C9-B9AD-524C-B36A-104779C34B62}"/>
              </a:ext>
            </a:extLst>
          </p:cNvPr>
          <p:cNvSpPr>
            <a:spLocks noGrp="1"/>
          </p:cNvSpPr>
          <p:nvPr>
            <p:ph type="title"/>
          </p:nvPr>
        </p:nvSpPr>
        <p:spPr>
          <a:xfrm>
            <a:off x="457200" y="457199"/>
            <a:ext cx="11247120" cy="457200"/>
          </a:xfrm>
        </p:spPr>
        <p:txBody>
          <a:bodyPr rIns="0"/>
          <a:lstStyle/>
          <a:p>
            <a:r>
              <a:rPr lang="ja-JP" altLang="en-US"/>
              <a:t>マスター タイトルの書式設定</a:t>
            </a:r>
            <a:endParaRPr lang="en-US"/>
          </a:p>
        </p:txBody>
      </p:sp>
      <p:sp>
        <p:nvSpPr>
          <p:cNvPr id="3" name="Content Placeholder 2">
            <a:extLst>
              <a:ext uri="{FF2B5EF4-FFF2-40B4-BE49-F238E27FC236}">
                <a16:creationId xmlns:a16="http://schemas.microsoft.com/office/drawing/2014/main" id="{C2F043B3-7271-2743-8B55-2D3661E53CB4}"/>
              </a:ext>
            </a:extLst>
          </p:cNvPr>
          <p:cNvSpPr>
            <a:spLocks noGrp="1"/>
          </p:cNvSpPr>
          <p:nvPr>
            <p:ph sz="quarter" idx="19"/>
          </p:nvPr>
        </p:nvSpPr>
        <p:spPr>
          <a:xfrm>
            <a:off x="457200" y="1645920"/>
            <a:ext cx="11247120" cy="4179888"/>
          </a:xfrm>
        </p:spPr>
        <p:txBody>
          <a:bodyPr rIns="2286000"/>
          <a:lstStyle>
            <a:lvl3pPr>
              <a:defRPr sz="1600"/>
            </a:lvl3pPr>
            <a:lvl4pPr>
              <a:defRPr sz="1400"/>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8" name="Text Placeholder 25">
            <a:extLst>
              <a:ext uri="{FF2B5EF4-FFF2-40B4-BE49-F238E27FC236}">
                <a16:creationId xmlns:a16="http://schemas.microsoft.com/office/drawing/2014/main" id="{47E6DB96-29A5-457D-BE4F-4D334C5441E9}"/>
              </a:ext>
            </a:extLst>
          </p:cNvPr>
          <p:cNvSpPr>
            <a:spLocks noGrp="1"/>
          </p:cNvSpPr>
          <p:nvPr>
            <p:ph type="body" sz="quarter" idx="18" hasCustomPrompt="1"/>
          </p:nvPr>
        </p:nvSpPr>
        <p:spPr>
          <a:xfrm>
            <a:off x="9528560" y="4074"/>
            <a:ext cx="2663439" cy="262143"/>
          </a:xfrm>
          <a:solidFill>
            <a:schemeClr val="accent1"/>
          </a:solidFill>
        </p:spPr>
        <p:txBody>
          <a:bodyPr tIns="0" rIns="0" anchor="ctr" anchorCtr="0">
            <a:normAutofit/>
          </a:bodyPr>
          <a:lstStyle>
            <a:lvl1pPr algn="ctr">
              <a:lnSpc>
                <a:spcPct val="100000"/>
              </a:lnSpc>
              <a:spcAft>
                <a:spcPts val="0"/>
              </a:spcAft>
              <a:defRPr sz="1000" b="0" i="0">
                <a:solidFill>
                  <a:schemeClr val="bg1"/>
                </a:solidFill>
              </a:defRPr>
            </a:lvl1pPr>
            <a:lvl2pPr algn="ctr">
              <a:defRPr sz="900" b="0">
                <a:solidFill>
                  <a:schemeClr val="bg1"/>
                </a:solidFill>
                <a:latin typeface="+mn-lt"/>
              </a:defRPr>
            </a:lvl2pPr>
            <a:lvl3pPr marL="0" indent="0" algn="ctr">
              <a:buFontTx/>
              <a:buNone/>
              <a:defRPr sz="900">
                <a:solidFill>
                  <a:schemeClr val="bg1"/>
                </a:solidFill>
              </a:defRPr>
            </a:lvl3pPr>
            <a:lvl4pPr marL="0" indent="0" algn="ctr">
              <a:buFontTx/>
              <a:buNone/>
              <a:defRPr sz="900">
                <a:solidFill>
                  <a:schemeClr val="bg1"/>
                </a:solidFill>
              </a:defRPr>
            </a:lvl4pPr>
            <a:lvl5pPr marL="0" indent="0" algn="ctr">
              <a:buFontTx/>
              <a:buNone/>
              <a:defRPr sz="900">
                <a:solidFill>
                  <a:schemeClr val="bg1"/>
                </a:solidFill>
              </a:defRPr>
            </a:lvl5pPr>
            <a:lvl6pPr marL="0" indent="0" algn="ctr">
              <a:buFontTx/>
              <a:buNone/>
              <a:defRPr sz="900">
                <a:solidFill>
                  <a:schemeClr val="bg1"/>
                </a:solidFill>
              </a:defRPr>
            </a:lvl6pPr>
            <a:lvl7pPr marL="0" indent="0" algn="ctr">
              <a:buFontTx/>
              <a:buNone/>
              <a:defRPr sz="900">
                <a:solidFill>
                  <a:schemeClr val="bg1"/>
                </a:solidFill>
              </a:defRPr>
            </a:lvl7pPr>
            <a:lvl8pPr marL="0" indent="0" algn="ctr">
              <a:buFontTx/>
              <a:buNone/>
              <a:defRPr sz="900">
                <a:solidFill>
                  <a:schemeClr val="bg1"/>
                </a:solidFill>
              </a:defRPr>
            </a:lvl8pPr>
            <a:lvl9pPr marL="0" indent="0" algn="ctr">
              <a:buFontTx/>
              <a:buNone/>
              <a:defRPr sz="900">
                <a:solidFill>
                  <a:schemeClr val="bg1"/>
                </a:solidFill>
              </a:defRPr>
            </a:lvl9pPr>
          </a:lstStyle>
          <a:p>
            <a:pPr lvl="0"/>
            <a:r>
              <a:rPr lang="en-US"/>
              <a:t>Click to add text</a:t>
            </a:r>
          </a:p>
        </p:txBody>
      </p:sp>
      <p:sp>
        <p:nvSpPr>
          <p:cNvPr id="15" name="Slide Number Placeholder 1">
            <a:extLst>
              <a:ext uri="{FF2B5EF4-FFF2-40B4-BE49-F238E27FC236}">
                <a16:creationId xmlns:a16="http://schemas.microsoft.com/office/drawing/2014/main" id="{C91D8D77-9F41-4E40-97A2-73FD8864C684}"/>
              </a:ext>
            </a:extLst>
          </p:cNvPr>
          <p:cNvSpPr>
            <a:spLocks noGrp="1"/>
          </p:cNvSpPr>
          <p:nvPr>
            <p:ph type="sldNum" sz="quarter" idx="20"/>
          </p:nvPr>
        </p:nvSpPr>
        <p:spPr>
          <a:xfrm>
            <a:off x="11427675" y="6437376"/>
            <a:ext cx="306387" cy="208758"/>
          </a:xfrm>
        </p:spPr>
        <p:txBody>
          <a:bodyPr/>
          <a:lstStyle/>
          <a:p>
            <a:fld id="{63DCA5C9-2E11-4C67-86EB-AE1DE127DC64}" type="slidenum">
              <a:rPr lang="en-US" smtClean="0"/>
              <a:pPr/>
              <a:t>‹#›</a:t>
            </a:fld>
            <a:endParaRPr lang="en-US"/>
          </a:p>
        </p:txBody>
      </p:sp>
      <p:sp>
        <p:nvSpPr>
          <p:cNvPr id="12" name="Footer Placeholder 3">
            <a:extLst>
              <a:ext uri="{FF2B5EF4-FFF2-40B4-BE49-F238E27FC236}">
                <a16:creationId xmlns:a16="http://schemas.microsoft.com/office/drawing/2014/main" id="{31F96F8B-859C-444A-9C14-BC942C1C5A1E}"/>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9AF3B4CB-4B20-912F-5C05-10934969950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81127939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2col">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1622B17-C39D-4AD6-AB7D-AA8EC1545936}"/>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0" name="Rectangle 9">
            <a:extLst>
              <a:ext uri="{FF2B5EF4-FFF2-40B4-BE49-F238E27FC236}">
                <a16:creationId xmlns:a16="http://schemas.microsoft.com/office/drawing/2014/main" id="{9120953D-DF34-4108-B972-BD5EE2AF2B07}"/>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5" name="Content Placeholder 4">
            <a:extLst>
              <a:ext uri="{FF2B5EF4-FFF2-40B4-BE49-F238E27FC236}">
                <a16:creationId xmlns:a16="http://schemas.microsoft.com/office/drawing/2014/main" id="{33EB6DAB-F115-1E4D-92B8-863DEEC7C63A}"/>
              </a:ext>
            </a:extLst>
          </p:cNvPr>
          <p:cNvSpPr>
            <a:spLocks noGrp="1"/>
          </p:cNvSpPr>
          <p:nvPr>
            <p:ph sz="quarter" idx="19"/>
          </p:nvPr>
        </p:nvSpPr>
        <p:spPr>
          <a:xfrm>
            <a:off x="457200" y="1645920"/>
            <a:ext cx="5516562" cy="4179888"/>
          </a:xfrm>
        </p:spPr>
        <p:txBody>
          <a:bodyPr tIns="0"/>
          <a:lstStyle>
            <a:lvl3pPr>
              <a:defRPr sz="1600"/>
            </a:lvl3pPr>
            <a:lvl4pPr>
              <a:defRPr sz="1400"/>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14" name="Content Placeholder 4">
            <a:extLst>
              <a:ext uri="{FF2B5EF4-FFF2-40B4-BE49-F238E27FC236}">
                <a16:creationId xmlns:a16="http://schemas.microsoft.com/office/drawing/2014/main" id="{DF9E4E54-38A0-7A4A-9C7A-DE9895AD53EA}"/>
              </a:ext>
            </a:extLst>
          </p:cNvPr>
          <p:cNvSpPr>
            <a:spLocks noGrp="1"/>
          </p:cNvSpPr>
          <p:nvPr>
            <p:ph sz="quarter" idx="20"/>
          </p:nvPr>
        </p:nvSpPr>
        <p:spPr>
          <a:xfrm>
            <a:off x="6230507" y="1645920"/>
            <a:ext cx="5516562" cy="4179888"/>
          </a:xfrm>
        </p:spPr>
        <p:txBody>
          <a:bodyPr tIns="0"/>
          <a:lstStyle>
            <a:lvl3pPr>
              <a:defRPr sz="1600"/>
            </a:lvl3pPr>
            <a:lvl4pPr>
              <a:defRPr sz="1400"/>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16" name="Slide Number Placeholder 1">
            <a:extLst>
              <a:ext uri="{FF2B5EF4-FFF2-40B4-BE49-F238E27FC236}">
                <a16:creationId xmlns:a16="http://schemas.microsoft.com/office/drawing/2014/main" id="{F3241DAD-93F1-46FE-B3D5-B78ABEFB31D0}"/>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7" name="Text Placeholder 25">
            <a:extLst>
              <a:ext uri="{FF2B5EF4-FFF2-40B4-BE49-F238E27FC236}">
                <a16:creationId xmlns:a16="http://schemas.microsoft.com/office/drawing/2014/main" id="{EE945B9D-809E-438C-84C6-7C541ABECC85}"/>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8" name="Title 15">
            <a:extLst>
              <a:ext uri="{FF2B5EF4-FFF2-40B4-BE49-F238E27FC236}">
                <a16:creationId xmlns:a16="http://schemas.microsoft.com/office/drawing/2014/main" id="{192EF0A7-775E-433D-B066-FC8FE0DA8C43}"/>
              </a:ext>
            </a:extLst>
          </p:cNvPr>
          <p:cNvSpPr>
            <a:spLocks noGrp="1"/>
          </p:cNvSpPr>
          <p:nvPr>
            <p:ph type="title"/>
          </p:nvPr>
        </p:nvSpPr>
        <p:spPr>
          <a:xfrm>
            <a:off x="457200" y="457199"/>
            <a:ext cx="11247120" cy="457200"/>
          </a:xfrm>
        </p:spPr>
        <p:txBody>
          <a:bodyPr rIns="0"/>
          <a:lstStyle/>
          <a:p>
            <a:r>
              <a:rPr lang="ja-JP" altLang="en-US"/>
              <a:t>マスター タイトルの書式設定</a:t>
            </a:r>
            <a:endParaRPr lang="en-US"/>
          </a:p>
        </p:txBody>
      </p:sp>
      <p:sp>
        <p:nvSpPr>
          <p:cNvPr id="12" name="Footer Placeholder 3">
            <a:extLst>
              <a:ext uri="{FF2B5EF4-FFF2-40B4-BE49-F238E27FC236}">
                <a16:creationId xmlns:a16="http://schemas.microsoft.com/office/drawing/2014/main" id="{D514A855-9470-4D29-B515-F758F496C815}"/>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3" name="Picture 2">
            <a:extLst>
              <a:ext uri="{FF2B5EF4-FFF2-40B4-BE49-F238E27FC236}">
                <a16:creationId xmlns:a16="http://schemas.microsoft.com/office/drawing/2014/main" id="{BAC54011-6E5C-9B5C-52FC-1450118BAA0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139736650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2col callout">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880629-F8B8-489E-A159-E5F2045264A6}"/>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0" name="Rectangle 9">
            <a:extLst>
              <a:ext uri="{FF2B5EF4-FFF2-40B4-BE49-F238E27FC236}">
                <a16:creationId xmlns:a16="http://schemas.microsoft.com/office/drawing/2014/main" id="{D133D475-15EB-4023-8710-9FDCD54EC6C7}"/>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Text Placeholder 21">
            <a:extLst>
              <a:ext uri="{FF2B5EF4-FFF2-40B4-BE49-F238E27FC236}">
                <a16:creationId xmlns:a16="http://schemas.microsoft.com/office/drawing/2014/main" id="{1F962C8B-E6B1-AF47-903B-DBEFAD819272}"/>
              </a:ext>
            </a:extLst>
          </p:cNvPr>
          <p:cNvSpPr>
            <a:spLocks noGrp="1"/>
          </p:cNvSpPr>
          <p:nvPr>
            <p:ph type="body" sz="quarter" idx="19" hasCustomPrompt="1"/>
          </p:nvPr>
        </p:nvSpPr>
        <p:spPr>
          <a:xfrm>
            <a:off x="6210302" y="1645920"/>
            <a:ext cx="5524498" cy="4210503"/>
          </a:xfrm>
        </p:spPr>
        <p:txBody>
          <a:bodyPr tIns="0" rIns="0" anchor="t" anchorCtr="0"/>
          <a:lstStyle>
            <a:lvl1pPr>
              <a:lnSpc>
                <a:spcPct val="100000"/>
              </a:lnSpc>
              <a:spcAft>
                <a:spcPts val="0"/>
              </a:spcAft>
              <a:defRPr sz="2000" b="0" i="0" baseline="0">
                <a:solidFill>
                  <a:schemeClr val="tx2"/>
                </a:solidFill>
              </a:defRPr>
            </a:lvl1pPr>
            <a:lvl2pPr>
              <a:lnSpc>
                <a:spcPct val="100000"/>
              </a:lnSpc>
              <a:defRPr sz="1800" b="0">
                <a:solidFill>
                  <a:schemeClr val="tx2"/>
                </a:solidFill>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text</a:t>
            </a:r>
          </a:p>
        </p:txBody>
      </p:sp>
      <p:sp>
        <p:nvSpPr>
          <p:cNvPr id="13" name="Content Placeholder 4">
            <a:extLst>
              <a:ext uri="{FF2B5EF4-FFF2-40B4-BE49-F238E27FC236}">
                <a16:creationId xmlns:a16="http://schemas.microsoft.com/office/drawing/2014/main" id="{4ED40494-5301-0642-8668-76D3D0C38C1B}"/>
              </a:ext>
            </a:extLst>
          </p:cNvPr>
          <p:cNvSpPr>
            <a:spLocks noGrp="1"/>
          </p:cNvSpPr>
          <p:nvPr>
            <p:ph sz="quarter" idx="20"/>
          </p:nvPr>
        </p:nvSpPr>
        <p:spPr>
          <a:xfrm>
            <a:off x="457200" y="1645920"/>
            <a:ext cx="5516562" cy="4179888"/>
          </a:xfrm>
        </p:spPr>
        <p:txBody>
          <a:bodyPr tIns="0"/>
          <a:lstStyle>
            <a:lvl3pPr>
              <a:defRPr sz="1600"/>
            </a:lvl3pPr>
            <a:lvl4pPr>
              <a:defRPr sz="1400"/>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17" name="Slide Number Placeholder 1">
            <a:extLst>
              <a:ext uri="{FF2B5EF4-FFF2-40B4-BE49-F238E27FC236}">
                <a16:creationId xmlns:a16="http://schemas.microsoft.com/office/drawing/2014/main" id="{005C84A1-34FA-4896-9E64-219EE97225F0}"/>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8" name="Text Placeholder 25">
            <a:extLst>
              <a:ext uri="{FF2B5EF4-FFF2-40B4-BE49-F238E27FC236}">
                <a16:creationId xmlns:a16="http://schemas.microsoft.com/office/drawing/2014/main" id="{7C5CFC39-B415-4875-B677-A9F917753A7A}"/>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9" name="Title 15">
            <a:extLst>
              <a:ext uri="{FF2B5EF4-FFF2-40B4-BE49-F238E27FC236}">
                <a16:creationId xmlns:a16="http://schemas.microsoft.com/office/drawing/2014/main" id="{8B6226B5-5566-4E14-9F71-9B9C76DCB9A9}"/>
              </a:ext>
            </a:extLst>
          </p:cNvPr>
          <p:cNvSpPr>
            <a:spLocks noGrp="1"/>
          </p:cNvSpPr>
          <p:nvPr>
            <p:ph type="title"/>
          </p:nvPr>
        </p:nvSpPr>
        <p:spPr>
          <a:xfrm>
            <a:off x="457200" y="457199"/>
            <a:ext cx="11247120" cy="457200"/>
          </a:xfrm>
        </p:spPr>
        <p:txBody>
          <a:bodyPr rIns="0"/>
          <a:lstStyle/>
          <a:p>
            <a:r>
              <a:rPr lang="ja-JP" altLang="en-US"/>
              <a:t>マスター タイトルの書式設定</a:t>
            </a:r>
            <a:endParaRPr lang="en-US"/>
          </a:p>
        </p:txBody>
      </p:sp>
      <p:sp>
        <p:nvSpPr>
          <p:cNvPr id="12" name="Footer Placeholder 3">
            <a:extLst>
              <a:ext uri="{FF2B5EF4-FFF2-40B4-BE49-F238E27FC236}">
                <a16:creationId xmlns:a16="http://schemas.microsoft.com/office/drawing/2014/main" id="{89E08287-5218-4658-85C2-11CF0741C6F0}"/>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21FDD7F0-B801-7F06-71C7-3E50E7343D9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144748291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2col quote graphic">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F43AA13-BC7D-453C-8E7F-CD1215172884}"/>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pic>
        <p:nvPicPr>
          <p:cNvPr id="20" name="Picture 19">
            <a:extLst>
              <a:ext uri="{FF2B5EF4-FFF2-40B4-BE49-F238E27FC236}">
                <a16:creationId xmlns:a16="http://schemas.microsoft.com/office/drawing/2014/main" id="{88E88A76-56D1-473A-947D-D7281F65A1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43602" y="2152650"/>
            <a:ext cx="5151193" cy="2743199"/>
          </a:xfrm>
          <a:prstGeom prst="rect">
            <a:avLst/>
          </a:prstGeom>
        </p:spPr>
      </p:pic>
      <p:sp>
        <p:nvSpPr>
          <p:cNvPr id="11" name="Text Placeholder 21">
            <a:extLst>
              <a:ext uri="{FF2B5EF4-FFF2-40B4-BE49-F238E27FC236}">
                <a16:creationId xmlns:a16="http://schemas.microsoft.com/office/drawing/2014/main" id="{1F962C8B-E6B1-AF47-903B-DBEFAD819272}"/>
              </a:ext>
            </a:extLst>
          </p:cNvPr>
          <p:cNvSpPr>
            <a:spLocks noGrp="1"/>
          </p:cNvSpPr>
          <p:nvPr>
            <p:ph type="body" sz="quarter" idx="19" hasCustomPrompt="1"/>
          </p:nvPr>
        </p:nvSpPr>
        <p:spPr>
          <a:xfrm>
            <a:off x="6844552" y="2420471"/>
            <a:ext cx="4583123" cy="2208679"/>
          </a:xfrm>
        </p:spPr>
        <p:txBody>
          <a:bodyPr lIns="182880" tIns="137160" rIns="182880" bIns="182880" anchor="t" anchorCtr="0">
            <a:normAutofit/>
          </a:bodyPr>
          <a:lstStyle>
            <a:lvl1pPr>
              <a:lnSpc>
                <a:spcPct val="100000"/>
              </a:lnSpc>
              <a:spcAft>
                <a:spcPts val="1200"/>
              </a:spcAft>
              <a:defRPr sz="1800" b="0" i="0" baseline="0">
                <a:solidFill>
                  <a:schemeClr val="tx1"/>
                </a:solidFill>
              </a:defRPr>
            </a:lvl1pPr>
            <a:lvl2pPr>
              <a:lnSpc>
                <a:spcPct val="100000"/>
              </a:lnSpc>
              <a:defRPr sz="1000" b="0" i="0">
                <a:solidFill>
                  <a:schemeClr val="tx1"/>
                </a:solidFill>
                <a:latin typeface="+mn-lt"/>
              </a:defRPr>
            </a:lvl2pPr>
            <a:lvl3pPr marL="0" indent="0">
              <a:buFontTx/>
              <a:buNone/>
              <a:defRPr sz="1000" b="0" i="0">
                <a:solidFill>
                  <a:schemeClr val="tx1"/>
                </a:solidFill>
              </a:defRPr>
            </a:lvl3pPr>
            <a:lvl4pPr marL="0" indent="0">
              <a:buFontTx/>
              <a:buNone/>
              <a:defRPr sz="1000">
                <a:solidFill>
                  <a:schemeClr val="tx1"/>
                </a:solidFill>
              </a:defRPr>
            </a:lvl4pPr>
            <a:lvl5pPr marL="0" indent="0">
              <a:buFontTx/>
              <a:buNone/>
              <a:defRPr sz="1000">
                <a:solidFill>
                  <a:schemeClr val="tx1"/>
                </a:solidFill>
              </a:defRPr>
            </a:lvl5pPr>
            <a:lvl6pPr marL="0" indent="0">
              <a:buFontTx/>
              <a:buNone/>
              <a:defRPr sz="1000">
                <a:solidFill>
                  <a:schemeClr val="tx1"/>
                </a:solidFill>
              </a:defRPr>
            </a:lvl6pPr>
            <a:lvl7pPr marL="0" indent="0">
              <a:buFontTx/>
              <a:buNone/>
              <a:defRPr sz="1000">
                <a:solidFill>
                  <a:schemeClr val="tx1"/>
                </a:solidFill>
              </a:defRPr>
            </a:lvl7pPr>
            <a:lvl8pPr marL="0" indent="0">
              <a:buFontTx/>
              <a:buNone/>
              <a:defRPr sz="1000">
                <a:solidFill>
                  <a:schemeClr val="tx1"/>
                </a:solidFill>
              </a:defRPr>
            </a:lvl8pPr>
            <a:lvl9pPr marL="0" indent="0">
              <a:buFontTx/>
              <a:buNone/>
              <a:defRPr sz="1000">
                <a:solidFill>
                  <a:schemeClr val="tx1"/>
                </a:solidFill>
              </a:defRPr>
            </a:lvl9pPr>
          </a:lstStyle>
          <a:p>
            <a:pPr lvl="0"/>
            <a:r>
              <a:rPr lang="en-US"/>
              <a:t>Click to add text</a:t>
            </a:r>
          </a:p>
        </p:txBody>
      </p:sp>
      <p:sp>
        <p:nvSpPr>
          <p:cNvPr id="13" name="Content Placeholder 4">
            <a:extLst>
              <a:ext uri="{FF2B5EF4-FFF2-40B4-BE49-F238E27FC236}">
                <a16:creationId xmlns:a16="http://schemas.microsoft.com/office/drawing/2014/main" id="{3F838A0E-9C6D-5749-8DE7-F50D37E7135A}"/>
              </a:ext>
            </a:extLst>
          </p:cNvPr>
          <p:cNvSpPr>
            <a:spLocks noGrp="1"/>
          </p:cNvSpPr>
          <p:nvPr>
            <p:ph sz="quarter" idx="20"/>
          </p:nvPr>
        </p:nvSpPr>
        <p:spPr>
          <a:xfrm>
            <a:off x="457200" y="1645920"/>
            <a:ext cx="5516562" cy="4179888"/>
          </a:xfrm>
        </p:spPr>
        <p:txBody>
          <a:bodyPr tIns="0"/>
          <a:lstStyle>
            <a:lvl3pPr>
              <a:defRPr sz="1600"/>
            </a:lvl3pPr>
            <a:lvl4pPr>
              <a:defRPr sz="1400"/>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17" name="Slide Number Placeholder 1">
            <a:extLst>
              <a:ext uri="{FF2B5EF4-FFF2-40B4-BE49-F238E27FC236}">
                <a16:creationId xmlns:a16="http://schemas.microsoft.com/office/drawing/2014/main" id="{A9082F09-215D-462F-8AE2-AF4850E331BE}"/>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8" name="Text Placeholder 25">
            <a:extLst>
              <a:ext uri="{FF2B5EF4-FFF2-40B4-BE49-F238E27FC236}">
                <a16:creationId xmlns:a16="http://schemas.microsoft.com/office/drawing/2014/main" id="{CED792D8-BB5D-46B3-B111-23EE8EFC8396}"/>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9" name="Title 15">
            <a:extLst>
              <a:ext uri="{FF2B5EF4-FFF2-40B4-BE49-F238E27FC236}">
                <a16:creationId xmlns:a16="http://schemas.microsoft.com/office/drawing/2014/main" id="{CF8D1FD5-9821-4E87-9D22-2822EA104D6A}"/>
              </a:ext>
            </a:extLst>
          </p:cNvPr>
          <p:cNvSpPr>
            <a:spLocks noGrp="1"/>
          </p:cNvSpPr>
          <p:nvPr>
            <p:ph type="title"/>
          </p:nvPr>
        </p:nvSpPr>
        <p:spPr>
          <a:xfrm>
            <a:off x="457200" y="457199"/>
            <a:ext cx="11247120" cy="457200"/>
          </a:xfrm>
        </p:spPr>
        <p:txBody>
          <a:bodyPr rIns="0"/>
          <a:lstStyle/>
          <a:p>
            <a:r>
              <a:rPr lang="ja-JP" altLang="en-US"/>
              <a:t>マスター タイトルの書式設定</a:t>
            </a:r>
            <a:endParaRPr lang="en-US"/>
          </a:p>
        </p:txBody>
      </p:sp>
      <p:sp>
        <p:nvSpPr>
          <p:cNvPr id="10" name="Rectangle 9">
            <a:extLst>
              <a:ext uri="{FF2B5EF4-FFF2-40B4-BE49-F238E27FC236}">
                <a16:creationId xmlns:a16="http://schemas.microsoft.com/office/drawing/2014/main" id="{62CC7B06-2344-4D79-BA63-F5B8FB6BDC38}"/>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2" name="Footer Placeholder 3">
            <a:extLst>
              <a:ext uri="{FF2B5EF4-FFF2-40B4-BE49-F238E27FC236}">
                <a16:creationId xmlns:a16="http://schemas.microsoft.com/office/drawing/2014/main" id="{3773053F-E0D5-45D3-B8EC-D22EF5E0D09D}"/>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FDFDA6BA-7E59-8792-92F8-533864A9EE7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197897528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ent 2col imag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FD29D68-3A09-43C3-8F93-53801A9E8027}"/>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0" name="Rectangle 9">
            <a:extLst>
              <a:ext uri="{FF2B5EF4-FFF2-40B4-BE49-F238E27FC236}">
                <a16:creationId xmlns:a16="http://schemas.microsoft.com/office/drawing/2014/main" id="{C4C4004A-BAE4-44BC-A324-2D30F5B3B59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5" name="Picture Placeholder 4">
            <a:extLst>
              <a:ext uri="{FF2B5EF4-FFF2-40B4-BE49-F238E27FC236}">
                <a16:creationId xmlns:a16="http://schemas.microsoft.com/office/drawing/2014/main" id="{A693F555-17A4-FA44-B000-3CAEB366B8A0}"/>
              </a:ext>
            </a:extLst>
          </p:cNvPr>
          <p:cNvSpPr>
            <a:spLocks noGrp="1"/>
          </p:cNvSpPr>
          <p:nvPr>
            <p:ph type="pic" sz="quarter" idx="18"/>
          </p:nvPr>
        </p:nvSpPr>
        <p:spPr>
          <a:xfrm>
            <a:off x="0" y="0"/>
            <a:ext cx="6096000" cy="6286500"/>
          </a:xfrm>
          <a:solidFill>
            <a:schemeClr val="bg1">
              <a:lumMod val="75000"/>
            </a:schemeClr>
          </a:solidFill>
        </p:spPr>
        <p:txBody>
          <a:bodyPr tIns="2560320"/>
          <a:lstStyle>
            <a:lvl1pPr algn="ctr">
              <a:defRPr b="0" i="0"/>
            </a:lvl1pPr>
          </a:lstStyle>
          <a:p>
            <a:r>
              <a:rPr lang="ja-JP" altLang="en-US"/>
              <a:t>アイコンをクリックして図を追加</a:t>
            </a:r>
            <a:endParaRPr lang="en-US"/>
          </a:p>
        </p:txBody>
      </p:sp>
      <p:sp>
        <p:nvSpPr>
          <p:cNvPr id="11" name="Content Placeholder 4">
            <a:extLst>
              <a:ext uri="{FF2B5EF4-FFF2-40B4-BE49-F238E27FC236}">
                <a16:creationId xmlns:a16="http://schemas.microsoft.com/office/drawing/2014/main" id="{207FC60C-7DF0-B74A-B2EE-03F1DFEC3C7D}"/>
              </a:ext>
            </a:extLst>
          </p:cNvPr>
          <p:cNvSpPr>
            <a:spLocks noGrp="1"/>
          </p:cNvSpPr>
          <p:nvPr>
            <p:ph sz="quarter" idx="19"/>
          </p:nvPr>
        </p:nvSpPr>
        <p:spPr>
          <a:xfrm>
            <a:off x="6320117" y="1828800"/>
            <a:ext cx="5413943" cy="4179888"/>
          </a:xfrm>
        </p:spPr>
        <p:txBody>
          <a:bodyPr tIns="0"/>
          <a:lstStyle>
            <a:lvl3pPr>
              <a:defRPr sz="1600"/>
            </a:lvl3pPr>
            <a:lvl4pPr>
              <a:defRPr sz="1400"/>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19" name="Slide Number Placeholder 1">
            <a:extLst>
              <a:ext uri="{FF2B5EF4-FFF2-40B4-BE49-F238E27FC236}">
                <a16:creationId xmlns:a16="http://schemas.microsoft.com/office/drawing/2014/main" id="{A439155B-AD52-42E7-A425-EA7250CFBE54}"/>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22" name="Text Placeholder 25">
            <a:extLst>
              <a:ext uri="{FF2B5EF4-FFF2-40B4-BE49-F238E27FC236}">
                <a16:creationId xmlns:a16="http://schemas.microsoft.com/office/drawing/2014/main" id="{AAC117CE-F2A7-4C1A-AF9A-EDE055E522BC}"/>
              </a:ext>
            </a:extLst>
          </p:cNvPr>
          <p:cNvSpPr>
            <a:spLocks noGrp="1"/>
          </p:cNvSpPr>
          <p:nvPr>
            <p:ph type="body" sz="quarter" idx="17" hasCustomPrompt="1"/>
          </p:nvPr>
        </p:nvSpPr>
        <p:spPr>
          <a:xfrm>
            <a:off x="6319978" y="1344168"/>
            <a:ext cx="5384342"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23" name="Title 15">
            <a:extLst>
              <a:ext uri="{FF2B5EF4-FFF2-40B4-BE49-F238E27FC236}">
                <a16:creationId xmlns:a16="http://schemas.microsoft.com/office/drawing/2014/main" id="{10433174-55DF-47EB-96A0-B862D3A869BA}"/>
              </a:ext>
            </a:extLst>
          </p:cNvPr>
          <p:cNvSpPr>
            <a:spLocks noGrp="1"/>
          </p:cNvSpPr>
          <p:nvPr>
            <p:ph type="title"/>
          </p:nvPr>
        </p:nvSpPr>
        <p:spPr>
          <a:xfrm>
            <a:off x="6319978" y="457199"/>
            <a:ext cx="5384342" cy="786384"/>
          </a:xfrm>
        </p:spPr>
        <p:txBody>
          <a:bodyPr rIns="0"/>
          <a:lstStyle/>
          <a:p>
            <a:r>
              <a:rPr lang="ja-JP" altLang="en-US"/>
              <a:t>マスター タイトルの書式設定</a:t>
            </a:r>
            <a:endParaRPr lang="en-US"/>
          </a:p>
        </p:txBody>
      </p:sp>
      <p:sp>
        <p:nvSpPr>
          <p:cNvPr id="12" name="Footer Placeholder 3">
            <a:extLst>
              <a:ext uri="{FF2B5EF4-FFF2-40B4-BE49-F238E27FC236}">
                <a16:creationId xmlns:a16="http://schemas.microsoft.com/office/drawing/2014/main" id="{5F10961A-1663-466D-95A7-DBAB058F2DE0}"/>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0382DA19-A7ED-B7D7-09D9-93049BC343C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20857579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ent 2/3 image">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6CC3C6E-EE89-434A-973C-DFF0598D6477}"/>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2" name="Rectangle 11">
            <a:extLst>
              <a:ext uri="{FF2B5EF4-FFF2-40B4-BE49-F238E27FC236}">
                <a16:creationId xmlns:a16="http://schemas.microsoft.com/office/drawing/2014/main" id="{A64E2AFB-53E9-4FD6-88F0-8ED0A5EBCD8E}"/>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3" name="Title 2">
            <a:extLst>
              <a:ext uri="{FF2B5EF4-FFF2-40B4-BE49-F238E27FC236}">
                <a16:creationId xmlns:a16="http://schemas.microsoft.com/office/drawing/2014/main" id="{CA1149F1-49B3-C542-803F-D3D2F88402E7}"/>
              </a:ext>
            </a:extLst>
          </p:cNvPr>
          <p:cNvSpPr>
            <a:spLocks noGrp="1"/>
          </p:cNvSpPr>
          <p:nvPr>
            <p:ph type="title"/>
          </p:nvPr>
        </p:nvSpPr>
        <p:spPr>
          <a:xfrm>
            <a:off x="457200" y="457199"/>
            <a:ext cx="3599966" cy="784226"/>
          </a:xfrm>
        </p:spPr>
        <p:txBody>
          <a:bodyPr lIns="0" rIns="0"/>
          <a:lstStyle/>
          <a:p>
            <a:r>
              <a:rPr lang="ja-JP" altLang="en-US"/>
              <a:t>マスター タイトルの書式設定</a:t>
            </a:r>
            <a:endParaRPr lang="en-US"/>
          </a:p>
        </p:txBody>
      </p:sp>
      <p:sp>
        <p:nvSpPr>
          <p:cNvPr id="9" name="Text Placeholder 25">
            <a:extLst>
              <a:ext uri="{FF2B5EF4-FFF2-40B4-BE49-F238E27FC236}">
                <a16:creationId xmlns:a16="http://schemas.microsoft.com/office/drawing/2014/main" id="{950D9BC9-37AB-2942-B45D-4822C8B58D04}"/>
              </a:ext>
            </a:extLst>
          </p:cNvPr>
          <p:cNvSpPr>
            <a:spLocks noGrp="1"/>
          </p:cNvSpPr>
          <p:nvPr>
            <p:ph type="body" sz="quarter" idx="17" hasCustomPrompt="1"/>
          </p:nvPr>
        </p:nvSpPr>
        <p:spPr>
          <a:xfrm>
            <a:off x="457200" y="1343431"/>
            <a:ext cx="3602039" cy="485369"/>
          </a:xfrm>
        </p:spPr>
        <p:txBody>
          <a:bodyPr lIns="0"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a:t>
            </a:r>
          </a:p>
        </p:txBody>
      </p:sp>
      <p:sp>
        <p:nvSpPr>
          <p:cNvPr id="5" name="Picture Placeholder 4">
            <a:extLst>
              <a:ext uri="{FF2B5EF4-FFF2-40B4-BE49-F238E27FC236}">
                <a16:creationId xmlns:a16="http://schemas.microsoft.com/office/drawing/2014/main" id="{A693F555-17A4-FA44-B000-3CAEB366B8A0}"/>
              </a:ext>
            </a:extLst>
          </p:cNvPr>
          <p:cNvSpPr>
            <a:spLocks noGrp="1"/>
          </p:cNvSpPr>
          <p:nvPr>
            <p:ph type="pic" sz="quarter" idx="18"/>
          </p:nvPr>
        </p:nvSpPr>
        <p:spPr>
          <a:xfrm>
            <a:off x="4298950" y="457198"/>
            <a:ext cx="7427912" cy="5551489"/>
          </a:xfrm>
          <a:solidFill>
            <a:schemeClr val="bg1">
              <a:lumMod val="75000"/>
            </a:schemeClr>
          </a:solidFill>
        </p:spPr>
        <p:txBody>
          <a:bodyPr tIns="2194560"/>
          <a:lstStyle>
            <a:lvl1pPr algn="ctr">
              <a:defRPr b="0" i="0"/>
            </a:lvl1pPr>
          </a:lstStyle>
          <a:p>
            <a:r>
              <a:rPr lang="ja-JP" altLang="en-US"/>
              <a:t>アイコンをクリックして図を追加</a:t>
            </a:r>
            <a:endParaRPr lang="en-US"/>
          </a:p>
        </p:txBody>
      </p:sp>
      <p:sp>
        <p:nvSpPr>
          <p:cNvPr id="11" name="Content Placeholder 4">
            <a:extLst>
              <a:ext uri="{FF2B5EF4-FFF2-40B4-BE49-F238E27FC236}">
                <a16:creationId xmlns:a16="http://schemas.microsoft.com/office/drawing/2014/main" id="{760A7196-34C5-A442-9294-F070A669800E}"/>
              </a:ext>
            </a:extLst>
          </p:cNvPr>
          <p:cNvSpPr>
            <a:spLocks noGrp="1"/>
          </p:cNvSpPr>
          <p:nvPr>
            <p:ph sz="quarter" idx="19"/>
          </p:nvPr>
        </p:nvSpPr>
        <p:spPr>
          <a:xfrm>
            <a:off x="457200" y="1828800"/>
            <a:ext cx="3598862" cy="4179888"/>
          </a:xfrm>
        </p:spPr>
        <p:txBody>
          <a:bodyPr tIns="0"/>
          <a:lstStyle>
            <a:lvl3pPr>
              <a:defRPr sz="1600"/>
            </a:lvl3pPr>
            <a:lvl4pPr>
              <a:defRPr sz="1400"/>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15" name="Slide Number Placeholder 1">
            <a:extLst>
              <a:ext uri="{FF2B5EF4-FFF2-40B4-BE49-F238E27FC236}">
                <a16:creationId xmlns:a16="http://schemas.microsoft.com/office/drawing/2014/main" id="{A90A9191-AB5C-45F7-8497-E7B480233414}"/>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3" name="Footer Placeholder 3">
            <a:extLst>
              <a:ext uri="{FF2B5EF4-FFF2-40B4-BE49-F238E27FC236}">
                <a16:creationId xmlns:a16="http://schemas.microsoft.com/office/drawing/2014/main" id="{50DC11B6-889C-4121-B48F-3676AE78C876}"/>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6084CBD8-843B-D467-6376-F56C3BFFFF4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74100082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3col">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9E18CF-CA4A-4731-A40B-45E2846C7631}"/>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1" name="Rectangle 10">
            <a:extLst>
              <a:ext uri="{FF2B5EF4-FFF2-40B4-BE49-F238E27FC236}">
                <a16:creationId xmlns:a16="http://schemas.microsoft.com/office/drawing/2014/main" id="{4103871A-53C4-4546-9554-252303F53F6B}"/>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3" name="Content Placeholder 4">
            <a:extLst>
              <a:ext uri="{FF2B5EF4-FFF2-40B4-BE49-F238E27FC236}">
                <a16:creationId xmlns:a16="http://schemas.microsoft.com/office/drawing/2014/main" id="{E205A430-8E9F-D040-BFFF-B7A4A3EA7154}"/>
              </a:ext>
            </a:extLst>
          </p:cNvPr>
          <p:cNvSpPr>
            <a:spLocks noGrp="1"/>
          </p:cNvSpPr>
          <p:nvPr>
            <p:ph sz="quarter" idx="19"/>
          </p:nvPr>
        </p:nvSpPr>
        <p:spPr>
          <a:xfrm>
            <a:off x="457200" y="1645920"/>
            <a:ext cx="3598862" cy="4179888"/>
          </a:xfrm>
        </p:spPr>
        <p:txBody>
          <a:bodyPr tIns="0"/>
          <a:lstStyle>
            <a:lvl3pPr>
              <a:defRPr sz="1600"/>
            </a:lvl3pPr>
            <a:lvl4pPr>
              <a:defRPr sz="1400"/>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14" name="Content Placeholder 4">
            <a:extLst>
              <a:ext uri="{FF2B5EF4-FFF2-40B4-BE49-F238E27FC236}">
                <a16:creationId xmlns:a16="http://schemas.microsoft.com/office/drawing/2014/main" id="{6A98DB26-B7FB-3241-9C96-D93B9B52CD1E}"/>
              </a:ext>
            </a:extLst>
          </p:cNvPr>
          <p:cNvSpPr>
            <a:spLocks noGrp="1"/>
          </p:cNvSpPr>
          <p:nvPr>
            <p:ph sz="quarter" idx="20"/>
          </p:nvPr>
        </p:nvSpPr>
        <p:spPr>
          <a:xfrm>
            <a:off x="4297680" y="1645920"/>
            <a:ext cx="3598862" cy="4179888"/>
          </a:xfrm>
        </p:spPr>
        <p:txBody>
          <a:bodyPr tIns="0"/>
          <a:lstStyle>
            <a:lvl3pPr>
              <a:defRPr sz="1600"/>
            </a:lvl3pPr>
            <a:lvl4pPr>
              <a:defRPr sz="1400"/>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15" name="Content Placeholder 4">
            <a:extLst>
              <a:ext uri="{FF2B5EF4-FFF2-40B4-BE49-F238E27FC236}">
                <a16:creationId xmlns:a16="http://schemas.microsoft.com/office/drawing/2014/main" id="{EF966A4E-5145-9C4D-8099-EFAA2A475FD8}"/>
              </a:ext>
            </a:extLst>
          </p:cNvPr>
          <p:cNvSpPr>
            <a:spLocks noGrp="1"/>
          </p:cNvSpPr>
          <p:nvPr>
            <p:ph sz="quarter" idx="21"/>
          </p:nvPr>
        </p:nvSpPr>
        <p:spPr>
          <a:xfrm>
            <a:off x="8136798" y="1645920"/>
            <a:ext cx="3598862" cy="4179888"/>
          </a:xfrm>
        </p:spPr>
        <p:txBody>
          <a:bodyPr tIns="0"/>
          <a:lstStyle>
            <a:lvl3pPr>
              <a:defRPr sz="1600"/>
            </a:lvl3pPr>
            <a:lvl4pPr>
              <a:defRPr sz="1400"/>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20" name="Slide Number Placeholder 1">
            <a:extLst>
              <a:ext uri="{FF2B5EF4-FFF2-40B4-BE49-F238E27FC236}">
                <a16:creationId xmlns:a16="http://schemas.microsoft.com/office/drawing/2014/main" id="{EC358D68-CB2C-46B6-A00B-854615303A5C}"/>
              </a:ext>
            </a:extLst>
          </p:cNvPr>
          <p:cNvSpPr>
            <a:spLocks noGrp="1"/>
          </p:cNvSpPr>
          <p:nvPr>
            <p:ph type="sldNum" sz="quarter" idx="22"/>
          </p:nvPr>
        </p:nvSpPr>
        <p:spPr>
          <a:xfrm>
            <a:off x="11427675" y="6437376"/>
            <a:ext cx="306387" cy="208758"/>
          </a:xfrm>
        </p:spPr>
        <p:txBody>
          <a:bodyPr/>
          <a:lstStyle/>
          <a:p>
            <a:fld id="{63DCA5C9-2E11-4C67-86EB-AE1DE127DC64}" type="slidenum">
              <a:rPr lang="en-US" smtClean="0"/>
              <a:pPr/>
              <a:t>‹#›</a:t>
            </a:fld>
            <a:endParaRPr lang="en-US"/>
          </a:p>
        </p:txBody>
      </p:sp>
      <p:sp>
        <p:nvSpPr>
          <p:cNvPr id="21" name="Text Placeholder 25">
            <a:extLst>
              <a:ext uri="{FF2B5EF4-FFF2-40B4-BE49-F238E27FC236}">
                <a16:creationId xmlns:a16="http://schemas.microsoft.com/office/drawing/2014/main" id="{75212AD8-B9F1-4438-A6D4-9355B9B3CD1A}"/>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22" name="Title 15">
            <a:extLst>
              <a:ext uri="{FF2B5EF4-FFF2-40B4-BE49-F238E27FC236}">
                <a16:creationId xmlns:a16="http://schemas.microsoft.com/office/drawing/2014/main" id="{84B5E47C-8E0B-4959-A893-96C42EB7A572}"/>
              </a:ext>
            </a:extLst>
          </p:cNvPr>
          <p:cNvSpPr>
            <a:spLocks noGrp="1"/>
          </p:cNvSpPr>
          <p:nvPr>
            <p:ph type="title"/>
          </p:nvPr>
        </p:nvSpPr>
        <p:spPr>
          <a:xfrm>
            <a:off x="457200" y="457199"/>
            <a:ext cx="11247120" cy="457200"/>
          </a:xfrm>
        </p:spPr>
        <p:txBody>
          <a:bodyPr rIns="0"/>
          <a:lstStyle/>
          <a:p>
            <a:r>
              <a:rPr lang="ja-JP" altLang="en-US"/>
              <a:t>マスター タイトルの書式設定</a:t>
            </a:r>
            <a:endParaRPr lang="en-US"/>
          </a:p>
        </p:txBody>
      </p:sp>
      <p:sp>
        <p:nvSpPr>
          <p:cNvPr id="12" name="Footer Placeholder 3">
            <a:extLst>
              <a:ext uri="{FF2B5EF4-FFF2-40B4-BE49-F238E27FC236}">
                <a16:creationId xmlns:a16="http://schemas.microsoft.com/office/drawing/2014/main" id="{69540383-ED48-4AD4-BBF1-3948FA2B891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115A1683-000D-C7ED-E97F-13E047BB609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314679468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1col table">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8CA7F71-7686-487C-9DCC-633A9929C7B4}"/>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9" name="Rectangle 8">
            <a:extLst>
              <a:ext uri="{FF2B5EF4-FFF2-40B4-BE49-F238E27FC236}">
                <a16:creationId xmlns:a16="http://schemas.microsoft.com/office/drawing/2014/main" id="{51236B22-13A6-4DAD-A69C-705F0241481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6" name="Table Placeholder 5">
            <a:extLst>
              <a:ext uri="{FF2B5EF4-FFF2-40B4-BE49-F238E27FC236}">
                <a16:creationId xmlns:a16="http://schemas.microsoft.com/office/drawing/2014/main" id="{E970E05D-6C9C-AA4C-9AC8-08594C5B389D}"/>
              </a:ext>
            </a:extLst>
          </p:cNvPr>
          <p:cNvSpPr>
            <a:spLocks noGrp="1"/>
          </p:cNvSpPr>
          <p:nvPr>
            <p:ph type="tbl" sz="quarter" idx="17" hasCustomPrompt="1"/>
          </p:nvPr>
        </p:nvSpPr>
        <p:spPr>
          <a:xfrm>
            <a:off x="457200" y="1828801"/>
            <a:ext cx="11247120" cy="4179888"/>
          </a:xfrm>
          <a:pattFill prst="pct10">
            <a:fgClr>
              <a:schemeClr val="accent1"/>
            </a:fgClr>
            <a:bgClr>
              <a:schemeClr val="bg1"/>
            </a:bgClr>
          </a:pattFill>
        </p:spPr>
        <p:txBody>
          <a:bodyPr tIns="2514600"/>
          <a:lstStyle>
            <a:lvl1pPr algn="ctr">
              <a:defRPr b="0" i="0"/>
            </a:lvl1pPr>
          </a:lstStyle>
          <a:p>
            <a:r>
              <a:rPr lang="en-US"/>
              <a:t>Click icon to add table adjust size as needed</a:t>
            </a:r>
          </a:p>
        </p:txBody>
      </p:sp>
      <p:sp>
        <p:nvSpPr>
          <p:cNvPr id="13" name="Slide Number Placeholder 1">
            <a:extLst>
              <a:ext uri="{FF2B5EF4-FFF2-40B4-BE49-F238E27FC236}">
                <a16:creationId xmlns:a16="http://schemas.microsoft.com/office/drawing/2014/main" id="{3D3E3C75-AE4A-4514-B4D2-1307A6648F45}"/>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4" name="Text Placeholder 25">
            <a:extLst>
              <a:ext uri="{FF2B5EF4-FFF2-40B4-BE49-F238E27FC236}">
                <a16:creationId xmlns:a16="http://schemas.microsoft.com/office/drawing/2014/main" id="{251C24F9-13F7-4A35-AA35-9BC603AF638C}"/>
              </a:ext>
            </a:extLst>
          </p:cNvPr>
          <p:cNvSpPr>
            <a:spLocks noGrp="1"/>
          </p:cNvSpPr>
          <p:nvPr>
            <p:ph type="body" sz="quarter" idx="22"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5" name="Title 15">
            <a:extLst>
              <a:ext uri="{FF2B5EF4-FFF2-40B4-BE49-F238E27FC236}">
                <a16:creationId xmlns:a16="http://schemas.microsoft.com/office/drawing/2014/main" id="{6F4AE1DE-1B0D-43E9-94D9-62F3A07EC22F}"/>
              </a:ext>
            </a:extLst>
          </p:cNvPr>
          <p:cNvSpPr>
            <a:spLocks noGrp="1"/>
          </p:cNvSpPr>
          <p:nvPr>
            <p:ph type="title"/>
          </p:nvPr>
        </p:nvSpPr>
        <p:spPr>
          <a:xfrm>
            <a:off x="457200" y="457199"/>
            <a:ext cx="11247120" cy="457200"/>
          </a:xfrm>
        </p:spPr>
        <p:txBody>
          <a:bodyPr rIns="0"/>
          <a:lstStyle/>
          <a:p>
            <a:r>
              <a:rPr lang="ja-JP" altLang="en-US"/>
              <a:t>マスター タイトルの書式設定</a:t>
            </a:r>
            <a:endParaRPr lang="en-US"/>
          </a:p>
        </p:txBody>
      </p:sp>
      <p:sp>
        <p:nvSpPr>
          <p:cNvPr id="10" name="Footer Placeholder 3">
            <a:extLst>
              <a:ext uri="{FF2B5EF4-FFF2-40B4-BE49-F238E27FC236}">
                <a16:creationId xmlns:a16="http://schemas.microsoft.com/office/drawing/2014/main" id="{9FABF782-65C4-41B6-9B55-10FCE8895A7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8B40A3D4-1CA7-9E45-65EA-FB278FF37B6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364907927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1col chart">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48F3CF2-F7A9-4F11-B382-38A2722B0D4F}"/>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9" name="Rectangle 8">
            <a:extLst>
              <a:ext uri="{FF2B5EF4-FFF2-40B4-BE49-F238E27FC236}">
                <a16:creationId xmlns:a16="http://schemas.microsoft.com/office/drawing/2014/main" id="{43EB1C3D-A76E-490F-BBD2-E58DD21AE3A1}"/>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7" name="Chart Placeholder 6">
            <a:extLst>
              <a:ext uri="{FF2B5EF4-FFF2-40B4-BE49-F238E27FC236}">
                <a16:creationId xmlns:a16="http://schemas.microsoft.com/office/drawing/2014/main" id="{0203C4E6-EC7C-1F40-86EA-065A6220FC54}"/>
              </a:ext>
            </a:extLst>
          </p:cNvPr>
          <p:cNvSpPr>
            <a:spLocks noGrp="1"/>
          </p:cNvSpPr>
          <p:nvPr>
            <p:ph type="chart" sz="quarter" idx="20" hasCustomPrompt="1"/>
          </p:nvPr>
        </p:nvSpPr>
        <p:spPr>
          <a:xfrm>
            <a:off x="457200" y="1828799"/>
            <a:ext cx="11247120" cy="4179889"/>
          </a:xfrm>
          <a:pattFill prst="pct10">
            <a:fgClr>
              <a:schemeClr val="tx1"/>
            </a:fgClr>
            <a:bgClr>
              <a:schemeClr val="bg1"/>
            </a:bgClr>
          </a:pattFill>
        </p:spPr>
        <p:txBody>
          <a:bodyPr tIns="2560320"/>
          <a:lstStyle>
            <a:lvl1pPr algn="ctr">
              <a:defRPr b="0" i="0"/>
            </a:lvl1p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a:t>Click icon to add chart adjust size as needed</a:t>
            </a:r>
          </a:p>
        </p:txBody>
      </p:sp>
      <p:sp>
        <p:nvSpPr>
          <p:cNvPr id="14" name="Slide Number Placeholder 1">
            <a:extLst>
              <a:ext uri="{FF2B5EF4-FFF2-40B4-BE49-F238E27FC236}">
                <a16:creationId xmlns:a16="http://schemas.microsoft.com/office/drawing/2014/main" id="{DF85D99A-810D-47AB-BB91-A93A91F922A3}"/>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5" name="Text Placeholder 25">
            <a:extLst>
              <a:ext uri="{FF2B5EF4-FFF2-40B4-BE49-F238E27FC236}">
                <a16:creationId xmlns:a16="http://schemas.microsoft.com/office/drawing/2014/main" id="{126F3D7E-DF67-45ED-8A5B-D24FFE4F7F3C}"/>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6" name="Title 15">
            <a:extLst>
              <a:ext uri="{FF2B5EF4-FFF2-40B4-BE49-F238E27FC236}">
                <a16:creationId xmlns:a16="http://schemas.microsoft.com/office/drawing/2014/main" id="{4693B169-FB68-4722-A393-DA504484DEE5}"/>
              </a:ext>
            </a:extLst>
          </p:cNvPr>
          <p:cNvSpPr>
            <a:spLocks noGrp="1"/>
          </p:cNvSpPr>
          <p:nvPr>
            <p:ph type="title"/>
          </p:nvPr>
        </p:nvSpPr>
        <p:spPr>
          <a:xfrm>
            <a:off x="457200" y="457199"/>
            <a:ext cx="11247120" cy="457200"/>
          </a:xfrm>
        </p:spPr>
        <p:txBody>
          <a:bodyPr rIns="0"/>
          <a:lstStyle/>
          <a:p>
            <a:r>
              <a:rPr lang="ja-JP" altLang="en-US"/>
              <a:t>マスター タイトルの書式設定</a:t>
            </a:r>
            <a:endParaRPr lang="en-US"/>
          </a:p>
        </p:txBody>
      </p:sp>
      <p:sp>
        <p:nvSpPr>
          <p:cNvPr id="10" name="Footer Placeholder 3">
            <a:extLst>
              <a:ext uri="{FF2B5EF4-FFF2-40B4-BE49-F238E27FC236}">
                <a16:creationId xmlns:a16="http://schemas.microsoft.com/office/drawing/2014/main" id="{CDDC6337-A67E-4A30-9755-B7F4D824B668}"/>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7A0784B3-FBD1-6ACD-E5D7-5D35F826DA5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21821371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ontent header only">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0ACF38C-F2B7-42D8-B179-6AC594C125B8}"/>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8" name="Rectangle 7">
            <a:extLst>
              <a:ext uri="{FF2B5EF4-FFF2-40B4-BE49-F238E27FC236}">
                <a16:creationId xmlns:a16="http://schemas.microsoft.com/office/drawing/2014/main" id="{D3EF452C-388D-4AEF-A41B-D58BEC9125B0}"/>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5" name="Slide Number Placeholder 1">
            <a:extLst>
              <a:ext uri="{FF2B5EF4-FFF2-40B4-BE49-F238E27FC236}">
                <a16:creationId xmlns:a16="http://schemas.microsoft.com/office/drawing/2014/main" id="{7C71AD98-43C1-4B44-BD16-A2AC82688C80}"/>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9" name="Text Placeholder 25">
            <a:extLst>
              <a:ext uri="{FF2B5EF4-FFF2-40B4-BE49-F238E27FC236}">
                <a16:creationId xmlns:a16="http://schemas.microsoft.com/office/drawing/2014/main" id="{521BE056-4E7F-41B4-B79F-6147E6C0EA29}"/>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20" name="Title 15">
            <a:extLst>
              <a:ext uri="{FF2B5EF4-FFF2-40B4-BE49-F238E27FC236}">
                <a16:creationId xmlns:a16="http://schemas.microsoft.com/office/drawing/2014/main" id="{9C7F8C39-538A-4240-962A-CBD12505A7EE}"/>
              </a:ext>
            </a:extLst>
          </p:cNvPr>
          <p:cNvSpPr>
            <a:spLocks noGrp="1"/>
          </p:cNvSpPr>
          <p:nvPr>
            <p:ph type="title"/>
          </p:nvPr>
        </p:nvSpPr>
        <p:spPr>
          <a:xfrm>
            <a:off x="457200" y="457199"/>
            <a:ext cx="11247120" cy="457200"/>
          </a:xfrm>
        </p:spPr>
        <p:txBody>
          <a:bodyPr rIns="0"/>
          <a:lstStyle/>
          <a:p>
            <a:r>
              <a:rPr lang="ja-JP" altLang="en-US"/>
              <a:t>マスター タイトルの書式設定</a:t>
            </a:r>
            <a:endParaRPr lang="en-US"/>
          </a:p>
        </p:txBody>
      </p:sp>
      <p:sp>
        <p:nvSpPr>
          <p:cNvPr id="9" name="Footer Placeholder 3">
            <a:extLst>
              <a:ext uri="{FF2B5EF4-FFF2-40B4-BE49-F238E27FC236}">
                <a16:creationId xmlns:a16="http://schemas.microsoft.com/office/drawing/2014/main" id="{75F72453-F149-46B5-B8D7-326EE017ADDE}"/>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CE743387-5B06-E7E5-7798-C25A7305A3A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97809294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ntent blank">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584038F-1D4F-433A-AEA2-C97CE86FEA1F}"/>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6" name="Rectangle 5">
            <a:extLst>
              <a:ext uri="{FF2B5EF4-FFF2-40B4-BE49-F238E27FC236}">
                <a16:creationId xmlns:a16="http://schemas.microsoft.com/office/drawing/2014/main" id="{83E5BA34-6CD5-474F-8E0B-EDBD871108E1}"/>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Slide Number Placeholder 1">
            <a:extLst>
              <a:ext uri="{FF2B5EF4-FFF2-40B4-BE49-F238E27FC236}">
                <a16:creationId xmlns:a16="http://schemas.microsoft.com/office/drawing/2014/main" id="{7BB48365-87F8-49A1-91DF-B0D46B3CFF65}"/>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7" name="Footer Placeholder 3">
            <a:extLst>
              <a:ext uri="{FF2B5EF4-FFF2-40B4-BE49-F238E27FC236}">
                <a16:creationId xmlns:a16="http://schemas.microsoft.com/office/drawing/2014/main" id="{EAD1A3DE-9E25-45CA-A7E1-79AC0EC8F64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C0349EA4-7A07-3736-9B7D-6D42238F2BE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137723464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sz="quarter" idx="10" hasCustomPrompt="1"/>
          </p:nvPr>
        </p:nvSpPr>
        <p:spPr>
          <a:xfrm>
            <a:off x="465138" y="931067"/>
            <a:ext cx="1084262" cy="1443833"/>
          </a:xfrm>
          <a:solidFill>
            <a:schemeClr val="bg1">
              <a:lumMod val="75000"/>
            </a:schemeClr>
          </a:solidFill>
        </p:spPr>
        <p:txBody>
          <a:bodyPr tIns="274320"/>
          <a:lstStyle>
            <a:lvl1pPr algn="ctr">
              <a:defRPr b="0" i="0">
                <a:solidFill>
                  <a:schemeClr val="tx1"/>
                </a:solidFill>
              </a:defRPr>
            </a:lvl1pPr>
            <a:lvl2pPr algn="ctr">
              <a:defRPr>
                <a:solidFill>
                  <a:schemeClr val="tx1"/>
                </a:solidFill>
              </a:defRPr>
            </a:lvl2pPr>
          </a:lstStyle>
          <a:p>
            <a:pPr lvl="0"/>
            <a:r>
              <a:rPr lang="en-US"/>
              <a:t>Insert</a:t>
            </a:r>
          </a:p>
        </p:txBody>
      </p:sp>
      <p:sp>
        <p:nvSpPr>
          <p:cNvPr id="7" name="Title 1">
            <a:extLst>
              <a:ext uri="{FF2B5EF4-FFF2-40B4-BE49-F238E27FC236}">
                <a16:creationId xmlns:a16="http://schemas.microsoft.com/office/drawing/2014/main" id="{86778AC2-0176-4241-BC19-68F111FBDC19}"/>
              </a:ext>
            </a:extLst>
          </p:cNvPr>
          <p:cNvSpPr>
            <a:spLocks noGrp="1"/>
          </p:cNvSpPr>
          <p:nvPr>
            <p:ph type="title" hasCustomPrompt="1"/>
          </p:nvPr>
        </p:nvSpPr>
        <p:spPr>
          <a:xfrm>
            <a:off x="465137" y="2864931"/>
            <a:ext cx="7659687" cy="2494469"/>
          </a:xfrm>
        </p:spPr>
        <p:txBody>
          <a:bodyPr lIns="0" rIns="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Click to edit text</a:t>
            </a:r>
          </a:p>
        </p:txBody>
      </p:sp>
      <p:sp>
        <p:nvSpPr>
          <p:cNvPr id="13" name="Slide Number Placeholder 1">
            <a:extLst>
              <a:ext uri="{FF2B5EF4-FFF2-40B4-BE49-F238E27FC236}">
                <a16:creationId xmlns:a16="http://schemas.microsoft.com/office/drawing/2014/main" id="{7943A519-3368-444C-8205-BAD4168421E4}"/>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9" name="Rectangle 8">
            <a:extLst>
              <a:ext uri="{FF2B5EF4-FFF2-40B4-BE49-F238E27FC236}">
                <a16:creationId xmlns:a16="http://schemas.microsoft.com/office/drawing/2014/main" id="{B141855A-1EFE-44B7-9542-BBBEBEA04945}"/>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0" name="Text Placeholder 25">
            <a:extLst>
              <a:ext uri="{FF2B5EF4-FFF2-40B4-BE49-F238E27FC236}">
                <a16:creationId xmlns:a16="http://schemas.microsoft.com/office/drawing/2014/main" id="{E78AC81E-DC2D-4208-8BB2-D23380047DFB}"/>
              </a:ext>
            </a:extLst>
          </p:cNvPr>
          <p:cNvSpPr>
            <a:spLocks noGrp="1"/>
          </p:cNvSpPr>
          <p:nvPr>
            <p:ph type="body" sz="quarter" idx="17" hasCustomPrompt="1"/>
          </p:nvPr>
        </p:nvSpPr>
        <p:spPr>
          <a:xfrm>
            <a:off x="2020823" y="1647509"/>
            <a:ext cx="5230368" cy="392365"/>
          </a:xfrm>
        </p:spPr>
        <p:txBody>
          <a:bodyPr tIns="0" rIns="0"/>
          <a:lstStyle>
            <a:lvl1pPr>
              <a:lnSpc>
                <a:spcPct val="100000"/>
              </a:lnSpc>
              <a:spcAft>
                <a:spcPts val="0"/>
              </a:spcAft>
              <a:defRPr sz="2800" b="1"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Click to add name</a:t>
            </a:r>
          </a:p>
        </p:txBody>
      </p:sp>
      <p:sp>
        <p:nvSpPr>
          <p:cNvPr id="14" name="Text Placeholder 25">
            <a:extLst>
              <a:ext uri="{FF2B5EF4-FFF2-40B4-BE49-F238E27FC236}">
                <a16:creationId xmlns:a16="http://schemas.microsoft.com/office/drawing/2014/main" id="{0EB765C6-B69F-401B-A97F-43E692FB667C}"/>
              </a:ext>
            </a:extLst>
          </p:cNvPr>
          <p:cNvSpPr>
            <a:spLocks noGrp="1"/>
          </p:cNvSpPr>
          <p:nvPr>
            <p:ph type="body" sz="quarter" idx="22" hasCustomPrompt="1"/>
          </p:nvPr>
        </p:nvSpPr>
        <p:spPr>
          <a:xfrm>
            <a:off x="2020824" y="2066163"/>
            <a:ext cx="5230368" cy="329184"/>
          </a:xfrm>
        </p:spPr>
        <p:txBody>
          <a:bodyPr tIns="0" rIns="0"/>
          <a:lstStyle>
            <a:lvl1pPr>
              <a:lnSpc>
                <a:spcPct val="100000"/>
              </a:lnSpc>
              <a:spcAft>
                <a:spcPts val="0"/>
              </a:spcAft>
              <a:defRPr sz="26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Click to add title</a:t>
            </a:r>
          </a:p>
        </p:txBody>
      </p:sp>
      <p:sp>
        <p:nvSpPr>
          <p:cNvPr id="16" name="Footer Placeholder 3">
            <a:extLst>
              <a:ext uri="{FF2B5EF4-FFF2-40B4-BE49-F238E27FC236}">
                <a16:creationId xmlns:a16="http://schemas.microsoft.com/office/drawing/2014/main" id="{0DD7C82E-1BE9-469F-8C7C-659B1F2D2268}"/>
              </a:ext>
            </a:extLst>
          </p:cNvPr>
          <p:cNvSpPr>
            <a:spLocks noGrp="1"/>
          </p:cNvSpPr>
          <p:nvPr>
            <p:ph type="ftr" sz="quarter" idx="23"/>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6408EF07-5E7F-AA8D-1636-3F301F1A2E4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380842923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video">
    <p:bg>
      <p:bgPr>
        <a:solidFill>
          <a:schemeClr val="tx1"/>
        </a:solidFill>
        <a:effectLst/>
      </p:bgPr>
    </p:bg>
    <p:spTree>
      <p:nvGrpSpPr>
        <p:cNvPr id="1" name=""/>
        <p:cNvGrpSpPr/>
        <p:nvPr/>
      </p:nvGrpSpPr>
      <p:grpSpPr>
        <a:xfrm>
          <a:off x="0" y="0"/>
          <a:ext cx="0" cy="0"/>
          <a:chOff x="0" y="0"/>
          <a:chExt cx="0" cy="0"/>
        </a:xfrm>
      </p:grpSpPr>
      <p:sp>
        <p:nvSpPr>
          <p:cNvPr id="3" name="Media Placeholder 2"/>
          <p:cNvSpPr>
            <a:spLocks noGrp="1"/>
          </p:cNvSpPr>
          <p:nvPr>
            <p:ph type="media" sz="quarter" idx="10"/>
          </p:nvPr>
        </p:nvSpPr>
        <p:spPr>
          <a:xfrm>
            <a:off x="0" y="0"/>
            <a:ext cx="12192000" cy="6858000"/>
          </a:xfrm>
          <a:solidFill>
            <a:schemeClr val="tx1"/>
          </a:solidFill>
        </p:spPr>
        <p:txBody>
          <a:bodyPr tIns="731520" anchor="ctr" anchorCtr="0"/>
          <a:lstStyle>
            <a:lvl1pPr algn="ctr">
              <a:defRPr sz="2000" b="0" i="0">
                <a:solidFill>
                  <a:schemeClr val="bg2"/>
                </a:solidFill>
              </a:defRPr>
            </a:lvl1pPr>
          </a:lstStyle>
          <a:p>
            <a:r>
              <a:rPr lang="ja-JP" altLang="en-US"/>
              <a:t>メディアを追加</a:t>
            </a:r>
            <a:endParaRPr lang="en-US"/>
          </a:p>
        </p:txBody>
      </p:sp>
    </p:spTree>
    <p:extLst>
      <p:ext uri="{BB962C8B-B14F-4D97-AF65-F5344CB8AC3E}">
        <p14:creationId xmlns:p14="http://schemas.microsoft.com/office/powerpoint/2010/main" val="2698987793"/>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losing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0B720F9-19E9-D949-BC49-37A2FB42321B}"/>
              </a:ext>
            </a:extLst>
          </p:cNvPr>
          <p:cNvSpPr>
            <a:spLocks noGrp="1"/>
          </p:cNvSpPr>
          <p:nvPr>
            <p:ph type="title" hasCustomPrompt="1"/>
          </p:nvPr>
        </p:nvSpPr>
        <p:spPr>
          <a:xfrm>
            <a:off x="0" y="2400300"/>
            <a:ext cx="5350329" cy="2008413"/>
          </a:xfrm>
          <a:solidFill>
            <a:schemeClr val="bg1"/>
          </a:solidFill>
        </p:spPr>
        <p:txBody>
          <a:bodyPr lIns="457200" rIns="457200" anchor="ctr" anchorCtr="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Closing slide — Click to edit text</a:t>
            </a:r>
          </a:p>
        </p:txBody>
      </p:sp>
      <p:sp>
        <p:nvSpPr>
          <p:cNvPr id="12" name="Slide Number Placeholder 1">
            <a:extLst>
              <a:ext uri="{FF2B5EF4-FFF2-40B4-BE49-F238E27FC236}">
                <a16:creationId xmlns:a16="http://schemas.microsoft.com/office/drawing/2014/main" id="{AD36755A-CFB7-4F62-9D96-5A9D5013A3FB}"/>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6" name="Rectangle 5">
            <a:extLst>
              <a:ext uri="{FF2B5EF4-FFF2-40B4-BE49-F238E27FC236}">
                <a16:creationId xmlns:a16="http://schemas.microsoft.com/office/drawing/2014/main" id="{EDEB466B-0B33-4842-821D-40FC0869D3CB}"/>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7" name="Footer Placeholder 3">
            <a:extLst>
              <a:ext uri="{FF2B5EF4-FFF2-40B4-BE49-F238E27FC236}">
                <a16:creationId xmlns:a16="http://schemas.microsoft.com/office/drawing/2014/main" id="{517E8B25-4DA7-4A75-9CB7-CE4C3304E74F}"/>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EDD65A7E-F5EA-E3C5-98E0-2B04445C63A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200100821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losing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0B720F9-19E9-D949-BC49-37A2FB42321B}"/>
              </a:ext>
            </a:extLst>
          </p:cNvPr>
          <p:cNvSpPr>
            <a:spLocks noGrp="1"/>
          </p:cNvSpPr>
          <p:nvPr>
            <p:ph type="title" hasCustomPrompt="1"/>
          </p:nvPr>
        </p:nvSpPr>
        <p:spPr>
          <a:xfrm>
            <a:off x="0" y="2400300"/>
            <a:ext cx="5350329" cy="2008413"/>
          </a:xfrm>
          <a:solidFill>
            <a:schemeClr val="bg1"/>
          </a:solidFill>
        </p:spPr>
        <p:txBody>
          <a:bodyPr lIns="457200" rIns="457200" anchor="ctr" anchorCtr="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Closing slide — Click to edit text</a:t>
            </a:r>
          </a:p>
        </p:txBody>
      </p:sp>
      <p:sp>
        <p:nvSpPr>
          <p:cNvPr id="12" name="Slide Number Placeholder 1">
            <a:extLst>
              <a:ext uri="{FF2B5EF4-FFF2-40B4-BE49-F238E27FC236}">
                <a16:creationId xmlns:a16="http://schemas.microsoft.com/office/drawing/2014/main" id="{AD36755A-CFB7-4F62-9D96-5A9D5013A3FB}"/>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6" name="Rectangle 5">
            <a:extLst>
              <a:ext uri="{FF2B5EF4-FFF2-40B4-BE49-F238E27FC236}">
                <a16:creationId xmlns:a16="http://schemas.microsoft.com/office/drawing/2014/main" id="{EDEB466B-0B33-4842-821D-40FC0869D3CB}"/>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7" name="Footer Placeholder 3">
            <a:extLst>
              <a:ext uri="{FF2B5EF4-FFF2-40B4-BE49-F238E27FC236}">
                <a16:creationId xmlns:a16="http://schemas.microsoft.com/office/drawing/2014/main" id="{71412263-D38E-496D-8EE4-3A578A725E1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2025 WTW. Proprietary and confidential. For WTW and WTW client use only.</a:t>
            </a:r>
          </a:p>
        </p:txBody>
      </p:sp>
      <p:pic>
        <p:nvPicPr>
          <p:cNvPr id="2" name="Picture 1">
            <a:extLst>
              <a:ext uri="{FF2B5EF4-FFF2-40B4-BE49-F238E27FC236}">
                <a16:creationId xmlns:a16="http://schemas.microsoft.com/office/drawing/2014/main" id="{29DC91FC-4C71-DAFC-0057-7F42AB8CC23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728074" y="6437376"/>
            <a:ext cx="2433301" cy="221731"/>
          </a:xfrm>
          <a:prstGeom prst="rect">
            <a:avLst/>
          </a:prstGeom>
        </p:spPr>
      </p:pic>
    </p:spTree>
    <p:extLst>
      <p:ext uri="{BB962C8B-B14F-4D97-AF65-F5344CB8AC3E}">
        <p14:creationId xmlns:p14="http://schemas.microsoft.com/office/powerpoint/2010/main" val="3400621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34" Type="http://schemas.openxmlformats.org/officeDocument/2006/relationships/theme" Target="../theme/theme2.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33" Type="http://schemas.openxmlformats.org/officeDocument/2006/relationships/slideLayout" Target="../slideLayouts/slideLayout66.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slideLayout" Target="../slideLayouts/slideLayout62.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32" Type="http://schemas.openxmlformats.org/officeDocument/2006/relationships/slideLayout" Target="../slideLayouts/slideLayout65.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slideLayout" Target="../slideLayouts/slideLayout61.xml"/><Relationship Id="rId10" Type="http://schemas.openxmlformats.org/officeDocument/2006/relationships/slideLayout" Target="../slideLayouts/slideLayout43.xml"/><Relationship Id="rId19" Type="http://schemas.openxmlformats.org/officeDocument/2006/relationships/slideLayout" Target="../slideLayouts/slideLayout52.xml"/><Relationship Id="rId31" Type="http://schemas.openxmlformats.org/officeDocument/2006/relationships/slideLayout" Target="../slideLayouts/slideLayout64.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slideLayout" Target="../slideLayouts/slideLayout60.xml"/><Relationship Id="rId30" Type="http://schemas.openxmlformats.org/officeDocument/2006/relationships/slideLayout" Target="../slideLayouts/slideLayout63.xml"/><Relationship Id="rId35" Type="http://schemas.openxmlformats.org/officeDocument/2006/relationships/tags" Target="../tags/tag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slideLayout" Target="../slideLayouts/slideLayout79.xml"/><Relationship Id="rId18" Type="http://schemas.openxmlformats.org/officeDocument/2006/relationships/slideLayout" Target="../slideLayouts/slideLayout84.xml"/><Relationship Id="rId26" Type="http://schemas.openxmlformats.org/officeDocument/2006/relationships/slideLayout" Target="../slideLayouts/slideLayout92.xml"/><Relationship Id="rId3" Type="http://schemas.openxmlformats.org/officeDocument/2006/relationships/slideLayout" Target="../slideLayouts/slideLayout69.xml"/><Relationship Id="rId21" Type="http://schemas.openxmlformats.org/officeDocument/2006/relationships/slideLayout" Target="../slideLayouts/slideLayout87.xml"/><Relationship Id="rId34" Type="http://schemas.openxmlformats.org/officeDocument/2006/relationships/theme" Target="../theme/theme3.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17" Type="http://schemas.openxmlformats.org/officeDocument/2006/relationships/slideLayout" Target="../slideLayouts/slideLayout83.xml"/><Relationship Id="rId25" Type="http://schemas.openxmlformats.org/officeDocument/2006/relationships/slideLayout" Target="../slideLayouts/slideLayout91.xml"/><Relationship Id="rId33" Type="http://schemas.openxmlformats.org/officeDocument/2006/relationships/slideLayout" Target="../slideLayouts/slideLayout99.xml"/><Relationship Id="rId2" Type="http://schemas.openxmlformats.org/officeDocument/2006/relationships/slideLayout" Target="../slideLayouts/slideLayout68.xml"/><Relationship Id="rId16" Type="http://schemas.openxmlformats.org/officeDocument/2006/relationships/slideLayout" Target="../slideLayouts/slideLayout82.xml"/><Relationship Id="rId20" Type="http://schemas.openxmlformats.org/officeDocument/2006/relationships/slideLayout" Target="../slideLayouts/slideLayout86.xml"/><Relationship Id="rId29" Type="http://schemas.openxmlformats.org/officeDocument/2006/relationships/slideLayout" Target="../slideLayouts/slideLayout95.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24" Type="http://schemas.openxmlformats.org/officeDocument/2006/relationships/slideLayout" Target="../slideLayouts/slideLayout90.xml"/><Relationship Id="rId32" Type="http://schemas.openxmlformats.org/officeDocument/2006/relationships/slideLayout" Target="../slideLayouts/slideLayout98.xml"/><Relationship Id="rId5" Type="http://schemas.openxmlformats.org/officeDocument/2006/relationships/slideLayout" Target="../slideLayouts/slideLayout71.xml"/><Relationship Id="rId15" Type="http://schemas.openxmlformats.org/officeDocument/2006/relationships/slideLayout" Target="../slideLayouts/slideLayout81.xml"/><Relationship Id="rId23" Type="http://schemas.openxmlformats.org/officeDocument/2006/relationships/slideLayout" Target="../slideLayouts/slideLayout89.xml"/><Relationship Id="rId28" Type="http://schemas.openxmlformats.org/officeDocument/2006/relationships/slideLayout" Target="../slideLayouts/slideLayout94.xml"/><Relationship Id="rId10" Type="http://schemas.openxmlformats.org/officeDocument/2006/relationships/slideLayout" Target="../slideLayouts/slideLayout76.xml"/><Relationship Id="rId19" Type="http://schemas.openxmlformats.org/officeDocument/2006/relationships/slideLayout" Target="../slideLayouts/slideLayout85.xml"/><Relationship Id="rId31" Type="http://schemas.openxmlformats.org/officeDocument/2006/relationships/slideLayout" Target="../slideLayouts/slideLayout97.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slideLayout" Target="../slideLayouts/slideLayout80.xml"/><Relationship Id="rId22" Type="http://schemas.openxmlformats.org/officeDocument/2006/relationships/slideLayout" Target="../slideLayouts/slideLayout88.xml"/><Relationship Id="rId27" Type="http://schemas.openxmlformats.org/officeDocument/2006/relationships/slideLayout" Target="../slideLayouts/slideLayout93.xml"/><Relationship Id="rId30" Type="http://schemas.openxmlformats.org/officeDocument/2006/relationships/slideLayout" Target="../slideLayouts/slideLayout96.xml"/><Relationship Id="rId35"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199"/>
            <a:ext cx="11261723" cy="784226"/>
          </a:xfrm>
          <a:prstGeom prst="rect">
            <a:avLst/>
          </a:prstGeom>
        </p:spPr>
        <p:txBody>
          <a:bodyPr vert="horz" lIns="0" tIns="0" rIns="2286000" bIns="0" rtlCol="0" anchor="t" anchorCtr="0">
            <a:noAutofit/>
          </a:bodyPr>
          <a:lstStyle/>
          <a:p>
            <a:r>
              <a:rPr lang="en-US"/>
              <a:t>Click to edit </a:t>
            </a:r>
            <a:br>
              <a:rPr lang="en-US"/>
            </a:br>
            <a:r>
              <a:rPr lang="en-US"/>
              <a:t>Master title style</a:t>
            </a:r>
          </a:p>
        </p:txBody>
      </p:sp>
      <p:sp>
        <p:nvSpPr>
          <p:cNvPr id="3" name="MasterTextPlaceholder"/>
          <p:cNvSpPr>
            <a:spLocks noGrp="1"/>
          </p:cNvSpPr>
          <p:nvPr>
            <p:ph type="body" idx="1"/>
          </p:nvPr>
        </p:nvSpPr>
        <p:spPr>
          <a:xfrm>
            <a:off x="457200" y="1541417"/>
            <a:ext cx="11264900" cy="4467272"/>
          </a:xfrm>
          <a:prstGeom prst="rect">
            <a:avLst/>
          </a:prstGeom>
        </p:spPr>
        <p:txBody>
          <a:bodyPr vert="horz" lIns="0" tIns="0" rIns="0" bIns="0" rtlCol="0">
            <a:noAutofit/>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5" name="Footer Placeholder 4"/>
          <p:cNvSpPr>
            <a:spLocks noGrp="1"/>
          </p:cNvSpPr>
          <p:nvPr>
            <p:ph type="ftr" sz="quarter" idx="3"/>
          </p:nvPr>
        </p:nvSpPr>
        <p:spPr>
          <a:xfrm>
            <a:off x="457199" y="6519672"/>
            <a:ext cx="3474720" cy="91440"/>
          </a:xfrm>
          <a:prstGeom prst="rect">
            <a:avLst/>
          </a:prstGeom>
        </p:spPr>
        <p:txBody>
          <a:bodyPr vert="horz" lIns="0" tIns="0" rIns="0" bIns="0" rtlCol="0" anchor="t" anchorCtr="0"/>
          <a:lstStyle>
            <a:lvl1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1pPr>
            <a:lvl2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2pPr>
            <a:lvl3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3pPr>
            <a:lvl4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4pPr>
            <a:lvl5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5pPr>
            <a:lvl6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6pPr>
            <a:lvl7pPr marL="0" indent="0" algn="l">
              <a:tabLst/>
              <a:defRPr sz="600" b="0" i="0" cap="none" baseline="0">
                <a:solidFill>
                  <a:schemeClr val="tx1"/>
                </a:solidFill>
                <a:latin typeface="+mn-lt"/>
                <a:ea typeface="Roboto" panose="02000000000000000000" pitchFamily="2" charset="0"/>
                <a:cs typeface="Verdana" panose="020B0604030504040204" pitchFamily="34" charset="0"/>
              </a:defRPr>
            </a:lvl7pPr>
            <a:lvl8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8pPr>
            <a:lvl9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9pPr>
          </a:lstStyle>
          <a:p>
            <a:pPr lvl="6"/>
            <a:r>
              <a:rPr lang="en-US"/>
              <a:t>© 2025 WTW. Proprietary and confidential. For WTW and WTW client use only.</a:t>
            </a:r>
          </a:p>
        </p:txBody>
      </p:sp>
      <p:sp>
        <p:nvSpPr>
          <p:cNvPr id="6" name="Slide Number Placeholder 5"/>
          <p:cNvSpPr>
            <a:spLocks noGrp="1"/>
          </p:cNvSpPr>
          <p:nvPr>
            <p:ph type="sldNum" sz="quarter" idx="4"/>
          </p:nvPr>
        </p:nvSpPr>
        <p:spPr>
          <a:xfrm>
            <a:off x="11427675" y="6400800"/>
            <a:ext cx="306387" cy="208758"/>
          </a:xfrm>
          <a:prstGeom prst="rect">
            <a:avLst/>
          </a:prstGeom>
        </p:spPr>
        <p:txBody>
          <a:bodyPr vert="horz" lIns="0" tIns="0" rIns="0" bIns="0" rtlCol="0" anchor="b" anchorCtr="0"/>
          <a:lstStyle>
            <a:lvl1pPr algn="r">
              <a:defRPr sz="900" b="0" i="0">
                <a:solidFill>
                  <a:schemeClr val="tx1"/>
                </a:solidFill>
                <a:latin typeface="+mj-lt"/>
                <a:ea typeface="BIZ UDP明朝 Medium" panose="02020500000000000000" pitchFamily="18" charset="-128"/>
                <a:cs typeface="BIZ UDP明朝 Medium" panose="02020500000000000000" pitchFamily="18" charset="-128"/>
              </a:defRPr>
            </a:lvl1pPr>
            <a:lvl2pPr marL="0" algn="r">
              <a:defRPr sz="900" b="0" i="0">
                <a:solidFill>
                  <a:schemeClr val="tx1"/>
                </a:solidFill>
                <a:latin typeface="+mn-lt"/>
                <a:ea typeface="Verdana" panose="020B0604030504040204" pitchFamily="34" charset="0"/>
                <a:cs typeface="Verdana" panose="020B0604030504040204" pitchFamily="34" charset="0"/>
              </a:defRPr>
            </a:lvl2pPr>
            <a:lvl3pPr marL="0" algn="r">
              <a:defRPr sz="900" b="0" i="0">
                <a:solidFill>
                  <a:schemeClr val="tx1"/>
                </a:solidFill>
                <a:latin typeface="+mn-lt"/>
                <a:ea typeface="Verdana" panose="020B0604030504040204" pitchFamily="34" charset="0"/>
                <a:cs typeface="Verdana" panose="020B0604030504040204" pitchFamily="34" charset="0"/>
              </a:defRPr>
            </a:lvl3pPr>
            <a:lvl4pPr marL="0" algn="r">
              <a:defRPr sz="900" b="0" i="0">
                <a:solidFill>
                  <a:schemeClr val="tx1"/>
                </a:solidFill>
                <a:latin typeface="+mn-lt"/>
                <a:ea typeface="Verdana" panose="020B0604030504040204" pitchFamily="34" charset="0"/>
                <a:cs typeface="Verdana" panose="020B0604030504040204" pitchFamily="34" charset="0"/>
              </a:defRPr>
            </a:lvl4pPr>
            <a:lvl5pPr marL="0" algn="r">
              <a:defRPr sz="900" b="0" i="0">
                <a:solidFill>
                  <a:schemeClr val="tx1"/>
                </a:solidFill>
                <a:latin typeface="+mn-lt"/>
                <a:ea typeface="Verdana" panose="020B0604030504040204" pitchFamily="34" charset="0"/>
                <a:cs typeface="Verdana" panose="020B0604030504040204" pitchFamily="34" charset="0"/>
              </a:defRPr>
            </a:lvl5pPr>
            <a:lvl6pPr marL="0" algn="r">
              <a:defRPr sz="900" b="0" i="0">
                <a:solidFill>
                  <a:schemeClr val="tx1"/>
                </a:solidFill>
                <a:latin typeface="+mn-lt"/>
                <a:ea typeface="Verdana" panose="020B0604030504040204" pitchFamily="34" charset="0"/>
                <a:cs typeface="Verdana" panose="020B0604030504040204" pitchFamily="34" charset="0"/>
              </a:defRPr>
            </a:lvl6pPr>
            <a:lvl7pPr marL="0" algn="r">
              <a:defRPr sz="900" b="0" i="0">
                <a:solidFill>
                  <a:schemeClr val="tx1"/>
                </a:solidFill>
                <a:latin typeface="+mn-lt"/>
                <a:ea typeface="Verdana" panose="020B0604030504040204" pitchFamily="34" charset="0"/>
                <a:cs typeface="Verdana" panose="020B0604030504040204" pitchFamily="34" charset="0"/>
              </a:defRPr>
            </a:lvl7pPr>
            <a:lvl8pPr marL="0" algn="r">
              <a:defRPr sz="900" b="0" i="0">
                <a:solidFill>
                  <a:schemeClr val="tx1"/>
                </a:solidFill>
                <a:latin typeface="+mn-lt"/>
                <a:ea typeface="Verdana" panose="020B0604030504040204" pitchFamily="34" charset="0"/>
                <a:cs typeface="Verdana" panose="020B0604030504040204" pitchFamily="34" charset="0"/>
              </a:defRPr>
            </a:lvl8pPr>
            <a:lvl9pPr marL="0" algn="r">
              <a:defRPr sz="900" b="0" i="0">
                <a:solidFill>
                  <a:schemeClr val="tx1"/>
                </a:solidFill>
                <a:latin typeface="+mn-lt"/>
                <a:ea typeface="Verdana" panose="020B0604030504040204" pitchFamily="34" charset="0"/>
                <a:cs typeface="Verdana" panose="020B0604030504040204" pitchFamily="34" charset="0"/>
              </a:defRPr>
            </a:lvl9pPr>
          </a:lstStyle>
          <a:p>
            <a:fld id="{63DCA5C9-2E11-4C67-86EB-AE1DE127DC64}" type="slidenum">
              <a:rPr lang="en-US" smtClean="0"/>
              <a:pPr/>
              <a:t>‹#›</a:t>
            </a:fld>
            <a:endParaRPr lang="en-US"/>
          </a:p>
        </p:txBody>
      </p:sp>
      <p:sp>
        <p:nvSpPr>
          <p:cNvPr id="7" name="Path" hidden="1">
            <a:extLst>
              <a:ext uri="{FF2B5EF4-FFF2-40B4-BE49-F238E27FC236}">
                <a16:creationId xmlns:a16="http://schemas.microsoft.com/office/drawing/2014/main" id="{F9C5059E-AB21-79D2-2207-5DE44F25F6A8}"/>
              </a:ext>
            </a:extLst>
          </p:cNvPr>
          <p:cNvSpPr txBox="1">
            <a:spLocks/>
          </p:cNvSpPr>
          <p:nvPr userDrawn="1"/>
        </p:nvSpPr>
        <p:spPr>
          <a:xfrm>
            <a:off x="4205077" y="6519672"/>
            <a:ext cx="3474720" cy="91440"/>
          </a:xfrm>
          <a:prstGeom prst="rect">
            <a:avLst/>
          </a:prstGeom>
        </p:spPr>
        <p:txBody>
          <a:bodyPr vert="horz" lIns="0" tIns="0" rIns="0" bIns="0" rtlCol="0" anchor="t" anchorCtr="0"/>
          <a:lstStyle>
            <a:defPPr>
              <a:defRPr lang="en-US"/>
            </a:defPPr>
            <a:lvl1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1pPr>
            <a:lvl2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2pPr>
            <a:lvl3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3pPr>
            <a:lvl4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4pPr>
            <a:lvl5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5pPr>
            <a:lvl6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6pPr>
            <a:lvl7pPr marL="0" indent="0"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7pPr>
            <a:lvl8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8pPr>
            <a:lvl9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9pPr>
          </a:lstStyle>
          <a:p>
            <a:pPr lvl="6"/>
            <a:r>
              <a:rPr lang="en-US"/>
              <a:t>Path</a:t>
            </a:r>
          </a:p>
        </p:txBody>
      </p:sp>
      <p:sp>
        <p:nvSpPr>
          <p:cNvPr id="4" name="Watermark" hidden="1">
            <a:extLst>
              <a:ext uri="{FF2B5EF4-FFF2-40B4-BE49-F238E27FC236}">
                <a16:creationId xmlns:a16="http://schemas.microsoft.com/office/drawing/2014/main" id="{70D6D76E-E600-1191-190F-E545C1831DB0}"/>
              </a:ext>
            </a:extLst>
          </p:cNvPr>
          <p:cNvSpPr/>
          <p:nvPr userDrawn="1">
            <p:custDataLst>
              <p:tags r:id="rId35"/>
            </p:custDataLst>
          </p:nvPr>
        </p:nvSpPr>
        <p:spPr bwMode="auto">
          <a:xfrm rot="19671443">
            <a:off x="2648365" y="1957824"/>
            <a:ext cx="6895269" cy="2942351"/>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lang="en-GB" sz="12000" b="0" i="0">
                <a:solidFill>
                  <a:schemeClr val="bg1">
                    <a:lumMod val="85000"/>
                  </a:schemeClr>
                </a:solidFill>
                <a:latin typeface="+mn-lt"/>
                <a:ea typeface="Roboto" panose="02000000000000000000" pitchFamily="2" charset="0"/>
                <a:cs typeface="Roboto" panose="02000000000000000000" pitchFamily="2" charset="0"/>
              </a:rPr>
              <a:t> </a:t>
            </a:r>
          </a:p>
        </p:txBody>
      </p:sp>
    </p:spTree>
    <p:extLst>
      <p:ext uri="{BB962C8B-B14F-4D97-AF65-F5344CB8AC3E}">
        <p14:creationId xmlns:p14="http://schemas.microsoft.com/office/powerpoint/2010/main" val="172771477"/>
      </p:ext>
    </p:extLst>
  </p:cSld>
  <p:clrMap bg1="lt1" tx1="dk1" bg2="lt2" tx2="dk2" accent1="accent1" accent2="accent2" accent3="accent3" accent4="accent4" accent5="accent5" accent6="accent6" hlink="hlink" folHlink="folHlink"/>
  <p:sldLayoutIdLst>
    <p:sldLayoutId id="2147483869" r:id="rId1"/>
    <p:sldLayoutId id="2147483874" r:id="rId2"/>
    <p:sldLayoutId id="2147483872" r:id="rId3"/>
    <p:sldLayoutId id="2147483878" r:id="rId4"/>
    <p:sldLayoutId id="2147483870" r:id="rId5"/>
    <p:sldLayoutId id="2147483875" r:id="rId6"/>
    <p:sldLayoutId id="2147483871" r:id="rId7"/>
    <p:sldLayoutId id="2147483786" r:id="rId8"/>
    <p:sldLayoutId id="2147483816" r:id="rId9"/>
    <p:sldLayoutId id="2147483817" r:id="rId10"/>
    <p:sldLayoutId id="2147483851" r:id="rId11"/>
    <p:sldLayoutId id="2147483877" r:id="rId12"/>
    <p:sldLayoutId id="2147483864" r:id="rId13"/>
    <p:sldLayoutId id="2147483858" r:id="rId14"/>
    <p:sldLayoutId id="2147483850" r:id="rId15"/>
    <p:sldLayoutId id="2147483849" r:id="rId16"/>
    <p:sldLayoutId id="2147483859" r:id="rId17"/>
    <p:sldLayoutId id="2147483861" r:id="rId18"/>
    <p:sldLayoutId id="2147483865" r:id="rId19"/>
    <p:sldLayoutId id="2147483746" r:id="rId20"/>
    <p:sldLayoutId id="2147483854" r:id="rId21"/>
    <p:sldLayoutId id="2147483855" r:id="rId22"/>
    <p:sldLayoutId id="2147483856" r:id="rId23"/>
    <p:sldLayoutId id="2147483857" r:id="rId24"/>
    <p:sldLayoutId id="2147483747" r:id="rId25"/>
    <p:sldLayoutId id="2147483809" r:id="rId26"/>
    <p:sldLayoutId id="2147483818" r:id="rId27"/>
    <p:sldLayoutId id="2147483760" r:id="rId28"/>
    <p:sldLayoutId id="2147483756" r:id="rId29"/>
    <p:sldLayoutId id="2147483801" r:id="rId30"/>
    <p:sldLayoutId id="2147483708" r:id="rId31"/>
    <p:sldLayoutId id="2147483813" r:id="rId32"/>
    <p:sldLayoutId id="2147483876" r:id="rId33"/>
  </p:sldLayoutIdLst>
  <p:hf hdr="0" dt="0"/>
  <p:txStyles>
    <p:titleStyle>
      <a:lvl1pPr algn="l" defTabSz="914400" rtl="0" eaLnBrk="1" latinLnBrk="0" hangingPunct="1">
        <a:lnSpc>
          <a:spcPct val="90000"/>
        </a:lnSpc>
        <a:spcBef>
          <a:spcPct val="0"/>
        </a:spcBef>
        <a:buNone/>
        <a:defRPr kumimoji="1" sz="2800" b="0" i="0" kern="1200">
          <a:solidFill>
            <a:schemeClr val="tx1"/>
          </a:solidFill>
          <a:latin typeface="+mj-lt"/>
          <a:ea typeface="BIZ UDP明朝 Medium" panose="02020500000000000000" pitchFamily="18" charset="-128"/>
          <a:cs typeface="BIZ UDP明朝 Medium" panose="02020500000000000000" pitchFamily="18" charset="-128"/>
        </a:defRPr>
      </a:lvl1pPr>
    </p:titleStyle>
    <p:bodyStyle>
      <a:lvl1pPr marL="0" indent="0" algn="l" defTabSz="914400" rtl="0" eaLnBrk="1" latinLnBrk="0" hangingPunct="1">
        <a:lnSpc>
          <a:spcPct val="100000"/>
        </a:lnSpc>
        <a:spcBef>
          <a:spcPts val="0"/>
        </a:spcBef>
        <a:spcAft>
          <a:spcPts val="300"/>
        </a:spcAft>
        <a:buFont typeface="Arial" panose="020B0604020202020204" pitchFamily="34" charset="0"/>
        <a:buNone/>
        <a:defRPr kumimoji="1" sz="1600" b="0" i="0" kern="1200">
          <a:solidFill>
            <a:schemeClr val="tx1"/>
          </a:solidFill>
          <a:latin typeface="+mn-lt"/>
          <a:ea typeface="Meiryo UI" panose="020B0604030504040204" pitchFamily="50" charset="-128"/>
          <a:cs typeface="Times New Roman" panose="02020603050405020304" pitchFamily="18" charset="0"/>
        </a:defRPr>
      </a:lvl1pPr>
      <a:lvl2pPr marL="0" indent="0" algn="l" defTabSz="914400" rtl="0" eaLnBrk="1" latinLnBrk="0" hangingPunct="1">
        <a:lnSpc>
          <a:spcPct val="100000"/>
        </a:lnSpc>
        <a:spcBef>
          <a:spcPts val="0"/>
        </a:spcBef>
        <a:spcAft>
          <a:spcPts val="300"/>
        </a:spcAft>
        <a:buClr>
          <a:schemeClr val="accent1"/>
        </a:buClr>
        <a:buFontTx/>
        <a:buNone/>
        <a:tabLst>
          <a:tab pos="280988" algn="l"/>
        </a:tabLst>
        <a:defRPr kumimoji="1" sz="1600" b="1" i="0" kern="1200">
          <a:solidFill>
            <a:schemeClr val="tx2"/>
          </a:solidFill>
          <a:latin typeface="+mn-lt"/>
          <a:ea typeface="Meiryo UI" panose="020B0604030504040204" pitchFamily="50" charset="-128"/>
          <a:cs typeface="Arial" panose="020B0604020202020204" pitchFamily="34" charset="0"/>
        </a:defRPr>
      </a:lvl2pPr>
      <a:lvl3pPr marL="228600" indent="-228600" algn="l" defTabSz="292608" rtl="0" eaLnBrk="1" latinLnBrk="0" hangingPunct="1">
        <a:lnSpc>
          <a:spcPct val="100000"/>
        </a:lnSpc>
        <a:spcBef>
          <a:spcPts val="0"/>
        </a:spcBef>
        <a:spcAft>
          <a:spcPts val="300"/>
        </a:spcAft>
        <a:buClr>
          <a:schemeClr val="tx2"/>
        </a:buClr>
        <a:buFont typeface="Arial" panose="020B0604020202020204" pitchFamily="34" charset="0"/>
        <a:buChar char="•"/>
        <a:tabLst>
          <a:tab pos="276225" algn="l"/>
          <a:tab pos="584200" algn="l"/>
        </a:tabLst>
        <a:defRPr kumimoji="1" sz="1600" b="0" i="0" kern="1200">
          <a:solidFill>
            <a:schemeClr val="tx1"/>
          </a:solidFill>
          <a:latin typeface="+mn-lt"/>
          <a:ea typeface="Meiryo UI" panose="020B0604030504040204" pitchFamily="50" charset="-128"/>
          <a:cs typeface="Times New Roman" panose="02020603050405020304" pitchFamily="18" charset="0"/>
        </a:defRPr>
      </a:lvl3pPr>
      <a:lvl4pPr marL="457200" marR="0" indent="-228600" algn="l" defTabSz="292608" rtl="0" eaLnBrk="1" fontAlgn="auto" latinLnBrk="0" hangingPunct="1">
        <a:lnSpc>
          <a:spcPct val="100000"/>
        </a:lnSpc>
        <a:spcBef>
          <a:spcPts val="0"/>
        </a:spcBef>
        <a:spcAft>
          <a:spcPts val="300"/>
        </a:spcAft>
        <a:buClr>
          <a:schemeClr val="tx2"/>
        </a:buClr>
        <a:buSzPct val="100000"/>
        <a:buFont typeface="System Font Regular"/>
        <a:buChar char="–"/>
        <a:tabLst/>
        <a:defRPr kumimoji="1" sz="1400" b="0" i="0" kern="1200">
          <a:solidFill>
            <a:schemeClr val="tx1"/>
          </a:solidFill>
          <a:latin typeface="+mn-lt"/>
          <a:ea typeface="Meiryo UI" panose="020B0604030504040204" pitchFamily="50" charset="-128"/>
          <a:cs typeface="Times New Roman" panose="02020603050405020304" pitchFamily="18" charset="0"/>
        </a:defRPr>
      </a:lvl4pPr>
      <a:lvl5pPr marL="685800" indent="-228600" algn="l" defTabSz="292608" rtl="0" eaLnBrk="1" latinLnBrk="0" hangingPunct="1">
        <a:lnSpc>
          <a:spcPct val="100000"/>
        </a:lnSpc>
        <a:spcBef>
          <a:spcPts val="0"/>
        </a:spcBef>
        <a:spcAft>
          <a:spcPts val="300"/>
        </a:spcAft>
        <a:buClr>
          <a:schemeClr val="tx2"/>
        </a:buClr>
        <a:buSzPct val="100000"/>
        <a:buFont typeface="Arial" panose="020B0604020202020204" pitchFamily="34" charset="0"/>
        <a:buChar char="•"/>
        <a:tabLst>
          <a:tab pos="292608" algn="l"/>
          <a:tab pos="585216" algn="l"/>
        </a:tabLst>
        <a:defRPr kumimoji="1" sz="1200" b="0" i="0" kern="1200">
          <a:solidFill>
            <a:schemeClr val="tx1"/>
          </a:solidFill>
          <a:latin typeface="+mn-lt"/>
          <a:ea typeface="Meiryo UI" panose="020B0604030504040204" pitchFamily="50" charset="-128"/>
          <a:cs typeface="Times New Roman" panose="02020603050405020304" pitchFamily="18" charset="0"/>
        </a:defRPr>
      </a:lvl5pPr>
      <a:lvl6pPr marL="914400" indent="-228600" algn="l" defTabSz="914400" rtl="0" eaLnBrk="1" latinLnBrk="0" hangingPunct="1">
        <a:lnSpc>
          <a:spcPct val="100000"/>
        </a:lnSpc>
        <a:spcBef>
          <a:spcPts val="0"/>
        </a:spcBef>
        <a:spcAft>
          <a:spcPts val="300"/>
        </a:spcAft>
        <a:buClr>
          <a:schemeClr val="tx2"/>
        </a:buClr>
        <a:buSzPct val="100000"/>
        <a:buFont typeface="Arial" panose="020B0604020202020204" pitchFamily="34" charset="0"/>
        <a:buChar char="‒"/>
        <a:tabLst/>
        <a:defRPr kumimoji="1" sz="1200" b="0" i="0" kern="1200">
          <a:solidFill>
            <a:schemeClr val="tx1"/>
          </a:solidFill>
          <a:latin typeface="+mn-lt"/>
          <a:ea typeface="Roboto" panose="02000000000000000000" pitchFamily="2" charset="0"/>
          <a:cs typeface="Times New Roman" panose="02020603050405020304" pitchFamily="18" charset="0"/>
        </a:defRPr>
      </a:lvl6pPr>
      <a:lvl7pPr marL="228600" indent="-228600" algn="l" defTabSz="914400" rtl="0" eaLnBrk="1" latinLnBrk="0" hangingPunct="1">
        <a:lnSpc>
          <a:spcPct val="100000"/>
        </a:lnSpc>
        <a:spcBef>
          <a:spcPts val="0"/>
        </a:spcBef>
        <a:spcAft>
          <a:spcPts val="300"/>
        </a:spcAft>
        <a:buClr>
          <a:schemeClr val="tx2"/>
        </a:buClr>
        <a:buSzPct val="100000"/>
        <a:buFont typeface="+mj-lt"/>
        <a:buAutoNum type="arabicPeriod"/>
        <a:tabLst/>
        <a:defRPr kumimoji="1" sz="1600" b="0" i="0" kern="1200">
          <a:solidFill>
            <a:schemeClr val="tx1"/>
          </a:solidFill>
          <a:latin typeface="+mn-lt"/>
          <a:ea typeface="Roboto" panose="02000000000000000000" pitchFamily="2" charset="0"/>
          <a:cs typeface="Times New Roman" panose="02020603050405020304" pitchFamily="18" charset="0"/>
        </a:defRPr>
      </a:lvl7pPr>
      <a:lvl8pPr marL="457200" indent="-228600" algn="l" defTabSz="914400" rtl="0" eaLnBrk="1" latinLnBrk="0" hangingPunct="1">
        <a:lnSpc>
          <a:spcPct val="100000"/>
        </a:lnSpc>
        <a:spcBef>
          <a:spcPts val="0"/>
        </a:spcBef>
        <a:spcAft>
          <a:spcPts val="300"/>
        </a:spcAft>
        <a:buClr>
          <a:schemeClr val="tx2"/>
        </a:buClr>
        <a:buSzPct val="100000"/>
        <a:buFont typeface="+mj-lt"/>
        <a:buAutoNum type="arabicPeriod"/>
        <a:tabLst/>
        <a:defRPr kumimoji="1" sz="1400" b="0" i="0" kern="1200">
          <a:solidFill>
            <a:schemeClr val="tx1"/>
          </a:solidFill>
          <a:latin typeface="+mn-lt"/>
          <a:ea typeface="Roboto" panose="02000000000000000000" pitchFamily="2" charset="0"/>
          <a:cs typeface="Times New Roman" panose="02020603050405020304" pitchFamily="18" charset="0"/>
        </a:defRPr>
      </a:lvl8pPr>
      <a:lvl9pPr marL="685800" indent="-228600" algn="l" defTabSz="914400" rtl="0" eaLnBrk="1" latinLnBrk="0" hangingPunct="1">
        <a:lnSpc>
          <a:spcPct val="100000"/>
        </a:lnSpc>
        <a:spcBef>
          <a:spcPts val="0"/>
        </a:spcBef>
        <a:spcAft>
          <a:spcPts val="300"/>
        </a:spcAft>
        <a:buClr>
          <a:schemeClr val="tx2"/>
        </a:buClr>
        <a:buSzPct val="100000"/>
        <a:buFont typeface="+mj-lt"/>
        <a:buAutoNum type="arabicPeriod"/>
        <a:tabLst/>
        <a:defRPr kumimoji="1" sz="1200" b="0" i="0" kern="1200">
          <a:solidFill>
            <a:schemeClr val="tx1"/>
          </a:solidFill>
          <a:latin typeface="+mn-lt"/>
          <a:ea typeface="Roboto" panose="02000000000000000000" pitchFamily="2" charset="0"/>
          <a:cs typeface="Times New Roman" panose="02020603050405020304" pitchFamily="18" charset="0"/>
        </a:defRPr>
      </a:lvl9pPr>
    </p:bodyStyle>
    <p:otherStyle>
      <a:defPPr>
        <a:defRPr lang="en-US"/>
      </a:defPPr>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708" userDrawn="1">
          <p15:clr>
            <a:srgbClr val="F26B43"/>
          </p15:clr>
        </p15:guide>
        <p15:guide id="3" pos="288" userDrawn="1">
          <p15:clr>
            <a:srgbClr val="F26B43"/>
          </p15:clr>
        </p15:guide>
        <p15:guide id="10" pos="3840" userDrawn="1">
          <p15:clr>
            <a:srgbClr val="F26B43"/>
          </p15:clr>
        </p15:guide>
        <p15:guide id="12" pos="3912" userDrawn="1">
          <p15:clr>
            <a:srgbClr val="F26B43"/>
          </p15:clr>
        </p15:guide>
        <p15:guide id="13" pos="7389" userDrawn="1">
          <p15:clr>
            <a:srgbClr val="F26B43"/>
          </p15:clr>
        </p15:guide>
        <p15:guide id="15" pos="4976" userDrawn="1">
          <p15:clr>
            <a:srgbClr val="F26B43"/>
          </p15:clr>
        </p15:guide>
        <p15:guide id="16" pos="5118" userDrawn="1">
          <p15:clr>
            <a:srgbClr val="F26B43"/>
          </p15:clr>
        </p15:guide>
        <p15:guide id="23" orient="horz" pos="4200" userDrawn="1">
          <p15:clr>
            <a:srgbClr val="F26B43"/>
          </p15:clr>
        </p15:guide>
        <p15:guide id="31" orient="horz" pos="3785" userDrawn="1">
          <p15:clr>
            <a:srgbClr val="F26B43"/>
          </p15:clr>
        </p15:guide>
        <p15:guide id="32" orient="horz" pos="3936" userDrawn="1">
          <p15:clr>
            <a:srgbClr val="F26B43"/>
          </p15:clr>
        </p15:guide>
        <p15:guide id="37" pos="2560" userDrawn="1">
          <p15:clr>
            <a:srgbClr val="F26B43"/>
          </p15:clr>
        </p15:guide>
        <p15:guide id="40" pos="3768" userDrawn="1">
          <p15:clr>
            <a:srgbClr val="F26B43"/>
          </p15:clr>
        </p15:guide>
        <p15:guide id="48" orient="horz" pos="1152" userDrawn="1">
          <p15:clr>
            <a:srgbClr val="F26B43"/>
          </p15:clr>
        </p15:guide>
        <p15:guide id="49" orient="horz" pos="783" userDrawn="1">
          <p15:clr>
            <a:srgbClr val="F26B43"/>
          </p15:clr>
        </p15:guide>
        <p15:guide id="51" orient="horz" pos="28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199"/>
            <a:ext cx="11261723" cy="784226"/>
          </a:xfrm>
          <a:prstGeom prst="rect">
            <a:avLst/>
          </a:prstGeom>
        </p:spPr>
        <p:txBody>
          <a:bodyPr vert="horz" lIns="0" tIns="0" rIns="2286000" bIns="0" rtlCol="0" anchor="t" anchorCtr="0">
            <a:noAutofit/>
          </a:bodyPr>
          <a:lstStyle/>
          <a:p>
            <a:r>
              <a:rPr lang="en-US"/>
              <a:t>Click to edit </a:t>
            </a:r>
            <a:br>
              <a:rPr lang="en-US"/>
            </a:br>
            <a:r>
              <a:rPr lang="en-US"/>
              <a:t>Master title style</a:t>
            </a:r>
          </a:p>
        </p:txBody>
      </p:sp>
      <p:sp>
        <p:nvSpPr>
          <p:cNvPr id="3" name="MasterTextPlaceholder"/>
          <p:cNvSpPr>
            <a:spLocks noGrp="1"/>
          </p:cNvSpPr>
          <p:nvPr>
            <p:ph type="body" idx="1"/>
          </p:nvPr>
        </p:nvSpPr>
        <p:spPr>
          <a:xfrm>
            <a:off x="457200" y="1541417"/>
            <a:ext cx="11264900" cy="4467272"/>
          </a:xfrm>
          <a:prstGeom prst="rect">
            <a:avLst/>
          </a:prstGeom>
        </p:spPr>
        <p:txBody>
          <a:bodyPr vert="horz" lIns="0" tIns="0" rIns="0" bIns="0" rtlCol="0">
            <a:noAutofit/>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5" name="Footer Placeholder 4"/>
          <p:cNvSpPr>
            <a:spLocks noGrp="1"/>
          </p:cNvSpPr>
          <p:nvPr>
            <p:ph type="ftr" sz="quarter" idx="3"/>
          </p:nvPr>
        </p:nvSpPr>
        <p:spPr>
          <a:xfrm>
            <a:off x="457199" y="6519672"/>
            <a:ext cx="3474720" cy="91440"/>
          </a:xfrm>
          <a:prstGeom prst="rect">
            <a:avLst/>
          </a:prstGeom>
        </p:spPr>
        <p:txBody>
          <a:bodyPr vert="horz" lIns="0" tIns="0" rIns="0" bIns="0" rtlCol="0" anchor="t" anchorCtr="0"/>
          <a:lstStyle>
            <a:lvl1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1pPr>
            <a:lvl2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2pPr>
            <a:lvl3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3pPr>
            <a:lvl4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4pPr>
            <a:lvl5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5pPr>
            <a:lvl6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6pPr>
            <a:lvl7pPr marL="0" indent="0" algn="l">
              <a:tabLst/>
              <a:defRPr sz="600" b="0" i="0" cap="none" baseline="0">
                <a:solidFill>
                  <a:schemeClr val="tx1"/>
                </a:solidFill>
                <a:latin typeface="+mn-lt"/>
                <a:ea typeface="BIZ UDP明朝 Medium" panose="02020500000000000000" pitchFamily="18" charset="-128"/>
                <a:cs typeface="BIZ UDP明朝 Medium" panose="02020500000000000000" pitchFamily="18" charset="-128"/>
              </a:defRPr>
            </a:lvl7pPr>
            <a:lvl8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8pPr>
            <a:lvl9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9pPr>
          </a:lstStyle>
          <a:p>
            <a:pPr lvl="6"/>
            <a:r>
              <a:rPr lang="en-US"/>
              <a:t>© 2025 WTW. Proprietary and confidential. For WTW and WTW client use only.</a:t>
            </a:r>
          </a:p>
        </p:txBody>
      </p:sp>
      <p:sp>
        <p:nvSpPr>
          <p:cNvPr id="6" name="Slide Number Placeholder 5"/>
          <p:cNvSpPr>
            <a:spLocks noGrp="1"/>
          </p:cNvSpPr>
          <p:nvPr>
            <p:ph type="sldNum" sz="quarter" idx="4"/>
          </p:nvPr>
        </p:nvSpPr>
        <p:spPr>
          <a:xfrm>
            <a:off x="11427675" y="6400800"/>
            <a:ext cx="306387" cy="208758"/>
          </a:xfrm>
          <a:prstGeom prst="rect">
            <a:avLst/>
          </a:prstGeom>
        </p:spPr>
        <p:txBody>
          <a:bodyPr vert="horz" lIns="0" tIns="0" rIns="0" bIns="0" rtlCol="0" anchor="b" anchorCtr="0"/>
          <a:lstStyle>
            <a:lvl1pPr algn="r">
              <a:defRPr sz="900" b="0" i="0">
                <a:solidFill>
                  <a:schemeClr val="tx1"/>
                </a:solidFill>
                <a:latin typeface="BIZ UDP明朝 Medium" panose="02020500000000000000" pitchFamily="18" charset="-128"/>
                <a:ea typeface="BIZ UDP明朝 Medium" panose="02020500000000000000" pitchFamily="18" charset="-128"/>
                <a:cs typeface="BIZ UDP明朝 Medium" panose="02020500000000000000" pitchFamily="18" charset="-128"/>
              </a:defRPr>
            </a:lvl1pPr>
            <a:lvl2pPr marL="0" algn="r">
              <a:defRPr sz="900" b="0" i="0">
                <a:solidFill>
                  <a:schemeClr val="tx1"/>
                </a:solidFill>
                <a:latin typeface="+mn-lt"/>
                <a:ea typeface="Verdana" panose="020B0604030504040204" pitchFamily="34" charset="0"/>
                <a:cs typeface="Verdana" panose="020B0604030504040204" pitchFamily="34" charset="0"/>
              </a:defRPr>
            </a:lvl2pPr>
            <a:lvl3pPr marL="0" algn="r">
              <a:defRPr sz="900" b="0" i="0">
                <a:solidFill>
                  <a:schemeClr val="tx1"/>
                </a:solidFill>
                <a:latin typeface="+mn-lt"/>
                <a:ea typeface="Verdana" panose="020B0604030504040204" pitchFamily="34" charset="0"/>
                <a:cs typeface="Verdana" panose="020B0604030504040204" pitchFamily="34" charset="0"/>
              </a:defRPr>
            </a:lvl3pPr>
            <a:lvl4pPr marL="0" algn="r">
              <a:defRPr sz="900" b="0" i="0">
                <a:solidFill>
                  <a:schemeClr val="tx1"/>
                </a:solidFill>
                <a:latin typeface="+mn-lt"/>
                <a:ea typeface="Verdana" panose="020B0604030504040204" pitchFamily="34" charset="0"/>
                <a:cs typeface="Verdana" panose="020B0604030504040204" pitchFamily="34" charset="0"/>
              </a:defRPr>
            </a:lvl4pPr>
            <a:lvl5pPr marL="0" algn="r">
              <a:defRPr sz="900" b="0" i="0">
                <a:solidFill>
                  <a:schemeClr val="tx1"/>
                </a:solidFill>
                <a:latin typeface="+mn-lt"/>
                <a:ea typeface="Verdana" panose="020B0604030504040204" pitchFamily="34" charset="0"/>
                <a:cs typeface="Verdana" panose="020B0604030504040204" pitchFamily="34" charset="0"/>
              </a:defRPr>
            </a:lvl5pPr>
            <a:lvl6pPr marL="0" algn="r">
              <a:defRPr sz="900" b="0" i="0">
                <a:solidFill>
                  <a:schemeClr val="tx1"/>
                </a:solidFill>
                <a:latin typeface="+mn-lt"/>
                <a:ea typeface="Verdana" panose="020B0604030504040204" pitchFamily="34" charset="0"/>
                <a:cs typeface="Verdana" panose="020B0604030504040204" pitchFamily="34" charset="0"/>
              </a:defRPr>
            </a:lvl6pPr>
            <a:lvl7pPr marL="0" algn="r">
              <a:defRPr sz="900" b="0" i="0">
                <a:solidFill>
                  <a:schemeClr val="tx1"/>
                </a:solidFill>
                <a:latin typeface="+mn-lt"/>
                <a:ea typeface="Verdana" panose="020B0604030504040204" pitchFamily="34" charset="0"/>
                <a:cs typeface="Verdana" panose="020B0604030504040204" pitchFamily="34" charset="0"/>
              </a:defRPr>
            </a:lvl7pPr>
            <a:lvl8pPr marL="0" algn="r">
              <a:defRPr sz="900" b="0" i="0">
                <a:solidFill>
                  <a:schemeClr val="tx1"/>
                </a:solidFill>
                <a:latin typeface="+mn-lt"/>
                <a:ea typeface="Verdana" panose="020B0604030504040204" pitchFamily="34" charset="0"/>
                <a:cs typeface="Verdana" panose="020B0604030504040204" pitchFamily="34" charset="0"/>
              </a:defRPr>
            </a:lvl8pPr>
            <a:lvl9pPr marL="0" algn="r">
              <a:defRPr sz="900" b="0" i="0">
                <a:solidFill>
                  <a:schemeClr val="tx1"/>
                </a:solidFill>
                <a:latin typeface="+mn-lt"/>
                <a:ea typeface="Verdana" panose="020B0604030504040204" pitchFamily="34" charset="0"/>
                <a:cs typeface="Verdana" panose="020B0604030504040204" pitchFamily="34" charset="0"/>
              </a:defRPr>
            </a:lvl9pPr>
          </a:lstStyle>
          <a:p>
            <a:fld id="{63DCA5C9-2E11-4C67-86EB-AE1DE127DC64}" type="slidenum">
              <a:rPr lang="en-US" smtClean="0"/>
              <a:pPr/>
              <a:t>‹#›</a:t>
            </a:fld>
            <a:endParaRPr lang="en-US"/>
          </a:p>
        </p:txBody>
      </p:sp>
      <p:sp>
        <p:nvSpPr>
          <p:cNvPr id="7" name="Path" hidden="1">
            <a:extLst>
              <a:ext uri="{FF2B5EF4-FFF2-40B4-BE49-F238E27FC236}">
                <a16:creationId xmlns:a16="http://schemas.microsoft.com/office/drawing/2014/main" id="{F9C5059E-AB21-79D2-2207-5DE44F25F6A8}"/>
              </a:ext>
            </a:extLst>
          </p:cNvPr>
          <p:cNvSpPr txBox="1">
            <a:spLocks/>
          </p:cNvSpPr>
          <p:nvPr userDrawn="1"/>
        </p:nvSpPr>
        <p:spPr>
          <a:xfrm>
            <a:off x="4205077" y="6519672"/>
            <a:ext cx="3474720" cy="91440"/>
          </a:xfrm>
          <a:prstGeom prst="rect">
            <a:avLst/>
          </a:prstGeom>
        </p:spPr>
        <p:txBody>
          <a:bodyPr vert="horz" lIns="0" tIns="0" rIns="0" bIns="0" rtlCol="0" anchor="t" anchorCtr="0"/>
          <a:lstStyle>
            <a:defPPr>
              <a:defRPr lang="en-US"/>
            </a:defPPr>
            <a:lvl1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1pPr>
            <a:lvl2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2pPr>
            <a:lvl3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3pPr>
            <a:lvl4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4pPr>
            <a:lvl5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5pPr>
            <a:lvl6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6pPr>
            <a:lvl7pPr marL="0" indent="0"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7pPr>
            <a:lvl8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8pPr>
            <a:lvl9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9pPr>
          </a:lstStyle>
          <a:p>
            <a:pPr lvl="6"/>
            <a:r>
              <a:rPr lang="en-US"/>
              <a:t>Path</a:t>
            </a:r>
          </a:p>
        </p:txBody>
      </p:sp>
      <p:sp>
        <p:nvSpPr>
          <p:cNvPr id="4" name="Watermark" hidden="1">
            <a:extLst>
              <a:ext uri="{FF2B5EF4-FFF2-40B4-BE49-F238E27FC236}">
                <a16:creationId xmlns:a16="http://schemas.microsoft.com/office/drawing/2014/main" id="{70D6D76E-E600-1191-190F-E545C1831DB0}"/>
              </a:ext>
            </a:extLst>
          </p:cNvPr>
          <p:cNvSpPr/>
          <p:nvPr userDrawn="1">
            <p:custDataLst>
              <p:tags r:id="rId35"/>
            </p:custDataLst>
          </p:nvPr>
        </p:nvSpPr>
        <p:spPr bwMode="auto">
          <a:xfrm rot="19671443">
            <a:off x="2648365" y="1957824"/>
            <a:ext cx="6895269" cy="2942351"/>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lang="en-GB" sz="12000" b="0" i="0">
                <a:solidFill>
                  <a:schemeClr val="bg1">
                    <a:lumMod val="85000"/>
                  </a:schemeClr>
                </a:solidFill>
                <a:latin typeface="+mn-lt"/>
                <a:ea typeface="Roboto" panose="02000000000000000000" pitchFamily="2" charset="0"/>
                <a:cs typeface="Roboto" panose="02000000000000000000" pitchFamily="2" charset="0"/>
              </a:rPr>
              <a:t> </a:t>
            </a:r>
          </a:p>
        </p:txBody>
      </p:sp>
    </p:spTree>
    <p:extLst>
      <p:ext uri="{BB962C8B-B14F-4D97-AF65-F5344CB8AC3E}">
        <p14:creationId xmlns:p14="http://schemas.microsoft.com/office/powerpoint/2010/main" val="700642756"/>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 id="2147483886" r:id="rId7"/>
    <p:sldLayoutId id="2147483887" r:id="rId8"/>
    <p:sldLayoutId id="2147483888" r:id="rId9"/>
    <p:sldLayoutId id="2147483889" r:id="rId10"/>
    <p:sldLayoutId id="2147483890" r:id="rId11"/>
    <p:sldLayoutId id="2147483891" r:id="rId12"/>
    <p:sldLayoutId id="2147483892" r:id="rId13"/>
    <p:sldLayoutId id="2147483893" r:id="rId14"/>
    <p:sldLayoutId id="2147483894" r:id="rId15"/>
    <p:sldLayoutId id="2147483895" r:id="rId16"/>
    <p:sldLayoutId id="2147483896" r:id="rId17"/>
    <p:sldLayoutId id="2147483897" r:id="rId18"/>
    <p:sldLayoutId id="2147483898" r:id="rId19"/>
    <p:sldLayoutId id="2147483899" r:id="rId20"/>
    <p:sldLayoutId id="2147483900" r:id="rId21"/>
    <p:sldLayoutId id="2147483901" r:id="rId22"/>
    <p:sldLayoutId id="2147483902" r:id="rId23"/>
    <p:sldLayoutId id="2147483903" r:id="rId24"/>
    <p:sldLayoutId id="2147483904" r:id="rId25"/>
    <p:sldLayoutId id="2147483905" r:id="rId26"/>
    <p:sldLayoutId id="2147483906" r:id="rId27"/>
    <p:sldLayoutId id="2147483907" r:id="rId28"/>
    <p:sldLayoutId id="2147483908" r:id="rId29"/>
    <p:sldLayoutId id="2147483909" r:id="rId30"/>
    <p:sldLayoutId id="2147483910" r:id="rId31"/>
    <p:sldLayoutId id="2147483911" r:id="rId32"/>
    <p:sldLayoutId id="2147483912" r:id="rId33"/>
  </p:sldLayoutIdLst>
  <p:hf hdr="0" dt="0"/>
  <p:txStyles>
    <p:titleStyle>
      <a:lvl1pPr algn="l" defTabSz="914400" rtl="0" eaLnBrk="1" latinLnBrk="0" hangingPunct="1">
        <a:lnSpc>
          <a:spcPct val="90000"/>
        </a:lnSpc>
        <a:spcBef>
          <a:spcPct val="0"/>
        </a:spcBef>
        <a:buNone/>
        <a:defRPr kumimoji="1" sz="2800" b="0" i="0" kern="1200">
          <a:solidFill>
            <a:schemeClr val="tx1"/>
          </a:solidFill>
          <a:latin typeface="BIZ UDP明朝 Medium" panose="02020500000000000000" pitchFamily="18" charset="-128"/>
          <a:ea typeface="BIZ UDP明朝 Medium" panose="02020500000000000000" pitchFamily="18" charset="-128"/>
          <a:cs typeface="BIZ UDP明朝 Medium" panose="02020500000000000000" pitchFamily="18" charset="-128"/>
        </a:defRPr>
      </a:lvl1pPr>
    </p:titleStyle>
    <p:bodyStyle>
      <a:lvl1pPr marL="0" indent="0" algn="l" defTabSz="914400" rtl="0" eaLnBrk="1" latinLnBrk="0" hangingPunct="1">
        <a:lnSpc>
          <a:spcPct val="100000"/>
        </a:lnSpc>
        <a:spcBef>
          <a:spcPts val="0"/>
        </a:spcBef>
        <a:spcAft>
          <a:spcPts val="300"/>
        </a:spcAft>
        <a:buFont typeface="Arial" panose="020B0604020202020204" pitchFamily="34" charset="0"/>
        <a:buNone/>
        <a:defRPr kumimoji="1" sz="1600" b="0" i="0" kern="120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defRPr>
      </a:lvl1pPr>
      <a:lvl2pPr marL="0" indent="0" algn="l" defTabSz="914400" rtl="0" eaLnBrk="1" latinLnBrk="0" hangingPunct="1">
        <a:lnSpc>
          <a:spcPct val="100000"/>
        </a:lnSpc>
        <a:spcBef>
          <a:spcPts val="0"/>
        </a:spcBef>
        <a:spcAft>
          <a:spcPts val="300"/>
        </a:spcAft>
        <a:buClr>
          <a:schemeClr val="accent1"/>
        </a:buClr>
        <a:buFontTx/>
        <a:buNone/>
        <a:tabLst>
          <a:tab pos="280988" algn="l"/>
        </a:tabLst>
        <a:defRPr kumimoji="1" sz="1600" b="1" i="0" kern="1200">
          <a:solidFill>
            <a:schemeClr val="tx2"/>
          </a:solidFill>
          <a:latin typeface="BIZ UDP明朝 Medium" panose="02020500000000000000" pitchFamily="18" charset="-128"/>
          <a:ea typeface="BIZ UDP明朝 Medium" panose="02020500000000000000" pitchFamily="18" charset="-128"/>
          <a:cs typeface="Arial" panose="020B0604020202020204" pitchFamily="34" charset="0"/>
        </a:defRPr>
      </a:lvl2pPr>
      <a:lvl3pPr marL="228600" indent="-228600" algn="l" defTabSz="292608" rtl="0" eaLnBrk="1" latinLnBrk="0" hangingPunct="1">
        <a:lnSpc>
          <a:spcPct val="100000"/>
        </a:lnSpc>
        <a:spcBef>
          <a:spcPts val="0"/>
        </a:spcBef>
        <a:spcAft>
          <a:spcPts val="300"/>
        </a:spcAft>
        <a:buClr>
          <a:schemeClr val="tx2"/>
        </a:buClr>
        <a:buFont typeface="Arial" panose="020B0604020202020204" pitchFamily="34" charset="0"/>
        <a:buChar char="•"/>
        <a:tabLst>
          <a:tab pos="276225" algn="l"/>
          <a:tab pos="584200" algn="l"/>
        </a:tabLst>
        <a:defRPr kumimoji="1" sz="1600" b="0" i="0" kern="120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defRPr>
      </a:lvl3pPr>
      <a:lvl4pPr marL="457200" marR="0" indent="-228600" algn="l" defTabSz="292608" rtl="0" eaLnBrk="1" fontAlgn="auto" latinLnBrk="0" hangingPunct="1">
        <a:lnSpc>
          <a:spcPct val="100000"/>
        </a:lnSpc>
        <a:spcBef>
          <a:spcPts val="0"/>
        </a:spcBef>
        <a:spcAft>
          <a:spcPts val="300"/>
        </a:spcAft>
        <a:buClr>
          <a:schemeClr val="tx2"/>
        </a:buClr>
        <a:buSzPct val="100000"/>
        <a:buFont typeface="System Font Regular"/>
        <a:buChar char="–"/>
        <a:tabLst/>
        <a:defRPr kumimoji="1" sz="1400" b="0" i="0" kern="120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defRPr>
      </a:lvl4pPr>
      <a:lvl5pPr marL="685800" indent="-228600" algn="l" defTabSz="292608" rtl="0" eaLnBrk="1" latinLnBrk="0" hangingPunct="1">
        <a:lnSpc>
          <a:spcPct val="100000"/>
        </a:lnSpc>
        <a:spcBef>
          <a:spcPts val="0"/>
        </a:spcBef>
        <a:spcAft>
          <a:spcPts val="300"/>
        </a:spcAft>
        <a:buClr>
          <a:schemeClr val="tx2"/>
        </a:buClr>
        <a:buSzPct val="100000"/>
        <a:buFont typeface="Arial" panose="020B0604020202020204" pitchFamily="34" charset="0"/>
        <a:buChar char="•"/>
        <a:tabLst>
          <a:tab pos="292608" algn="l"/>
          <a:tab pos="585216" algn="l"/>
        </a:tabLst>
        <a:defRPr kumimoji="1" sz="1200" b="0" i="0" kern="120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defRPr>
      </a:lvl5pPr>
      <a:lvl6pPr marL="914400" indent="-228600" algn="l" defTabSz="914400" rtl="0" eaLnBrk="1" latinLnBrk="0" hangingPunct="1">
        <a:lnSpc>
          <a:spcPct val="100000"/>
        </a:lnSpc>
        <a:spcBef>
          <a:spcPts val="0"/>
        </a:spcBef>
        <a:spcAft>
          <a:spcPts val="300"/>
        </a:spcAft>
        <a:buClr>
          <a:schemeClr val="tx2"/>
        </a:buClr>
        <a:buSzPct val="100000"/>
        <a:buFont typeface="Arial" panose="020B0604020202020204" pitchFamily="34" charset="0"/>
        <a:buChar char="‒"/>
        <a:tabLst/>
        <a:defRPr kumimoji="1" sz="1200" b="0" i="0" kern="1200">
          <a:solidFill>
            <a:schemeClr val="tx1"/>
          </a:solidFill>
          <a:latin typeface="+mn-lt"/>
          <a:ea typeface="Roboto" panose="02000000000000000000" pitchFamily="2" charset="0"/>
          <a:cs typeface="Times New Roman" panose="02020603050405020304" pitchFamily="18" charset="0"/>
        </a:defRPr>
      </a:lvl6pPr>
      <a:lvl7pPr marL="228600" indent="-228600" algn="l" defTabSz="914400" rtl="0" eaLnBrk="1" latinLnBrk="0" hangingPunct="1">
        <a:lnSpc>
          <a:spcPct val="100000"/>
        </a:lnSpc>
        <a:spcBef>
          <a:spcPts val="0"/>
        </a:spcBef>
        <a:spcAft>
          <a:spcPts val="300"/>
        </a:spcAft>
        <a:buClr>
          <a:schemeClr val="tx2"/>
        </a:buClr>
        <a:buSzPct val="100000"/>
        <a:buFont typeface="+mj-lt"/>
        <a:buAutoNum type="arabicPeriod"/>
        <a:tabLst/>
        <a:defRPr kumimoji="1" sz="1600" b="0" i="0" kern="1200">
          <a:solidFill>
            <a:schemeClr val="tx1"/>
          </a:solidFill>
          <a:latin typeface="+mn-lt"/>
          <a:ea typeface="Roboto" panose="02000000000000000000" pitchFamily="2" charset="0"/>
          <a:cs typeface="Times New Roman" panose="02020603050405020304" pitchFamily="18" charset="0"/>
        </a:defRPr>
      </a:lvl7pPr>
      <a:lvl8pPr marL="457200" indent="-228600" algn="l" defTabSz="914400" rtl="0" eaLnBrk="1" latinLnBrk="0" hangingPunct="1">
        <a:lnSpc>
          <a:spcPct val="100000"/>
        </a:lnSpc>
        <a:spcBef>
          <a:spcPts val="0"/>
        </a:spcBef>
        <a:spcAft>
          <a:spcPts val="300"/>
        </a:spcAft>
        <a:buClr>
          <a:schemeClr val="tx2"/>
        </a:buClr>
        <a:buSzPct val="100000"/>
        <a:buFont typeface="+mj-lt"/>
        <a:buAutoNum type="arabicPeriod"/>
        <a:tabLst/>
        <a:defRPr kumimoji="1" sz="1400" b="0" i="0" kern="1200">
          <a:solidFill>
            <a:schemeClr val="tx1"/>
          </a:solidFill>
          <a:latin typeface="+mn-lt"/>
          <a:ea typeface="Roboto" panose="02000000000000000000" pitchFamily="2" charset="0"/>
          <a:cs typeface="Times New Roman" panose="02020603050405020304" pitchFamily="18" charset="0"/>
        </a:defRPr>
      </a:lvl8pPr>
      <a:lvl9pPr marL="685800" indent="-228600" algn="l" defTabSz="914400" rtl="0" eaLnBrk="1" latinLnBrk="0" hangingPunct="1">
        <a:lnSpc>
          <a:spcPct val="100000"/>
        </a:lnSpc>
        <a:spcBef>
          <a:spcPts val="0"/>
        </a:spcBef>
        <a:spcAft>
          <a:spcPts val="300"/>
        </a:spcAft>
        <a:buClr>
          <a:schemeClr val="tx2"/>
        </a:buClr>
        <a:buSzPct val="100000"/>
        <a:buFont typeface="+mj-lt"/>
        <a:buAutoNum type="arabicPeriod"/>
        <a:tabLst/>
        <a:defRPr kumimoji="1" sz="1200" b="0" i="0" kern="1200">
          <a:solidFill>
            <a:schemeClr val="tx1"/>
          </a:solidFill>
          <a:latin typeface="+mn-lt"/>
          <a:ea typeface="Roboto" panose="02000000000000000000" pitchFamily="2" charset="0"/>
          <a:cs typeface="Times New Roman" panose="02020603050405020304" pitchFamily="18" charset="0"/>
        </a:defRPr>
      </a:lvl9pPr>
    </p:bodyStyle>
    <p:otherStyle>
      <a:defPPr>
        <a:defRPr lang="en-US"/>
      </a:defPPr>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708">
          <p15:clr>
            <a:srgbClr val="F26B43"/>
          </p15:clr>
        </p15:guide>
        <p15:guide id="3" pos="288">
          <p15:clr>
            <a:srgbClr val="F26B43"/>
          </p15:clr>
        </p15:guide>
        <p15:guide id="10" pos="3840">
          <p15:clr>
            <a:srgbClr val="F26B43"/>
          </p15:clr>
        </p15:guide>
        <p15:guide id="12" pos="3912">
          <p15:clr>
            <a:srgbClr val="F26B43"/>
          </p15:clr>
        </p15:guide>
        <p15:guide id="13" pos="7389">
          <p15:clr>
            <a:srgbClr val="F26B43"/>
          </p15:clr>
        </p15:guide>
        <p15:guide id="15" pos="4976">
          <p15:clr>
            <a:srgbClr val="F26B43"/>
          </p15:clr>
        </p15:guide>
        <p15:guide id="16" pos="5118">
          <p15:clr>
            <a:srgbClr val="F26B43"/>
          </p15:clr>
        </p15:guide>
        <p15:guide id="23" orient="horz" pos="4200">
          <p15:clr>
            <a:srgbClr val="F26B43"/>
          </p15:clr>
        </p15:guide>
        <p15:guide id="31" orient="horz" pos="3785">
          <p15:clr>
            <a:srgbClr val="F26B43"/>
          </p15:clr>
        </p15:guide>
        <p15:guide id="32" orient="horz" pos="3936">
          <p15:clr>
            <a:srgbClr val="F26B43"/>
          </p15:clr>
        </p15:guide>
        <p15:guide id="37" pos="2560">
          <p15:clr>
            <a:srgbClr val="F26B43"/>
          </p15:clr>
        </p15:guide>
        <p15:guide id="40" pos="3768">
          <p15:clr>
            <a:srgbClr val="F26B43"/>
          </p15:clr>
        </p15:guide>
        <p15:guide id="48" orient="horz" pos="1152">
          <p15:clr>
            <a:srgbClr val="F26B43"/>
          </p15:clr>
        </p15:guide>
        <p15:guide id="49" orient="horz" pos="783">
          <p15:clr>
            <a:srgbClr val="F26B43"/>
          </p15:clr>
        </p15:guide>
        <p15:guide id="51" orient="horz" pos="28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199"/>
            <a:ext cx="11261723" cy="784226"/>
          </a:xfrm>
          <a:prstGeom prst="rect">
            <a:avLst/>
          </a:prstGeom>
        </p:spPr>
        <p:txBody>
          <a:bodyPr vert="horz" lIns="0" tIns="0" rIns="2286000" bIns="0" rtlCol="0" anchor="t" anchorCtr="0">
            <a:noAutofit/>
          </a:bodyPr>
          <a:lstStyle/>
          <a:p>
            <a:r>
              <a:rPr lang="en-US"/>
              <a:t>Click to edit </a:t>
            </a:r>
            <a:br>
              <a:rPr lang="en-US"/>
            </a:br>
            <a:r>
              <a:rPr lang="en-US"/>
              <a:t>Master title style</a:t>
            </a:r>
          </a:p>
        </p:txBody>
      </p:sp>
      <p:sp>
        <p:nvSpPr>
          <p:cNvPr id="3" name="MasterTextPlaceholder"/>
          <p:cNvSpPr>
            <a:spLocks noGrp="1"/>
          </p:cNvSpPr>
          <p:nvPr>
            <p:ph type="body" idx="1"/>
          </p:nvPr>
        </p:nvSpPr>
        <p:spPr>
          <a:xfrm>
            <a:off x="457200" y="1541417"/>
            <a:ext cx="11264900" cy="4467272"/>
          </a:xfrm>
          <a:prstGeom prst="rect">
            <a:avLst/>
          </a:prstGeom>
        </p:spPr>
        <p:txBody>
          <a:bodyPr vert="horz" lIns="0" tIns="0" rIns="0" bIns="0" rtlCol="0">
            <a:no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Footer Placeholder 4"/>
          <p:cNvSpPr>
            <a:spLocks noGrp="1"/>
          </p:cNvSpPr>
          <p:nvPr>
            <p:ph type="ftr" sz="quarter" idx="3"/>
          </p:nvPr>
        </p:nvSpPr>
        <p:spPr>
          <a:xfrm>
            <a:off x="457199" y="6519672"/>
            <a:ext cx="3474720" cy="91440"/>
          </a:xfrm>
          <a:prstGeom prst="rect">
            <a:avLst/>
          </a:prstGeom>
        </p:spPr>
        <p:txBody>
          <a:bodyPr vert="horz" lIns="0" tIns="0" rIns="0" bIns="0" rtlCol="0" anchor="t" anchorCtr="0"/>
          <a:lstStyle>
            <a:lvl1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1pPr>
            <a:lvl2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2pPr>
            <a:lvl3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3pPr>
            <a:lvl4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4pPr>
            <a:lvl5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5pPr>
            <a:lvl6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6pPr>
            <a:lvl7pPr marL="0" indent="0" algn="l">
              <a:tabLst/>
              <a:defRPr sz="600" b="0" i="0" cap="none" baseline="0">
                <a:solidFill>
                  <a:schemeClr val="tx1"/>
                </a:solidFill>
                <a:latin typeface="+mn-lt"/>
                <a:ea typeface="Roboto" panose="02000000000000000000" pitchFamily="2" charset="0"/>
                <a:cs typeface="Verdana" panose="020B0604030504040204" pitchFamily="34" charset="0"/>
              </a:defRPr>
            </a:lvl7pPr>
            <a:lvl8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8pPr>
            <a:lvl9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9pPr>
          </a:lstStyle>
          <a:p>
            <a:pPr lvl="6"/>
            <a:r>
              <a:rPr lang="en-US"/>
              <a:t>© 2025 WTW. Proprietary and confidential. For WTW and WTW client use only.</a:t>
            </a:r>
          </a:p>
        </p:txBody>
      </p:sp>
      <p:sp>
        <p:nvSpPr>
          <p:cNvPr id="6" name="Slide Number Placeholder 5"/>
          <p:cNvSpPr>
            <a:spLocks noGrp="1"/>
          </p:cNvSpPr>
          <p:nvPr>
            <p:ph type="sldNum" sz="quarter" idx="4"/>
          </p:nvPr>
        </p:nvSpPr>
        <p:spPr>
          <a:xfrm>
            <a:off x="11427675" y="6400800"/>
            <a:ext cx="306387" cy="208758"/>
          </a:xfrm>
          <a:prstGeom prst="rect">
            <a:avLst/>
          </a:prstGeom>
        </p:spPr>
        <p:txBody>
          <a:bodyPr vert="horz" lIns="0" tIns="0" rIns="0" bIns="0" rtlCol="0" anchor="b" anchorCtr="0"/>
          <a:lstStyle>
            <a:lvl1pPr algn="r">
              <a:defRPr sz="900" b="0" i="0">
                <a:solidFill>
                  <a:schemeClr val="tx1"/>
                </a:solidFill>
                <a:latin typeface="+mn-lt"/>
                <a:ea typeface="Verdana" panose="020B0604030504040204" pitchFamily="34" charset="0"/>
                <a:cs typeface="Verdana" panose="020B0604030504040204" pitchFamily="34" charset="0"/>
              </a:defRPr>
            </a:lvl1pPr>
            <a:lvl2pPr marL="0" algn="r">
              <a:defRPr sz="900" b="0" i="0">
                <a:solidFill>
                  <a:schemeClr val="tx1"/>
                </a:solidFill>
                <a:latin typeface="+mn-lt"/>
                <a:ea typeface="Verdana" panose="020B0604030504040204" pitchFamily="34" charset="0"/>
                <a:cs typeface="Verdana" panose="020B0604030504040204" pitchFamily="34" charset="0"/>
              </a:defRPr>
            </a:lvl2pPr>
            <a:lvl3pPr marL="0" algn="r">
              <a:defRPr sz="900" b="0" i="0">
                <a:solidFill>
                  <a:schemeClr val="tx1"/>
                </a:solidFill>
                <a:latin typeface="+mn-lt"/>
                <a:ea typeface="Verdana" panose="020B0604030504040204" pitchFamily="34" charset="0"/>
                <a:cs typeface="Verdana" panose="020B0604030504040204" pitchFamily="34" charset="0"/>
              </a:defRPr>
            </a:lvl3pPr>
            <a:lvl4pPr marL="0" algn="r">
              <a:defRPr sz="900" b="0" i="0">
                <a:solidFill>
                  <a:schemeClr val="tx1"/>
                </a:solidFill>
                <a:latin typeface="+mn-lt"/>
                <a:ea typeface="Verdana" panose="020B0604030504040204" pitchFamily="34" charset="0"/>
                <a:cs typeface="Verdana" panose="020B0604030504040204" pitchFamily="34" charset="0"/>
              </a:defRPr>
            </a:lvl4pPr>
            <a:lvl5pPr marL="0" algn="r">
              <a:defRPr sz="900" b="0" i="0">
                <a:solidFill>
                  <a:schemeClr val="tx1"/>
                </a:solidFill>
                <a:latin typeface="+mn-lt"/>
                <a:ea typeface="Verdana" panose="020B0604030504040204" pitchFamily="34" charset="0"/>
                <a:cs typeface="Verdana" panose="020B0604030504040204" pitchFamily="34" charset="0"/>
              </a:defRPr>
            </a:lvl5pPr>
            <a:lvl6pPr marL="0" algn="r">
              <a:defRPr sz="900" b="0" i="0">
                <a:solidFill>
                  <a:schemeClr val="tx1"/>
                </a:solidFill>
                <a:latin typeface="+mn-lt"/>
                <a:ea typeface="Verdana" panose="020B0604030504040204" pitchFamily="34" charset="0"/>
                <a:cs typeface="Verdana" panose="020B0604030504040204" pitchFamily="34" charset="0"/>
              </a:defRPr>
            </a:lvl6pPr>
            <a:lvl7pPr marL="0" algn="r">
              <a:defRPr sz="900" b="0" i="0">
                <a:solidFill>
                  <a:schemeClr val="tx1"/>
                </a:solidFill>
                <a:latin typeface="+mn-lt"/>
                <a:ea typeface="Verdana" panose="020B0604030504040204" pitchFamily="34" charset="0"/>
                <a:cs typeface="Verdana" panose="020B0604030504040204" pitchFamily="34" charset="0"/>
              </a:defRPr>
            </a:lvl7pPr>
            <a:lvl8pPr marL="0" algn="r">
              <a:defRPr sz="900" b="0" i="0">
                <a:solidFill>
                  <a:schemeClr val="tx1"/>
                </a:solidFill>
                <a:latin typeface="+mn-lt"/>
                <a:ea typeface="Verdana" panose="020B0604030504040204" pitchFamily="34" charset="0"/>
                <a:cs typeface="Verdana" panose="020B0604030504040204" pitchFamily="34" charset="0"/>
              </a:defRPr>
            </a:lvl8pPr>
            <a:lvl9pPr marL="0" algn="r">
              <a:defRPr sz="900" b="0" i="0">
                <a:solidFill>
                  <a:schemeClr val="tx1"/>
                </a:solidFill>
                <a:latin typeface="+mn-lt"/>
                <a:ea typeface="Verdana" panose="020B0604030504040204" pitchFamily="34" charset="0"/>
                <a:cs typeface="Verdana" panose="020B0604030504040204" pitchFamily="34" charset="0"/>
              </a:defRPr>
            </a:lvl9pPr>
          </a:lstStyle>
          <a:p>
            <a:fld id="{63DCA5C9-2E11-4C67-86EB-AE1DE127DC64}" type="slidenum">
              <a:rPr lang="en-US" smtClean="0"/>
              <a:pPr/>
              <a:t>‹#›</a:t>
            </a:fld>
            <a:endParaRPr lang="en-US"/>
          </a:p>
        </p:txBody>
      </p:sp>
      <p:sp>
        <p:nvSpPr>
          <p:cNvPr id="7" name="Path" hidden="1">
            <a:extLst>
              <a:ext uri="{FF2B5EF4-FFF2-40B4-BE49-F238E27FC236}">
                <a16:creationId xmlns:a16="http://schemas.microsoft.com/office/drawing/2014/main" id="{F9C5059E-AB21-79D2-2207-5DE44F25F6A8}"/>
              </a:ext>
            </a:extLst>
          </p:cNvPr>
          <p:cNvSpPr txBox="1">
            <a:spLocks/>
          </p:cNvSpPr>
          <p:nvPr userDrawn="1"/>
        </p:nvSpPr>
        <p:spPr>
          <a:xfrm>
            <a:off x="4205077" y="6519672"/>
            <a:ext cx="3474720" cy="91440"/>
          </a:xfrm>
          <a:prstGeom prst="rect">
            <a:avLst/>
          </a:prstGeom>
        </p:spPr>
        <p:txBody>
          <a:bodyPr vert="horz" lIns="0" tIns="0" rIns="0" bIns="0" rtlCol="0" anchor="t" anchorCtr="0"/>
          <a:lstStyle>
            <a:defPPr>
              <a:defRPr lang="en-US"/>
            </a:defPPr>
            <a:lvl1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1pPr>
            <a:lvl2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2pPr>
            <a:lvl3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3pPr>
            <a:lvl4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4pPr>
            <a:lvl5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5pPr>
            <a:lvl6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6pPr>
            <a:lvl7pPr marL="0" indent="0"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7pPr>
            <a:lvl8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8pPr>
            <a:lvl9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9pPr>
          </a:lstStyle>
          <a:p>
            <a:pPr lvl="6"/>
            <a:r>
              <a:rPr lang="en-US"/>
              <a:t>Path</a:t>
            </a:r>
          </a:p>
        </p:txBody>
      </p:sp>
      <p:sp>
        <p:nvSpPr>
          <p:cNvPr id="4" name="Watermark" hidden="1">
            <a:extLst>
              <a:ext uri="{FF2B5EF4-FFF2-40B4-BE49-F238E27FC236}">
                <a16:creationId xmlns:a16="http://schemas.microsoft.com/office/drawing/2014/main" id="{70D6D76E-E600-1191-190F-E545C1831DB0}"/>
              </a:ext>
            </a:extLst>
          </p:cNvPr>
          <p:cNvSpPr/>
          <p:nvPr userDrawn="1">
            <p:custDataLst>
              <p:tags r:id="rId35"/>
            </p:custDataLst>
          </p:nvPr>
        </p:nvSpPr>
        <p:spPr bwMode="auto">
          <a:xfrm rot="19671443">
            <a:off x="2648365" y="1957824"/>
            <a:ext cx="6895269" cy="2942351"/>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lang="en-GB" sz="12000" b="0" i="0">
                <a:solidFill>
                  <a:schemeClr val="bg1">
                    <a:lumMod val="85000"/>
                  </a:schemeClr>
                </a:solidFill>
                <a:latin typeface="+mn-lt"/>
                <a:ea typeface="Roboto" panose="02000000000000000000" pitchFamily="2" charset="0"/>
                <a:cs typeface="Roboto" panose="02000000000000000000" pitchFamily="2" charset="0"/>
              </a:rPr>
              <a:t> </a:t>
            </a:r>
          </a:p>
        </p:txBody>
      </p:sp>
    </p:spTree>
    <p:extLst>
      <p:ext uri="{BB962C8B-B14F-4D97-AF65-F5344CB8AC3E}">
        <p14:creationId xmlns:p14="http://schemas.microsoft.com/office/powerpoint/2010/main" val="2221862274"/>
      </p:ext>
    </p:extLst>
  </p:cSld>
  <p:clrMap bg1="lt1" tx1="dk1" bg2="lt2" tx2="dk2" accent1="accent1" accent2="accent2" accent3="accent3" accent4="accent4" accent5="accent5" accent6="accent6" hlink="hlink" folHlink="folHlink"/>
  <p:sldLayoutIdLst>
    <p:sldLayoutId id="2147484016" r:id="rId1"/>
    <p:sldLayoutId id="2147484017" r:id="rId2"/>
    <p:sldLayoutId id="2147484018" r:id="rId3"/>
    <p:sldLayoutId id="2147484019" r:id="rId4"/>
    <p:sldLayoutId id="2147484020" r:id="rId5"/>
    <p:sldLayoutId id="2147484021" r:id="rId6"/>
    <p:sldLayoutId id="2147484022" r:id="rId7"/>
    <p:sldLayoutId id="2147484023" r:id="rId8"/>
    <p:sldLayoutId id="2147484024" r:id="rId9"/>
    <p:sldLayoutId id="2147484025" r:id="rId10"/>
    <p:sldLayoutId id="2147484026" r:id="rId11"/>
    <p:sldLayoutId id="2147484027" r:id="rId12"/>
    <p:sldLayoutId id="2147484028" r:id="rId13"/>
    <p:sldLayoutId id="2147484029" r:id="rId14"/>
    <p:sldLayoutId id="2147484030" r:id="rId15"/>
    <p:sldLayoutId id="2147484031" r:id="rId16"/>
    <p:sldLayoutId id="2147484032" r:id="rId17"/>
    <p:sldLayoutId id="2147484033" r:id="rId18"/>
    <p:sldLayoutId id="2147484034" r:id="rId19"/>
    <p:sldLayoutId id="2147484035" r:id="rId20"/>
    <p:sldLayoutId id="2147484036" r:id="rId21"/>
    <p:sldLayoutId id="2147484037" r:id="rId22"/>
    <p:sldLayoutId id="2147484038" r:id="rId23"/>
    <p:sldLayoutId id="2147484039" r:id="rId24"/>
    <p:sldLayoutId id="2147484040" r:id="rId25"/>
    <p:sldLayoutId id="2147484041" r:id="rId26"/>
    <p:sldLayoutId id="2147484042" r:id="rId27"/>
    <p:sldLayoutId id="2147484043" r:id="rId28"/>
    <p:sldLayoutId id="2147484044" r:id="rId29"/>
    <p:sldLayoutId id="2147484045" r:id="rId30"/>
    <p:sldLayoutId id="2147484046" r:id="rId31"/>
    <p:sldLayoutId id="2147484047" r:id="rId32"/>
    <p:sldLayoutId id="2147484048" r:id="rId33"/>
  </p:sldLayoutIdLst>
  <p:hf hdr="0" dt="0"/>
  <p:txStyles>
    <p:titleStyle>
      <a:lvl1pPr algn="l" defTabSz="914400" rtl="0" eaLnBrk="1" latinLnBrk="0" hangingPunct="1">
        <a:lnSpc>
          <a:spcPct val="90000"/>
        </a:lnSpc>
        <a:spcBef>
          <a:spcPct val="0"/>
        </a:spcBef>
        <a:buNone/>
        <a:defRPr kumimoji="1" sz="3200" b="0" i="0" kern="1200">
          <a:solidFill>
            <a:schemeClr val="tx1"/>
          </a:solidFill>
          <a:latin typeface="+mj-lt"/>
          <a:ea typeface="Roboto Medium" panose="02000000000000000000" pitchFamily="2" charset="0"/>
          <a:cs typeface="Verdana" panose="020B0604030504040204" pitchFamily="34" charset="0"/>
        </a:defRPr>
      </a:lvl1pPr>
    </p:titleStyle>
    <p:bodyStyle>
      <a:lvl1pPr marL="0" indent="0" algn="l" defTabSz="914400" rtl="0" eaLnBrk="1" latinLnBrk="0" hangingPunct="1">
        <a:lnSpc>
          <a:spcPct val="100000"/>
        </a:lnSpc>
        <a:spcBef>
          <a:spcPts val="0"/>
        </a:spcBef>
        <a:spcAft>
          <a:spcPts val="300"/>
        </a:spcAft>
        <a:buFont typeface="Arial" panose="020B0604020202020204" pitchFamily="34" charset="0"/>
        <a:buNone/>
        <a:defRPr kumimoji="1" sz="1600" b="0" i="0" kern="1200">
          <a:solidFill>
            <a:schemeClr val="tx1"/>
          </a:solidFill>
          <a:latin typeface="+mn-lt"/>
          <a:ea typeface="Roboto" panose="02000000000000000000" pitchFamily="2" charset="0"/>
          <a:cs typeface="Times New Roman" panose="02020603050405020304" pitchFamily="18" charset="0"/>
        </a:defRPr>
      </a:lvl1pPr>
      <a:lvl2pPr marL="0" indent="0" algn="l" defTabSz="914400" rtl="0" eaLnBrk="1" latinLnBrk="0" hangingPunct="1">
        <a:lnSpc>
          <a:spcPct val="100000"/>
        </a:lnSpc>
        <a:spcBef>
          <a:spcPts val="0"/>
        </a:spcBef>
        <a:spcAft>
          <a:spcPts val="300"/>
        </a:spcAft>
        <a:buClr>
          <a:schemeClr val="accent1"/>
        </a:buClr>
        <a:buFontTx/>
        <a:buNone/>
        <a:tabLst>
          <a:tab pos="280988" algn="l"/>
        </a:tabLst>
        <a:defRPr kumimoji="1" sz="1600" b="1" i="0" kern="1200">
          <a:solidFill>
            <a:schemeClr val="tx2"/>
          </a:solidFill>
          <a:latin typeface="Arial" panose="020B0604020202020204" pitchFamily="34" charset="0"/>
          <a:ea typeface="Roboto" panose="02000000000000000000" pitchFamily="2" charset="0"/>
          <a:cs typeface="Arial" panose="020B0604020202020204" pitchFamily="34" charset="0"/>
        </a:defRPr>
      </a:lvl2pPr>
      <a:lvl3pPr marL="228600" indent="-228600" algn="l" defTabSz="292608" rtl="0" eaLnBrk="1" latinLnBrk="0" hangingPunct="1">
        <a:lnSpc>
          <a:spcPct val="100000"/>
        </a:lnSpc>
        <a:spcBef>
          <a:spcPts val="0"/>
        </a:spcBef>
        <a:spcAft>
          <a:spcPts val="300"/>
        </a:spcAft>
        <a:buClr>
          <a:schemeClr val="tx2"/>
        </a:buClr>
        <a:buFont typeface="Arial" panose="020B0604020202020204" pitchFamily="34" charset="0"/>
        <a:buChar char="•"/>
        <a:tabLst>
          <a:tab pos="276225" algn="l"/>
          <a:tab pos="584200" algn="l"/>
        </a:tabLst>
        <a:defRPr kumimoji="1" sz="1600" b="0" i="0" kern="1200">
          <a:solidFill>
            <a:schemeClr val="tx1"/>
          </a:solidFill>
          <a:latin typeface="+mn-lt"/>
          <a:ea typeface="Roboto" panose="02000000000000000000" pitchFamily="2" charset="0"/>
          <a:cs typeface="Times New Roman" panose="02020603050405020304" pitchFamily="18" charset="0"/>
        </a:defRPr>
      </a:lvl3pPr>
      <a:lvl4pPr marL="457200" marR="0" indent="-228600" algn="l" defTabSz="292608" rtl="0" eaLnBrk="1" fontAlgn="auto" latinLnBrk="0" hangingPunct="1">
        <a:lnSpc>
          <a:spcPct val="100000"/>
        </a:lnSpc>
        <a:spcBef>
          <a:spcPts val="0"/>
        </a:spcBef>
        <a:spcAft>
          <a:spcPts val="300"/>
        </a:spcAft>
        <a:buClr>
          <a:schemeClr val="tx2"/>
        </a:buClr>
        <a:buSzPct val="100000"/>
        <a:buFont typeface="System Font Regular"/>
        <a:buChar char="–"/>
        <a:tabLst/>
        <a:defRPr kumimoji="1" sz="1400" b="0" i="0" kern="1200">
          <a:solidFill>
            <a:schemeClr val="tx1"/>
          </a:solidFill>
          <a:latin typeface="+mn-lt"/>
          <a:ea typeface="Roboto" panose="02000000000000000000" pitchFamily="2" charset="0"/>
          <a:cs typeface="Times New Roman" panose="02020603050405020304" pitchFamily="18" charset="0"/>
        </a:defRPr>
      </a:lvl4pPr>
      <a:lvl5pPr marL="685800" indent="-228600" algn="l" defTabSz="292608" rtl="0" eaLnBrk="1" latinLnBrk="0" hangingPunct="1">
        <a:lnSpc>
          <a:spcPct val="100000"/>
        </a:lnSpc>
        <a:spcBef>
          <a:spcPts val="0"/>
        </a:spcBef>
        <a:spcAft>
          <a:spcPts val="300"/>
        </a:spcAft>
        <a:buClr>
          <a:schemeClr val="tx2"/>
        </a:buClr>
        <a:buSzPct val="100000"/>
        <a:buFont typeface="Arial" panose="020B0604020202020204" pitchFamily="34" charset="0"/>
        <a:buChar char="•"/>
        <a:tabLst>
          <a:tab pos="292608" algn="l"/>
          <a:tab pos="585216" algn="l"/>
        </a:tabLst>
        <a:defRPr kumimoji="1" sz="1200" b="0" i="0" kern="1200">
          <a:solidFill>
            <a:schemeClr val="tx1"/>
          </a:solidFill>
          <a:latin typeface="+mn-lt"/>
          <a:ea typeface="Roboto" panose="02000000000000000000" pitchFamily="2" charset="0"/>
          <a:cs typeface="Times New Roman" panose="02020603050405020304" pitchFamily="18" charset="0"/>
        </a:defRPr>
      </a:lvl5pPr>
      <a:lvl6pPr marL="914400" indent="-228600" algn="l" defTabSz="914400" rtl="0" eaLnBrk="1" latinLnBrk="0" hangingPunct="1">
        <a:lnSpc>
          <a:spcPct val="100000"/>
        </a:lnSpc>
        <a:spcBef>
          <a:spcPts val="0"/>
        </a:spcBef>
        <a:spcAft>
          <a:spcPts val="300"/>
        </a:spcAft>
        <a:buClr>
          <a:schemeClr val="tx2"/>
        </a:buClr>
        <a:buSzPct val="100000"/>
        <a:buFont typeface="Arial" panose="020B0604020202020204" pitchFamily="34" charset="0"/>
        <a:buChar char="‒"/>
        <a:tabLst/>
        <a:defRPr kumimoji="1" sz="1200" b="0" i="0" kern="1200">
          <a:solidFill>
            <a:schemeClr val="tx1"/>
          </a:solidFill>
          <a:latin typeface="+mn-lt"/>
          <a:ea typeface="Roboto" panose="02000000000000000000" pitchFamily="2" charset="0"/>
          <a:cs typeface="Times New Roman" panose="02020603050405020304" pitchFamily="18" charset="0"/>
        </a:defRPr>
      </a:lvl6pPr>
      <a:lvl7pPr marL="228600" indent="-228600" algn="l" defTabSz="914400" rtl="0" eaLnBrk="1" latinLnBrk="0" hangingPunct="1">
        <a:lnSpc>
          <a:spcPct val="100000"/>
        </a:lnSpc>
        <a:spcBef>
          <a:spcPts val="0"/>
        </a:spcBef>
        <a:spcAft>
          <a:spcPts val="300"/>
        </a:spcAft>
        <a:buClr>
          <a:schemeClr val="tx2"/>
        </a:buClr>
        <a:buSzPct val="100000"/>
        <a:buFont typeface="+mj-lt"/>
        <a:buAutoNum type="arabicPeriod"/>
        <a:tabLst/>
        <a:defRPr kumimoji="1" sz="1600" b="0" i="0" kern="1200">
          <a:solidFill>
            <a:schemeClr val="tx1"/>
          </a:solidFill>
          <a:latin typeface="+mn-lt"/>
          <a:ea typeface="Roboto" panose="02000000000000000000" pitchFamily="2" charset="0"/>
          <a:cs typeface="Times New Roman" panose="02020603050405020304" pitchFamily="18" charset="0"/>
        </a:defRPr>
      </a:lvl7pPr>
      <a:lvl8pPr marL="457200" indent="-228600" algn="l" defTabSz="914400" rtl="0" eaLnBrk="1" latinLnBrk="0" hangingPunct="1">
        <a:lnSpc>
          <a:spcPct val="100000"/>
        </a:lnSpc>
        <a:spcBef>
          <a:spcPts val="0"/>
        </a:spcBef>
        <a:spcAft>
          <a:spcPts val="300"/>
        </a:spcAft>
        <a:buClr>
          <a:schemeClr val="tx2"/>
        </a:buClr>
        <a:buSzPct val="100000"/>
        <a:buFont typeface="+mj-lt"/>
        <a:buAutoNum type="arabicPeriod"/>
        <a:tabLst/>
        <a:defRPr kumimoji="1" sz="1400" b="0" i="0" kern="1200">
          <a:solidFill>
            <a:schemeClr val="tx1"/>
          </a:solidFill>
          <a:latin typeface="+mn-lt"/>
          <a:ea typeface="Roboto" panose="02000000000000000000" pitchFamily="2" charset="0"/>
          <a:cs typeface="Times New Roman" panose="02020603050405020304" pitchFamily="18" charset="0"/>
        </a:defRPr>
      </a:lvl8pPr>
      <a:lvl9pPr marL="685800" indent="-228600" algn="l" defTabSz="914400" rtl="0" eaLnBrk="1" latinLnBrk="0" hangingPunct="1">
        <a:lnSpc>
          <a:spcPct val="100000"/>
        </a:lnSpc>
        <a:spcBef>
          <a:spcPts val="0"/>
        </a:spcBef>
        <a:spcAft>
          <a:spcPts val="300"/>
        </a:spcAft>
        <a:buClr>
          <a:schemeClr val="tx2"/>
        </a:buClr>
        <a:buSzPct val="100000"/>
        <a:buFont typeface="+mj-lt"/>
        <a:buAutoNum type="arabicPeriod"/>
        <a:tabLst/>
        <a:defRPr kumimoji="1" sz="1200" b="0" i="0" kern="1200">
          <a:solidFill>
            <a:schemeClr val="tx1"/>
          </a:solidFill>
          <a:latin typeface="+mn-lt"/>
          <a:ea typeface="Roboto" panose="02000000000000000000" pitchFamily="2" charset="0"/>
          <a:cs typeface="Times New Roman" panose="02020603050405020304" pitchFamily="18" charset="0"/>
        </a:defRPr>
      </a:lvl9pPr>
    </p:bodyStyle>
    <p:otherStyle>
      <a:defPPr>
        <a:defRPr lang="en-US"/>
      </a:defPPr>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708">
          <p15:clr>
            <a:srgbClr val="F26B43"/>
          </p15:clr>
        </p15:guide>
        <p15:guide id="3" pos="288">
          <p15:clr>
            <a:srgbClr val="F26B43"/>
          </p15:clr>
        </p15:guide>
        <p15:guide id="10" pos="3840">
          <p15:clr>
            <a:srgbClr val="F26B43"/>
          </p15:clr>
        </p15:guide>
        <p15:guide id="12" pos="3912">
          <p15:clr>
            <a:srgbClr val="F26B43"/>
          </p15:clr>
        </p15:guide>
        <p15:guide id="13" pos="7389">
          <p15:clr>
            <a:srgbClr val="F26B43"/>
          </p15:clr>
        </p15:guide>
        <p15:guide id="15" pos="4976">
          <p15:clr>
            <a:srgbClr val="F26B43"/>
          </p15:clr>
        </p15:guide>
        <p15:guide id="16" pos="5118">
          <p15:clr>
            <a:srgbClr val="F26B43"/>
          </p15:clr>
        </p15:guide>
        <p15:guide id="23" orient="horz" pos="4200">
          <p15:clr>
            <a:srgbClr val="F26B43"/>
          </p15:clr>
        </p15:guide>
        <p15:guide id="31" orient="horz" pos="3785">
          <p15:clr>
            <a:srgbClr val="F26B43"/>
          </p15:clr>
        </p15:guide>
        <p15:guide id="32" orient="horz" pos="3936">
          <p15:clr>
            <a:srgbClr val="F26B43"/>
          </p15:clr>
        </p15:guide>
        <p15:guide id="37" pos="2560">
          <p15:clr>
            <a:srgbClr val="F26B43"/>
          </p15:clr>
        </p15:guide>
        <p15:guide id="40" pos="3768">
          <p15:clr>
            <a:srgbClr val="F26B43"/>
          </p15:clr>
        </p15:guide>
        <p15:guide id="48" orient="horz" pos="1152">
          <p15:clr>
            <a:srgbClr val="F26B43"/>
          </p15:clr>
        </p15:guide>
        <p15:guide id="49" orient="horz" pos="783">
          <p15:clr>
            <a:srgbClr val="F26B43"/>
          </p15:clr>
        </p15:guide>
        <p15:guide id="51" orient="horz" pos="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54.xml"/><Relationship Id="rId4" Type="http://schemas.openxmlformats.org/officeDocument/2006/relationships/image" Target="../media/image19.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54.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54.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0.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7.xml"/><Relationship Id="rId4" Type="http://schemas.openxmlformats.org/officeDocument/2006/relationships/hyperlink" Target="https://nam11.safelinks.protection.outlook.com/?url=https%3A%2F%2Fforms.office.com%2Fr%2FDAqvgzM5kd&amp;data=05%7C02%7CHidechika.Nakamura%40wtwco.com%7C0121fd72f703426902dd08de0ae1dd9d%7C76e3921f489b4b7e95479ea297add9b5%7C0%7C0%7C638960162454702667%7CUnknown%7CTWFpbGZsb3d8eyJFbXB0eU1hcGkiOnRydWUsIlYiOiIwLjAuMDAwMCIsIlAiOiJXaW4zMiIsIkFOIjoiTWFpbCIsIldUIjoyfQ%3D%3D%7C0%7C%7C%7C&amp;sdata=rMb7PMqK2LvuWxVDqIgFHWaduI51RFK0A0NhijXEjV8%3D&amp;reserved=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1CCBB679-C1A0-BEB1-8BAF-500931CC59B8}"/>
              </a:ext>
            </a:extLst>
          </p:cNvPr>
          <p:cNvPicPr>
            <a:picLocks noGrp="1" noChangeAspect="1"/>
          </p:cNvPicPr>
          <p:nvPr>
            <p:ph type="pic" sz="quarter" idx="20"/>
          </p:nvPr>
        </p:nvPicPr>
        <p:blipFill>
          <a:blip r:embed="rId3">
            <a:extLst>
              <a:ext uri="{28A0092B-C50C-407E-A947-70E740481C1C}">
                <a14:useLocalDpi xmlns:a14="http://schemas.microsoft.com/office/drawing/2010/main" val="0"/>
              </a:ext>
            </a:extLst>
          </a:blip>
          <a:srcRect l="25" r="25"/>
          <a:stretch/>
        </p:blipFill>
        <p:spPr>
          <a:xfrm>
            <a:off x="1371600" y="457200"/>
            <a:ext cx="10360152" cy="4910328"/>
          </a:xfrm>
        </p:spPr>
      </p:pic>
      <p:sp>
        <p:nvSpPr>
          <p:cNvPr id="4" name="Title 3">
            <a:extLst>
              <a:ext uri="{FF2B5EF4-FFF2-40B4-BE49-F238E27FC236}">
                <a16:creationId xmlns:a16="http://schemas.microsoft.com/office/drawing/2014/main" id="{3154F997-9604-69F1-68BB-37D94BA1324D}"/>
              </a:ext>
            </a:extLst>
          </p:cNvPr>
          <p:cNvSpPr>
            <a:spLocks noGrp="1"/>
          </p:cNvSpPr>
          <p:nvPr>
            <p:ph type="title"/>
          </p:nvPr>
        </p:nvSpPr>
        <p:spPr/>
        <p:txBody>
          <a:bodyPr/>
          <a:lstStyle/>
          <a:p>
            <a:r>
              <a:rPr lang="en-US" altLang="ja-JP" sz="2800"/>
              <a:t>2025</a:t>
            </a:r>
            <a:r>
              <a:rPr lang="ja-JP" altLang="en-US" sz="2800"/>
              <a:t>年経営者報酬データベース</a:t>
            </a:r>
            <a:br>
              <a:rPr lang="ja-JP" altLang="en-US" sz="2800"/>
            </a:br>
            <a:r>
              <a:rPr lang="ja-JP" altLang="en-US" sz="2800"/>
              <a:t>調査結果説明会</a:t>
            </a:r>
            <a:endParaRPr lang="en-US"/>
          </a:p>
        </p:txBody>
      </p:sp>
      <p:sp>
        <p:nvSpPr>
          <p:cNvPr id="5" name="Text Placeholder 4">
            <a:extLst>
              <a:ext uri="{FF2B5EF4-FFF2-40B4-BE49-F238E27FC236}">
                <a16:creationId xmlns:a16="http://schemas.microsoft.com/office/drawing/2014/main" id="{1C7B6BFE-0CF1-B87B-A4FD-17030FB43582}"/>
              </a:ext>
            </a:extLst>
          </p:cNvPr>
          <p:cNvSpPr>
            <a:spLocks noGrp="1"/>
          </p:cNvSpPr>
          <p:nvPr>
            <p:ph type="body" sz="quarter" idx="16"/>
          </p:nvPr>
        </p:nvSpPr>
        <p:spPr/>
        <p:txBody>
          <a:bodyPr/>
          <a:lstStyle/>
          <a:p>
            <a:r>
              <a:rPr lang="en-US" altLang="ja-JP">
                <a:latin typeface="+mj-lt"/>
                <a:ea typeface="BIZ UDP明朝 Medium" panose="02020500000000000000" pitchFamily="18" charset="-128"/>
              </a:rPr>
              <a:t>2025</a:t>
            </a:r>
            <a:r>
              <a:rPr lang="ja-JP" altLang="en-US">
                <a:latin typeface="+mj-lt"/>
                <a:ea typeface="BIZ UDP明朝 Medium" panose="02020500000000000000" pitchFamily="18" charset="-128"/>
              </a:rPr>
              <a:t>年</a:t>
            </a:r>
            <a:r>
              <a:rPr lang="en-US" altLang="ja-JP">
                <a:latin typeface="+mj-lt"/>
                <a:ea typeface="BIZ UDP明朝 Medium" panose="02020500000000000000" pitchFamily="18" charset="-128"/>
              </a:rPr>
              <a:t>10</a:t>
            </a:r>
            <a:r>
              <a:rPr lang="ja-JP" altLang="en-US">
                <a:latin typeface="+mj-lt"/>
                <a:ea typeface="BIZ UDP明朝 Medium" panose="02020500000000000000" pitchFamily="18" charset="-128"/>
              </a:rPr>
              <a:t>月</a:t>
            </a:r>
            <a:r>
              <a:rPr lang="en-US" altLang="ja-JP">
                <a:latin typeface="+mj-lt"/>
                <a:ea typeface="BIZ UDP明朝 Medium" panose="02020500000000000000" pitchFamily="18" charset="-128"/>
              </a:rPr>
              <a:t>16</a:t>
            </a:r>
            <a:r>
              <a:rPr lang="ja-JP" altLang="en-US">
                <a:latin typeface="+mj-lt"/>
                <a:ea typeface="BIZ UDP明朝 Medium" panose="02020500000000000000" pitchFamily="18" charset="-128"/>
              </a:rPr>
              <a:t>日</a:t>
            </a:r>
            <a:endParaRPr lang="en-GB" altLang="ja-JP">
              <a:latin typeface="+mj-lt"/>
              <a:ea typeface="BIZ UDP明朝 Medium" panose="02020500000000000000" pitchFamily="18" charset="-128"/>
            </a:endParaRPr>
          </a:p>
        </p:txBody>
      </p:sp>
      <p:sp>
        <p:nvSpPr>
          <p:cNvPr id="7" name="Text Placeholder 6">
            <a:extLst>
              <a:ext uri="{FF2B5EF4-FFF2-40B4-BE49-F238E27FC236}">
                <a16:creationId xmlns:a16="http://schemas.microsoft.com/office/drawing/2014/main" id="{D9EC1567-0F04-933D-6E68-6E0FC5B69A68}"/>
              </a:ext>
            </a:extLst>
          </p:cNvPr>
          <p:cNvSpPr>
            <a:spLocks noGrp="1"/>
          </p:cNvSpPr>
          <p:nvPr>
            <p:ph type="body" sz="quarter" idx="17"/>
          </p:nvPr>
        </p:nvSpPr>
        <p:spPr>
          <a:xfrm>
            <a:off x="457200" y="3577543"/>
            <a:ext cx="5166360" cy="448056"/>
          </a:xfrm>
        </p:spPr>
        <p:txBody>
          <a:bodyPr/>
          <a:lstStyle/>
          <a:p>
            <a:r>
              <a:rPr lang="en-US" altLang="ja-JP">
                <a:latin typeface="+mj-lt"/>
                <a:ea typeface="BIZ UDP明朝 Medium" panose="02020500000000000000" pitchFamily="18" charset="-128"/>
              </a:rPr>
              <a:t>WTW</a:t>
            </a:r>
          </a:p>
          <a:p>
            <a:r>
              <a:rPr lang="ja-JP" altLang="en-US">
                <a:latin typeface="+mj-lt"/>
                <a:ea typeface="BIZ UDP明朝 Medium" panose="02020500000000000000" pitchFamily="18" charset="-128"/>
              </a:rPr>
              <a:t>経営者報酬・ボードアドバイザリー　プラクティス</a:t>
            </a:r>
            <a:endParaRPr lang="en-GB" altLang="ja-JP">
              <a:latin typeface="+mj-lt"/>
              <a:ea typeface="BIZ UDP明朝 Medium" panose="02020500000000000000" pitchFamily="18" charset="-128"/>
            </a:endParaRPr>
          </a:p>
          <a:p>
            <a:endParaRPr lang="en-US"/>
          </a:p>
        </p:txBody>
      </p:sp>
      <p:sp>
        <p:nvSpPr>
          <p:cNvPr id="2" name="Footer Placeholder 1">
            <a:extLst>
              <a:ext uri="{FF2B5EF4-FFF2-40B4-BE49-F238E27FC236}">
                <a16:creationId xmlns:a16="http://schemas.microsoft.com/office/drawing/2014/main" id="{CFF5B82E-1AE0-1487-BDE4-49F96B61584F}"/>
              </a:ext>
            </a:extLst>
          </p:cNvPr>
          <p:cNvSpPr>
            <a:spLocks noGrp="1"/>
          </p:cNvSpPr>
          <p:nvPr>
            <p:ph type="ftr" sz="quarter" idx="10"/>
          </p:nvPr>
        </p:nvSpPr>
        <p:spPr/>
        <p:txBody>
          <a:bodyPr/>
          <a:lstStyle/>
          <a:p>
            <a:pPr lvl="6"/>
            <a:r>
              <a:rPr lang="en-US"/>
              <a:t>© 2025 WTW. Proprietary and confidential. For WTW and WTW client use only.</a:t>
            </a:r>
          </a:p>
        </p:txBody>
      </p:sp>
    </p:spTree>
    <p:extLst>
      <p:ext uri="{BB962C8B-B14F-4D97-AF65-F5344CB8AC3E}">
        <p14:creationId xmlns:p14="http://schemas.microsoft.com/office/powerpoint/2010/main" val="3176041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78F66-FA46-FEF7-40EE-46121F37F227}"/>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118C072D-D5F3-329C-EE70-EE03B0453970}"/>
              </a:ext>
            </a:extLst>
          </p:cNvPr>
          <p:cNvSpPr>
            <a:spLocks noGrp="1"/>
          </p:cNvSpPr>
          <p:nvPr>
            <p:ph type="ftr" sz="quarter" idx="10"/>
          </p:nvPr>
        </p:nvSpPr>
        <p:spPr/>
        <p:txBody>
          <a:bodyPr/>
          <a:lstStyle/>
          <a:p>
            <a:pPr marL="0" marR="0" lvl="6"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panose="020B0604020202020204"/>
                <a:ea typeface="BIZ UDP明朝 Medium" panose="02020500000000000000" pitchFamily="18" charset="-128"/>
              </a:rPr>
              <a:t>© 2025 WTW. Proprietary and confidential. For WTW and WTW client use only.</a:t>
            </a:r>
          </a:p>
        </p:txBody>
      </p:sp>
      <p:sp>
        <p:nvSpPr>
          <p:cNvPr id="3" name="Rectangle 6">
            <a:extLst>
              <a:ext uri="{FF2B5EF4-FFF2-40B4-BE49-F238E27FC236}">
                <a16:creationId xmlns:a16="http://schemas.microsoft.com/office/drawing/2014/main" id="{AB2514AA-56AC-8D9B-DC9A-D9B54F192610}"/>
              </a:ext>
            </a:extLst>
          </p:cNvPr>
          <p:cNvSpPr/>
          <p:nvPr/>
        </p:nvSpPr>
        <p:spPr bwMode="auto">
          <a:xfrm>
            <a:off x="457199" y="2034000"/>
            <a:ext cx="923453" cy="298765"/>
          </a:xfrm>
          <a:prstGeom prst="rect">
            <a:avLst/>
          </a:prstGeom>
          <a:noFill/>
          <a:ln>
            <a:solidFill>
              <a:schemeClr val="accent1"/>
            </a:solid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48086F"/>
                </a:solidFill>
                <a:effectLst/>
                <a:uLnTx/>
                <a:uFillTx/>
                <a:latin typeface="BIZ UDP明朝 Medium" panose="02020500000000000000" pitchFamily="18" charset="-128"/>
                <a:ea typeface="BIZ UDP明朝 Medium" panose="02020500000000000000" pitchFamily="18" charset="-128"/>
                <a:cs typeface="Times New Roman" panose="02020603050405020304" pitchFamily="18" charset="0"/>
              </a:rPr>
              <a:t>第</a:t>
            </a:r>
            <a:r>
              <a:rPr kumimoji="1" lang="en-US" altLang="ja-JP" sz="1400" b="0" i="0" u="none" strike="noStrike" kern="1200" cap="none" spc="0" normalizeH="0" baseline="0" noProof="0">
                <a:ln>
                  <a:noFill/>
                </a:ln>
                <a:solidFill>
                  <a:srgbClr val="48086F"/>
                </a:solidFill>
                <a:effectLst/>
                <a:uLnTx/>
                <a:uFillTx/>
                <a:latin typeface="BIZ UDP明朝 Medium" panose="02020500000000000000" pitchFamily="18" charset="-128"/>
                <a:ea typeface="BIZ UDP明朝 Medium" panose="02020500000000000000" pitchFamily="18" charset="-128"/>
                <a:cs typeface="Times New Roman" panose="02020603050405020304" pitchFamily="18" charset="0"/>
              </a:rPr>
              <a:t>2</a:t>
            </a:r>
            <a:r>
              <a:rPr kumimoji="1" lang="ja-JP" altLang="en-US" sz="1400" b="0" i="0" u="none" strike="noStrike" kern="1200" cap="none" spc="0" normalizeH="0" baseline="0" noProof="0">
                <a:ln>
                  <a:noFill/>
                </a:ln>
                <a:solidFill>
                  <a:srgbClr val="48086F"/>
                </a:solidFill>
                <a:effectLst/>
                <a:uLnTx/>
                <a:uFillTx/>
                <a:latin typeface="BIZ UDP明朝 Medium" panose="02020500000000000000" pitchFamily="18" charset="-128"/>
                <a:ea typeface="BIZ UDP明朝 Medium" panose="02020500000000000000" pitchFamily="18" charset="-128"/>
                <a:cs typeface="Times New Roman" panose="02020603050405020304" pitchFamily="18" charset="0"/>
              </a:rPr>
              <a:t>部</a:t>
            </a:r>
          </a:p>
        </p:txBody>
      </p:sp>
      <p:sp>
        <p:nvSpPr>
          <p:cNvPr id="7" name="Title 1">
            <a:extLst>
              <a:ext uri="{FF2B5EF4-FFF2-40B4-BE49-F238E27FC236}">
                <a16:creationId xmlns:a16="http://schemas.microsoft.com/office/drawing/2014/main" id="{EE03D55B-F574-B438-5AFE-4EDE92E58748}"/>
              </a:ext>
            </a:extLst>
          </p:cNvPr>
          <p:cNvSpPr txBox="1">
            <a:spLocks/>
          </p:cNvSpPr>
          <p:nvPr/>
        </p:nvSpPr>
        <p:spPr>
          <a:xfrm>
            <a:off x="457198" y="2501023"/>
            <a:ext cx="5166360" cy="957428"/>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kumimoji="1" sz="2800" b="0" i="0" kern="1200" baseline="0">
                <a:solidFill>
                  <a:schemeClr val="tx1"/>
                </a:solidFill>
                <a:latin typeface="+mj-lt"/>
                <a:ea typeface="BIZ UDP明朝 Medium" panose="02020500000000000000" pitchFamily="18" charset="-128"/>
                <a:cs typeface="Times New Roman" panose="02020603050405020304" pitchFamily="18" charset="0"/>
              </a:defRPr>
            </a:lvl1pPr>
          </a:lstStyle>
          <a:p>
            <a:pPr marL="0" marR="0" lvl="0" indent="0" algn="l" defTabSz="914400" rtl="0" eaLnBrk="1" fontAlgn="auto" latinLnBrk="0" hangingPunct="1">
              <a:lnSpc>
                <a:spcPct val="90000"/>
              </a:lnSpc>
              <a:spcBef>
                <a:spcPct val="0"/>
              </a:spcBef>
              <a:spcAft>
                <a:spcPts val="1200"/>
              </a:spcAft>
              <a:buClrTx/>
              <a:buSzTx/>
              <a:buFontTx/>
              <a:buNone/>
              <a:tabLst/>
              <a:defRPr/>
            </a:pPr>
            <a:r>
              <a:rPr kumimoji="1" lang="en-US" altLang="ja-JP" sz="2400" b="0" i="0" u="none" strike="noStrike" kern="1200" cap="none" spc="0" normalizeH="0" baseline="0" noProof="0">
                <a:ln>
                  <a:noFill/>
                </a:ln>
                <a:solidFill>
                  <a:srgbClr val="7F35B2"/>
                </a:solidFill>
                <a:effectLst/>
                <a:uLnTx/>
                <a:uFillTx/>
                <a:latin typeface="Times New Roman" panose="02020603050405020304"/>
                <a:ea typeface="BIZ UDP明朝 Medium" panose="02020500000000000000" pitchFamily="18" charset="-128"/>
                <a:cs typeface="Times New Roman" panose="02020603050405020304" pitchFamily="18" charset="0"/>
              </a:rPr>
              <a:t>2. </a:t>
            </a:r>
            <a:r>
              <a:rPr kumimoji="1" lang="ja-JP" altLang="en-US" sz="2400" b="0" i="0" u="none" strike="noStrike" kern="1200" cap="none" spc="0" normalizeH="0" baseline="0" noProof="0">
                <a:ln>
                  <a:noFill/>
                </a:ln>
                <a:solidFill>
                  <a:srgbClr val="7F35B2"/>
                </a:solidFill>
                <a:effectLst/>
                <a:uLnTx/>
                <a:uFillTx/>
                <a:latin typeface="Times New Roman" panose="02020603050405020304"/>
                <a:ea typeface="BIZ UDP明朝 Medium" panose="02020500000000000000" pitchFamily="18" charset="-128"/>
                <a:cs typeface="Times New Roman" panose="02020603050405020304" pitchFamily="18" charset="0"/>
              </a:rPr>
              <a:t>報酬ガバナンスと取締役会のあり方</a:t>
            </a:r>
            <a:endParaRPr kumimoji="1" lang="en-US" altLang="ja-JP" sz="2400" b="0" i="0" u="none" strike="noStrike" kern="1200" cap="none" spc="0" normalizeH="0" baseline="0" noProof="0">
              <a:ln>
                <a:noFill/>
              </a:ln>
              <a:solidFill>
                <a:srgbClr val="7F35B2"/>
              </a:solidFill>
              <a:effectLst/>
              <a:uLnTx/>
              <a:uFillTx/>
              <a:latin typeface="Times New Roman" panose="02020603050405020304"/>
              <a:ea typeface="BIZ UDP明朝 Medium" panose="02020500000000000000" pitchFamily="18" charset="-128"/>
              <a:cs typeface="Times New Roman" panose="02020603050405020304" pitchFamily="18" charset="0"/>
            </a:endParaRPr>
          </a:p>
          <a:p>
            <a:pPr marL="0" marR="0" lvl="0" indent="0" algn="l" defTabSz="914400" rtl="0" eaLnBrk="1" fontAlgn="auto" latinLnBrk="0" hangingPunct="1">
              <a:lnSpc>
                <a:spcPct val="90000"/>
              </a:lnSpc>
              <a:spcBef>
                <a:spcPct val="0"/>
              </a:spcBef>
              <a:spcAft>
                <a:spcPts val="1200"/>
              </a:spcAft>
              <a:buClrTx/>
              <a:buSzTx/>
              <a:buFontTx/>
              <a:buNone/>
              <a:tabLst/>
              <a:defRPr/>
            </a:pPr>
            <a:r>
              <a:rPr lang="en-US" altLang="ja-JP" sz="2000">
                <a:solidFill>
                  <a:srgbClr val="7F35B2"/>
                </a:solidFill>
                <a:latin typeface="Times New Roman" panose="02020603050405020304"/>
              </a:rPr>
              <a:t>―</a:t>
            </a:r>
            <a:r>
              <a:rPr lang="ja-JP" altLang="en-US" sz="2000">
                <a:solidFill>
                  <a:srgbClr val="7F35B2"/>
                </a:solidFill>
                <a:latin typeface="Times New Roman" panose="02020603050405020304"/>
              </a:rPr>
              <a:t> 経営者評価と実効性向上の戦略的実践</a:t>
            </a:r>
            <a:endParaRPr kumimoji="1" lang="en-GB" sz="2000" b="0" i="0" u="none" strike="noStrike" kern="1200" cap="none" spc="0" normalizeH="0" baseline="0" noProof="0">
              <a:ln>
                <a:noFill/>
              </a:ln>
              <a:solidFill>
                <a:srgbClr val="7F35B2"/>
              </a:solidFill>
              <a:effectLst/>
              <a:uLnTx/>
              <a:uFillTx/>
              <a:latin typeface="Times New Roman" panose="02020603050405020304"/>
              <a:ea typeface="BIZ UDP明朝 Medium" panose="02020500000000000000" pitchFamily="18" charset="-128"/>
              <a:cs typeface="Times New Roman" panose="02020603050405020304" pitchFamily="18" charset="0"/>
            </a:endParaRPr>
          </a:p>
        </p:txBody>
      </p:sp>
      <p:sp>
        <p:nvSpPr>
          <p:cNvPr id="12" name="Text Placeholder 3">
            <a:extLst>
              <a:ext uri="{FF2B5EF4-FFF2-40B4-BE49-F238E27FC236}">
                <a16:creationId xmlns:a16="http://schemas.microsoft.com/office/drawing/2014/main" id="{A9713F26-11F2-1F4A-C8AA-ABA0D033F24C}"/>
              </a:ext>
            </a:extLst>
          </p:cNvPr>
          <p:cNvSpPr>
            <a:spLocks noGrp="1"/>
          </p:cNvSpPr>
          <p:nvPr>
            <p:ph type="body" sz="quarter" idx="15"/>
          </p:nvPr>
        </p:nvSpPr>
        <p:spPr>
          <a:xfrm>
            <a:off x="457198" y="3518881"/>
            <a:ext cx="5166360" cy="452106"/>
          </a:xfrm>
        </p:spPr>
        <p:txBody>
          <a:bodyPr/>
          <a:lstStyle/>
          <a:p>
            <a:r>
              <a:rPr kumimoji="1" lang="en-US" altLang="ja-JP" sz="1400">
                <a:solidFill>
                  <a:schemeClr val="tx1"/>
                </a:solidFill>
                <a:latin typeface="+mj-lt"/>
                <a:ea typeface="BIZ UDP明朝 Medium" panose="02020500000000000000" pitchFamily="18" charset="-128"/>
                <a:cs typeface="Roboto Medium" panose="02000000000000000000" pitchFamily="2" charset="0"/>
              </a:rPr>
              <a:t>WTW</a:t>
            </a:r>
          </a:p>
          <a:p>
            <a:r>
              <a:rPr kumimoji="1" lang="ja-JP" altLang="en-US" sz="1400">
                <a:solidFill>
                  <a:schemeClr val="tx1"/>
                </a:solidFill>
                <a:latin typeface="+mj-lt"/>
                <a:ea typeface="BIZ UDP明朝 Medium" panose="02020500000000000000" pitchFamily="18" charset="-128"/>
                <a:cs typeface="Roboto Medium" panose="02000000000000000000" pitchFamily="2" charset="0"/>
              </a:rPr>
              <a:t>経営者報酬・ボードアドバイザリープラクティス</a:t>
            </a:r>
          </a:p>
        </p:txBody>
      </p:sp>
      <p:sp>
        <p:nvSpPr>
          <p:cNvPr id="15" name="テキスト プレースホルダー 7">
            <a:extLst>
              <a:ext uri="{FF2B5EF4-FFF2-40B4-BE49-F238E27FC236}">
                <a16:creationId xmlns:a16="http://schemas.microsoft.com/office/drawing/2014/main" id="{D62A46A2-5503-4A33-C9E1-04B760164A63}"/>
              </a:ext>
            </a:extLst>
          </p:cNvPr>
          <p:cNvSpPr txBox="1">
            <a:spLocks/>
          </p:cNvSpPr>
          <p:nvPr/>
        </p:nvSpPr>
        <p:spPr>
          <a:xfrm>
            <a:off x="457200" y="4074695"/>
            <a:ext cx="5166360" cy="448056"/>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kumimoji="1" sz="1600" b="0" i="0" kern="1200">
                <a:solidFill>
                  <a:schemeClr val="tx1"/>
                </a:solidFill>
                <a:latin typeface="+mn-lt"/>
                <a:ea typeface="Meiryo UI" panose="020B0604030504040204" pitchFamily="50" charset="-128"/>
                <a:cs typeface="Times New Roman" panose="02020603050405020304" pitchFamily="18" charset="0"/>
              </a:defRPr>
            </a:lvl1pPr>
            <a:lvl2pPr marL="0" indent="0" algn="l" defTabSz="914400" rtl="0" eaLnBrk="1" latinLnBrk="0" hangingPunct="1">
              <a:lnSpc>
                <a:spcPct val="100000"/>
              </a:lnSpc>
              <a:spcBef>
                <a:spcPts val="0"/>
              </a:spcBef>
              <a:spcAft>
                <a:spcPts val="300"/>
              </a:spcAft>
              <a:buClr>
                <a:schemeClr val="accent1"/>
              </a:buClr>
              <a:buFontTx/>
              <a:buNone/>
              <a:tabLst>
                <a:tab pos="280988" algn="l"/>
              </a:tabLst>
              <a:defRPr kumimoji="1" sz="1600" b="0" i="0" kern="1200">
                <a:solidFill>
                  <a:schemeClr val="tx1"/>
                </a:solidFill>
                <a:latin typeface="+mn-lt"/>
                <a:ea typeface="BIZ UDP明朝 Medium" panose="02020500000000000000" pitchFamily="18" charset="-128"/>
                <a:cs typeface="Arial" panose="020B0604020202020204" pitchFamily="34" charset="0"/>
              </a:defRPr>
            </a:lvl2pPr>
            <a:lvl3pPr marL="0" indent="0" algn="l" defTabSz="292608" rtl="0" eaLnBrk="1" latinLnBrk="0" hangingPunct="1">
              <a:lnSpc>
                <a:spcPct val="100000"/>
              </a:lnSpc>
              <a:spcBef>
                <a:spcPts val="0"/>
              </a:spcBef>
              <a:spcAft>
                <a:spcPts val="300"/>
              </a:spcAft>
              <a:buClr>
                <a:schemeClr val="tx2"/>
              </a:buClr>
              <a:buFontTx/>
              <a:buNone/>
              <a:tabLst>
                <a:tab pos="276225" algn="l"/>
                <a:tab pos="584200" algn="l"/>
              </a:tabLst>
              <a:defRPr kumimoji="1" sz="1600" b="0" i="0" kern="120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defRPr>
            </a:lvl3pPr>
            <a:lvl4pPr marL="0" marR="0" indent="0" algn="l" defTabSz="292608" rtl="0" eaLnBrk="1" fontAlgn="auto" latinLnBrk="0" hangingPunct="1">
              <a:lnSpc>
                <a:spcPct val="100000"/>
              </a:lnSpc>
              <a:spcBef>
                <a:spcPts val="0"/>
              </a:spcBef>
              <a:spcAft>
                <a:spcPts val="300"/>
              </a:spcAft>
              <a:buClr>
                <a:schemeClr val="tx2"/>
              </a:buClr>
              <a:buSzPct val="100000"/>
              <a:buFontTx/>
              <a:buNone/>
              <a:tabLst/>
              <a:defRPr kumimoji="1" sz="1600" b="0" i="0" kern="120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defRPr>
            </a:lvl4pPr>
            <a:lvl5pPr marL="0" indent="0" algn="l" defTabSz="292608" rtl="0" eaLnBrk="1" latinLnBrk="0" hangingPunct="1">
              <a:lnSpc>
                <a:spcPct val="100000"/>
              </a:lnSpc>
              <a:spcBef>
                <a:spcPts val="0"/>
              </a:spcBef>
              <a:spcAft>
                <a:spcPts val="300"/>
              </a:spcAft>
              <a:buClr>
                <a:schemeClr val="tx2"/>
              </a:buClr>
              <a:buSzPct val="100000"/>
              <a:buFontTx/>
              <a:buNone/>
              <a:tabLst>
                <a:tab pos="292608" algn="l"/>
                <a:tab pos="585216" algn="l"/>
              </a:tabLst>
              <a:defRPr kumimoji="1" sz="1600" b="0" i="0" kern="120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defRPr>
            </a:lvl5pPr>
            <a:lvl6pPr marL="0" indent="0" algn="l" defTabSz="914400" rtl="0" eaLnBrk="1" latinLnBrk="0" hangingPunct="1">
              <a:lnSpc>
                <a:spcPct val="100000"/>
              </a:lnSpc>
              <a:spcBef>
                <a:spcPts val="0"/>
              </a:spcBef>
              <a:spcAft>
                <a:spcPts val="300"/>
              </a:spcAft>
              <a:buClr>
                <a:schemeClr val="tx2"/>
              </a:buClr>
              <a:buSzPct val="100000"/>
              <a:buFontTx/>
              <a:buNone/>
              <a:tabLst/>
              <a:defRPr kumimoji="1" sz="1600" b="0" i="0" kern="1200">
                <a:solidFill>
                  <a:schemeClr val="tx1"/>
                </a:solidFill>
                <a:latin typeface="+mn-lt"/>
                <a:ea typeface="Roboto" panose="02000000000000000000" pitchFamily="2" charset="0"/>
                <a:cs typeface="Times New Roman" panose="02020603050405020304" pitchFamily="18" charset="0"/>
              </a:defRPr>
            </a:lvl6pPr>
            <a:lvl7pPr marL="0" indent="0" algn="l" defTabSz="914400" rtl="0" eaLnBrk="1" latinLnBrk="0" hangingPunct="1">
              <a:lnSpc>
                <a:spcPct val="100000"/>
              </a:lnSpc>
              <a:spcBef>
                <a:spcPts val="0"/>
              </a:spcBef>
              <a:spcAft>
                <a:spcPts val="300"/>
              </a:spcAft>
              <a:buClr>
                <a:schemeClr val="tx2"/>
              </a:buClr>
              <a:buSzPct val="100000"/>
              <a:buFontTx/>
              <a:buNone/>
              <a:tabLst/>
              <a:defRPr kumimoji="1" sz="1600" b="0" i="0" kern="1200">
                <a:solidFill>
                  <a:schemeClr val="tx1"/>
                </a:solidFill>
                <a:latin typeface="+mn-lt"/>
                <a:ea typeface="Roboto" panose="02000000000000000000" pitchFamily="2" charset="0"/>
                <a:cs typeface="Times New Roman" panose="02020603050405020304" pitchFamily="18" charset="0"/>
              </a:defRPr>
            </a:lvl7pPr>
            <a:lvl8pPr marL="0" indent="0" algn="l" defTabSz="914400" rtl="0" eaLnBrk="1" latinLnBrk="0" hangingPunct="1">
              <a:lnSpc>
                <a:spcPct val="100000"/>
              </a:lnSpc>
              <a:spcBef>
                <a:spcPts val="0"/>
              </a:spcBef>
              <a:spcAft>
                <a:spcPts val="300"/>
              </a:spcAft>
              <a:buClr>
                <a:schemeClr val="tx2"/>
              </a:buClr>
              <a:buSzPct val="100000"/>
              <a:buFontTx/>
              <a:buNone/>
              <a:tabLst/>
              <a:defRPr kumimoji="1" sz="1600" b="0" i="0" kern="1200">
                <a:solidFill>
                  <a:schemeClr val="tx1"/>
                </a:solidFill>
                <a:latin typeface="+mn-lt"/>
                <a:ea typeface="Roboto" panose="02000000000000000000" pitchFamily="2" charset="0"/>
                <a:cs typeface="Times New Roman" panose="02020603050405020304" pitchFamily="18" charset="0"/>
              </a:defRPr>
            </a:lvl8pPr>
            <a:lvl9pPr marL="0" indent="0" algn="l" defTabSz="914400" rtl="0" eaLnBrk="1" latinLnBrk="0" hangingPunct="1">
              <a:lnSpc>
                <a:spcPct val="100000"/>
              </a:lnSpc>
              <a:spcBef>
                <a:spcPts val="0"/>
              </a:spcBef>
              <a:spcAft>
                <a:spcPts val="300"/>
              </a:spcAft>
              <a:buClr>
                <a:schemeClr val="tx2"/>
              </a:buClr>
              <a:buSzPct val="100000"/>
              <a:buFontTx/>
              <a:buNone/>
              <a:tabLst/>
              <a:defRPr kumimoji="1" sz="1600" b="0" i="0" kern="1200">
                <a:solidFill>
                  <a:schemeClr val="tx1"/>
                </a:solidFill>
                <a:latin typeface="+mn-lt"/>
                <a:ea typeface="Roboto" panose="02000000000000000000" pitchFamily="2" charset="0"/>
                <a:cs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1400">
                <a:solidFill>
                  <a:srgbClr val="000000"/>
                </a:solidFill>
                <a:latin typeface="Times New Roman" panose="02020603050405020304"/>
                <a:ea typeface="BIZ UDP明朝 Medium" panose="02020500000000000000" pitchFamily="18" charset="-128"/>
              </a:rPr>
              <a:t>ディレクター</a:t>
            </a:r>
            <a:endParaRPr kumimoji="1" lang="en-US" altLang="ja-JP" sz="1400" b="0" i="0" u="none" strike="noStrike" kern="1200" cap="none" spc="0" normalizeH="0" baseline="0" noProof="0">
              <a:ln>
                <a:noFill/>
              </a:ln>
              <a:solidFill>
                <a:srgbClr val="000000"/>
              </a:solidFill>
              <a:effectLst/>
              <a:uLnTx/>
              <a:uFillTx/>
              <a:latin typeface="Times New Roman" panose="02020603050405020304"/>
              <a:ea typeface="BIZ UDP明朝 Medium" panose="02020500000000000000" pitchFamily="18" charset="-128"/>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400" b="0" i="0" u="none" strike="noStrike" kern="1200" cap="none" spc="0" normalizeH="0" baseline="0" noProof="0">
                <a:ln>
                  <a:noFill/>
                </a:ln>
                <a:solidFill>
                  <a:srgbClr val="000000"/>
                </a:solidFill>
                <a:effectLst/>
                <a:uLnTx/>
                <a:uFillTx/>
                <a:latin typeface="Times New Roman" panose="02020603050405020304"/>
                <a:ea typeface="BIZ UDP明朝 Medium" panose="02020500000000000000" pitchFamily="18" charset="-128"/>
                <a:cs typeface="Times New Roman" panose="02020603050405020304" pitchFamily="18" charset="0"/>
              </a:rPr>
              <a:t>村澤 竜一</a:t>
            </a:r>
          </a:p>
        </p:txBody>
      </p:sp>
    </p:spTree>
    <p:extLst>
      <p:ext uri="{BB962C8B-B14F-4D97-AF65-F5344CB8AC3E}">
        <p14:creationId xmlns:p14="http://schemas.microsoft.com/office/powerpoint/2010/main" val="3798626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DD5A6-B4A3-72EC-0638-4F41F28FD35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D48596A-F0BE-C4A0-5F5D-49F6ECA3D75D}"/>
              </a:ext>
            </a:extLst>
          </p:cNvPr>
          <p:cNvSpPr>
            <a:spLocks noGrp="1"/>
          </p:cNvSpPr>
          <p:nvPr>
            <p:ph type="ftr" sz="quarter" idx="10"/>
          </p:nvPr>
        </p:nvSpPr>
        <p:spPr/>
        <p:txBody>
          <a:bodyPr/>
          <a:lstStyle/>
          <a:p>
            <a:pPr marL="0" marR="0" lvl="6"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panose="020B0604020202020204"/>
                <a:ea typeface="BIZ UDP明朝 Medium" panose="02020500000000000000" pitchFamily="18" charset="-128"/>
              </a:rPr>
              <a:t>© 2025 WTW. Proprietary and confidential. For WTW and WTW client use only.</a:t>
            </a:r>
          </a:p>
        </p:txBody>
      </p:sp>
      <p:sp>
        <p:nvSpPr>
          <p:cNvPr id="10" name="Title 2">
            <a:extLst>
              <a:ext uri="{FF2B5EF4-FFF2-40B4-BE49-F238E27FC236}">
                <a16:creationId xmlns:a16="http://schemas.microsoft.com/office/drawing/2014/main" id="{49EDB2E3-122A-CE97-796D-435A14DA2B8A}"/>
              </a:ext>
            </a:extLst>
          </p:cNvPr>
          <p:cNvSpPr txBox="1">
            <a:spLocks/>
          </p:cNvSpPr>
          <p:nvPr/>
        </p:nvSpPr>
        <p:spPr>
          <a:xfrm>
            <a:off x="3729182" y="797109"/>
            <a:ext cx="4457700" cy="957428"/>
          </a:xfrm>
          <a:prstGeom prst="rect">
            <a:avLst/>
          </a:prstGeom>
        </p:spPr>
        <p:txBody>
          <a:bodyPr/>
          <a:lstStyle>
            <a:lvl1pPr algn="l" defTabSz="914400" rtl="0" eaLnBrk="1" latinLnBrk="0" hangingPunct="1">
              <a:lnSpc>
                <a:spcPct val="90000"/>
              </a:lnSpc>
              <a:spcBef>
                <a:spcPct val="0"/>
              </a:spcBef>
              <a:buNone/>
              <a:defRPr kumimoji="1" sz="2800" b="0" i="0" kern="1200">
                <a:solidFill>
                  <a:schemeClr val="tx1"/>
                </a:solidFill>
                <a:latin typeface="+mj-lt"/>
                <a:ea typeface="Roboto Medium" panose="02000000000000000000" pitchFamily="2" charset="0"/>
                <a:cs typeface="Verdana" panose="020B060403050404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800" b="1" i="0" u="none" strike="noStrike" kern="1200" cap="none" spc="0" normalizeH="0" baseline="0" noProof="0">
                <a:ln>
                  <a:noFill/>
                </a:ln>
                <a:solidFill>
                  <a:srgbClr val="7F35B2"/>
                </a:solidFill>
                <a:effectLst/>
                <a:uLnTx/>
                <a:uFillTx/>
                <a:latin typeface="Times New Roman" panose="02020603050405020304"/>
                <a:ea typeface="BIZ UDP明朝 Medium" panose="02020500000000000000" pitchFamily="18" charset="-128"/>
              </a:rPr>
              <a:t>Agenda.</a:t>
            </a:r>
            <a:endParaRPr kumimoji="1" lang="en-GB" sz="1600" b="1" i="0" u="none" strike="noStrike" kern="1200" cap="none" spc="0" normalizeH="0" baseline="0" noProof="0">
              <a:ln>
                <a:noFill/>
              </a:ln>
              <a:solidFill>
                <a:srgbClr val="7F35B2"/>
              </a:solidFill>
              <a:effectLst/>
              <a:uLnTx/>
              <a:uFillTx/>
              <a:latin typeface="Times New Roman" panose="02020603050405020304"/>
              <a:ea typeface="BIZ UDP明朝 Medium" panose="02020500000000000000" pitchFamily="18" charset="-128"/>
            </a:endParaRPr>
          </a:p>
        </p:txBody>
      </p:sp>
      <p:graphicFrame>
        <p:nvGraphicFramePr>
          <p:cNvPr id="11" name="Table 8">
            <a:extLst>
              <a:ext uri="{FF2B5EF4-FFF2-40B4-BE49-F238E27FC236}">
                <a16:creationId xmlns:a16="http://schemas.microsoft.com/office/drawing/2014/main" id="{B1DF4090-87A3-1DF2-C8F4-5D9096288F42}"/>
              </a:ext>
            </a:extLst>
          </p:cNvPr>
          <p:cNvGraphicFramePr>
            <a:graphicFrameLocks noGrp="1"/>
          </p:cNvGraphicFramePr>
          <p:nvPr>
            <p:extLst>
              <p:ext uri="{D42A27DB-BD31-4B8C-83A1-F6EECF244321}">
                <p14:modId xmlns:p14="http://schemas.microsoft.com/office/powerpoint/2010/main" val="1004475427"/>
              </p:ext>
            </p:extLst>
          </p:nvPr>
        </p:nvGraphicFramePr>
        <p:xfrm>
          <a:off x="6096000" y="1754537"/>
          <a:ext cx="5316324" cy="2016000"/>
        </p:xfrm>
        <a:graphic>
          <a:graphicData uri="http://schemas.openxmlformats.org/drawingml/2006/table">
            <a:tbl>
              <a:tblPr firstRow="1" bandRow="1">
                <a:tableStyleId>{6E25E649-3F16-4E02-A733-19D2CDBF48F0}</a:tableStyleId>
              </a:tblPr>
              <a:tblGrid>
                <a:gridCol w="468000">
                  <a:extLst>
                    <a:ext uri="{9D8B030D-6E8A-4147-A177-3AD203B41FA5}">
                      <a16:colId xmlns:a16="http://schemas.microsoft.com/office/drawing/2014/main" val="1724741912"/>
                    </a:ext>
                  </a:extLst>
                </a:gridCol>
                <a:gridCol w="3924000">
                  <a:extLst>
                    <a:ext uri="{9D8B030D-6E8A-4147-A177-3AD203B41FA5}">
                      <a16:colId xmlns:a16="http://schemas.microsoft.com/office/drawing/2014/main" val="690414594"/>
                    </a:ext>
                  </a:extLst>
                </a:gridCol>
                <a:gridCol w="468000">
                  <a:extLst>
                    <a:ext uri="{9D8B030D-6E8A-4147-A177-3AD203B41FA5}">
                      <a16:colId xmlns:a16="http://schemas.microsoft.com/office/drawing/2014/main" val="1167426784"/>
                    </a:ext>
                  </a:extLst>
                </a:gridCol>
                <a:gridCol w="456324">
                  <a:extLst>
                    <a:ext uri="{9D8B030D-6E8A-4147-A177-3AD203B41FA5}">
                      <a16:colId xmlns:a16="http://schemas.microsoft.com/office/drawing/2014/main" val="1550253320"/>
                    </a:ext>
                  </a:extLst>
                </a:gridCol>
              </a:tblGrid>
              <a:tr h="504000">
                <a:tc>
                  <a:txBody>
                    <a:bodyPr/>
                    <a:lstStyle/>
                    <a:p>
                      <a:pPr algn="ctr"/>
                      <a:r>
                        <a:rPr kumimoji="1" lang="en-US" altLang="ja-JP"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rPr>
                        <a:t>01</a:t>
                      </a:r>
                      <a:endParaRPr kumimoji="1" lang="ja-JP" altLang="en-US"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w="25400" cmpd="sng">
                      <a:noFill/>
                    </a:lnB>
                    <a:lnTlToBr w="12700" cmpd="sng">
                      <a:noFill/>
                      <a:prstDash val="solid"/>
                    </a:lnTlToBr>
                    <a:lnBlToTr w="12700" cmpd="sng">
                      <a:noFill/>
                      <a:prstDash val="solid"/>
                    </a:lnBlToTr>
                    <a:noFill/>
                  </a:tcPr>
                </a:tc>
                <a:tc>
                  <a:txBody>
                    <a:bodyPr/>
                    <a:lstStyle/>
                    <a:p>
                      <a:r>
                        <a:rPr kumimoji="1" lang="ja-JP" altLang="en-US" sz="14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rPr>
                        <a:t>報酬ガバナンスとは何か</a:t>
                      </a:r>
                    </a:p>
                  </a:txBody>
                  <a:tcPr anchor="ctr">
                    <a:lnL>
                      <a:noFill/>
                    </a:lnL>
                    <a:lnR>
                      <a:noFill/>
                    </a:lnR>
                    <a:lnT w="25400" cmpd="sng">
                      <a:noFill/>
                    </a:lnT>
                    <a:lnB w="25400" cmpd="sng">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w="25400" cmpd="sng">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w="254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12982622"/>
                  </a:ext>
                </a:extLst>
              </a:tr>
              <a:tr h="504000">
                <a:tc>
                  <a:txBody>
                    <a:bodyPr/>
                    <a:lstStyle/>
                    <a:p>
                      <a:pPr algn="ctr"/>
                      <a:r>
                        <a:rPr kumimoji="1" lang="en-US" altLang="ja-JP"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rPr>
                        <a:t>02</a:t>
                      </a:r>
                      <a:endParaRPr kumimoji="1" lang="ja-JP" altLang="en-US"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a:noFill/>
                    </a:lnB>
                    <a:lnTlToBr w="12700" cmpd="sng">
                      <a:noFill/>
                      <a:prstDash val="solid"/>
                    </a:lnTlToBr>
                    <a:lnBlToTr w="12700" cmpd="sng">
                      <a:noFill/>
                      <a:prstDash val="solid"/>
                    </a:lnBlToTr>
                    <a:noFill/>
                  </a:tcPr>
                </a:tc>
                <a:tc>
                  <a:txBody>
                    <a:bodyPr/>
                    <a:lstStyle/>
                    <a:p>
                      <a:r>
                        <a:rPr kumimoji="1" lang="ja-JP" altLang="en-US" sz="14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rPr>
                        <a:t>取締役会のあり方</a:t>
                      </a:r>
                    </a:p>
                  </a:txBody>
                  <a:tcPr anchor="ctr">
                    <a:lnL>
                      <a:noFill/>
                    </a:lnL>
                    <a:lnR>
                      <a:noFill/>
                    </a:lnR>
                    <a:lnT w="25400" cmpd="sng">
                      <a:noFill/>
                    </a:lnT>
                    <a:lnB>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37312518"/>
                  </a:ext>
                </a:extLst>
              </a:tr>
              <a:tr h="504000">
                <a:tc>
                  <a:txBody>
                    <a:bodyPr/>
                    <a:lstStyle/>
                    <a:p>
                      <a:pPr algn="ctr"/>
                      <a:r>
                        <a:rPr kumimoji="1" lang="en-US" altLang="ja-JP"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rPr>
                        <a:t>03</a:t>
                      </a:r>
                      <a:endParaRPr kumimoji="1" lang="ja-JP" altLang="en-US"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r>
                        <a:rPr kumimoji="1" lang="ja-JP" altLang="en-US" sz="14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rPr>
                        <a:t>経営者評価と実効性向上の戦略的実践</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877567461"/>
                  </a:ext>
                </a:extLst>
              </a:tr>
              <a:tr h="504000">
                <a:tc>
                  <a:txBody>
                    <a:bodyPr/>
                    <a:lstStyle/>
                    <a:p>
                      <a:pPr algn="ctr"/>
                      <a:endParaRPr kumimoji="1" lang="ja-JP" altLang="en-US"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w="25400" cmpd="sng">
                      <a:noFill/>
                    </a:lnB>
                    <a:lnTlToBr w="12700" cmpd="sng">
                      <a:noFill/>
                      <a:prstDash val="solid"/>
                    </a:lnTlToBr>
                    <a:lnBlToTr w="12700" cmpd="sng">
                      <a:noFill/>
                      <a:prstDash val="solid"/>
                    </a:lnBlToTr>
                    <a:noFill/>
                  </a:tcPr>
                </a:tc>
                <a:tc>
                  <a:txBody>
                    <a:bodyPr/>
                    <a:lstStyle/>
                    <a:p>
                      <a:endParaRPr kumimoji="1" lang="ja-JP" altLang="en-US" sz="14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w="25400" cmpd="sng">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w="25400" cmpd="sng">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w="254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83102566"/>
                  </a:ext>
                </a:extLst>
              </a:tr>
            </a:tbl>
          </a:graphicData>
        </a:graphic>
      </p:graphicFrame>
      <p:sp>
        <p:nvSpPr>
          <p:cNvPr id="3" name="Slide Number Placeholder 2">
            <a:extLst>
              <a:ext uri="{FF2B5EF4-FFF2-40B4-BE49-F238E27FC236}">
                <a16:creationId xmlns:a16="http://schemas.microsoft.com/office/drawing/2014/main" id="{71C28BEE-F34C-F3EF-20E3-3BAF6B019CBC}"/>
              </a:ext>
            </a:extLst>
          </p:cNvPr>
          <p:cNvSpPr>
            <a:spLocks noGrp="1"/>
          </p:cNvSpPr>
          <p:nvPr>
            <p:ph type="sldNum" sz="quarter" idx="18"/>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3DCA5C9-2E11-4C67-86EB-AE1DE127DC64}" type="slidenum">
              <a:rPr kumimoji="0" lang="en-US" sz="900" b="0" i="0" u="none" strike="noStrike" kern="1200" cap="none" spc="0" normalizeH="0" baseline="0" noProof="0" smtClean="0">
                <a:ln>
                  <a:noFill/>
                </a:ln>
                <a:solidFill>
                  <a:srgbClr val="000000"/>
                </a:solidFill>
                <a:effectLst/>
                <a:uLnTx/>
                <a:uFillTx/>
                <a:latin typeface="Times New Roman" panose="02020603050405020304"/>
                <a:ea typeface="BIZ UDP明朝 Medium" panose="02020500000000000000" pitchFamily="18" charset="-128"/>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000000"/>
              </a:solidFill>
              <a:effectLst/>
              <a:uLnTx/>
              <a:uFillTx/>
              <a:latin typeface="Times New Roman" panose="02020603050405020304"/>
              <a:ea typeface="BIZ UDP明朝 Medium" panose="02020500000000000000" pitchFamily="18" charset="-128"/>
            </a:endParaRPr>
          </a:p>
        </p:txBody>
      </p:sp>
    </p:spTree>
    <p:extLst>
      <p:ext uri="{BB962C8B-B14F-4D97-AF65-F5344CB8AC3E}">
        <p14:creationId xmlns:p14="http://schemas.microsoft.com/office/powerpoint/2010/main" val="1830259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523EC-9E2F-A059-B365-CD4845FAF2E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11103B6-A40C-CF75-81D7-9ACC78EE0E5A}"/>
              </a:ext>
            </a:extLst>
          </p:cNvPr>
          <p:cNvSpPr>
            <a:spLocks noGrp="1"/>
          </p:cNvSpPr>
          <p:nvPr>
            <p:ph type="ftr" sz="quarter" idx="10"/>
          </p:nvPr>
        </p:nvSpPr>
        <p:spPr/>
        <p:txBody>
          <a:bodyPr/>
          <a:lstStyle/>
          <a:p>
            <a:pPr marL="0" marR="0" lvl="6"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panose="020B0604020202020204"/>
                <a:ea typeface="BIZ UDP明朝 Medium" panose="02020500000000000000" pitchFamily="18" charset="-128"/>
              </a:rPr>
              <a:t>© 2025 WTW. Proprietary and confidential. For WTW and WTW client use only.</a:t>
            </a:r>
          </a:p>
        </p:txBody>
      </p:sp>
      <p:sp>
        <p:nvSpPr>
          <p:cNvPr id="10" name="Title 2">
            <a:extLst>
              <a:ext uri="{FF2B5EF4-FFF2-40B4-BE49-F238E27FC236}">
                <a16:creationId xmlns:a16="http://schemas.microsoft.com/office/drawing/2014/main" id="{378DA2A0-6B40-7EF8-8A3D-4F8375C309DE}"/>
              </a:ext>
            </a:extLst>
          </p:cNvPr>
          <p:cNvSpPr txBox="1">
            <a:spLocks/>
          </p:cNvSpPr>
          <p:nvPr/>
        </p:nvSpPr>
        <p:spPr>
          <a:xfrm>
            <a:off x="3729182" y="797109"/>
            <a:ext cx="4457700" cy="957428"/>
          </a:xfrm>
          <a:prstGeom prst="rect">
            <a:avLst/>
          </a:prstGeom>
        </p:spPr>
        <p:txBody>
          <a:bodyPr/>
          <a:lstStyle>
            <a:lvl1pPr algn="l" defTabSz="914400" rtl="0" eaLnBrk="1" latinLnBrk="0" hangingPunct="1">
              <a:lnSpc>
                <a:spcPct val="90000"/>
              </a:lnSpc>
              <a:spcBef>
                <a:spcPct val="0"/>
              </a:spcBef>
              <a:buNone/>
              <a:defRPr kumimoji="1" sz="2800" b="0" i="0" kern="1200">
                <a:solidFill>
                  <a:schemeClr val="tx1"/>
                </a:solidFill>
                <a:latin typeface="+mj-lt"/>
                <a:ea typeface="Roboto Medium" panose="02000000000000000000" pitchFamily="2" charset="0"/>
                <a:cs typeface="Verdana" panose="020B060403050404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800" b="1" i="0" u="none" strike="noStrike" kern="1200" cap="none" spc="0" normalizeH="0" baseline="0" noProof="0">
                <a:ln>
                  <a:noFill/>
                </a:ln>
                <a:solidFill>
                  <a:srgbClr val="7F35B2"/>
                </a:solidFill>
                <a:effectLst/>
                <a:uLnTx/>
                <a:uFillTx/>
                <a:latin typeface="Times New Roman" panose="02020603050405020304"/>
                <a:ea typeface="BIZ UDP明朝 Medium" panose="02020500000000000000" pitchFamily="18" charset="-128"/>
              </a:rPr>
              <a:t>Agenda.</a:t>
            </a:r>
            <a:endParaRPr kumimoji="1" lang="en-GB" sz="1600" b="1" i="0" u="none" strike="noStrike" kern="1200" cap="none" spc="0" normalizeH="0" baseline="0" noProof="0">
              <a:ln>
                <a:noFill/>
              </a:ln>
              <a:solidFill>
                <a:srgbClr val="7F35B2"/>
              </a:solidFill>
              <a:effectLst/>
              <a:uLnTx/>
              <a:uFillTx/>
              <a:latin typeface="Times New Roman" panose="02020603050405020304"/>
              <a:ea typeface="BIZ UDP明朝 Medium" panose="02020500000000000000" pitchFamily="18" charset="-128"/>
            </a:endParaRPr>
          </a:p>
        </p:txBody>
      </p:sp>
      <p:graphicFrame>
        <p:nvGraphicFramePr>
          <p:cNvPr id="11" name="Table 8">
            <a:extLst>
              <a:ext uri="{FF2B5EF4-FFF2-40B4-BE49-F238E27FC236}">
                <a16:creationId xmlns:a16="http://schemas.microsoft.com/office/drawing/2014/main" id="{A7E42216-1CCB-1438-53A6-D17E0106F27D}"/>
              </a:ext>
            </a:extLst>
          </p:cNvPr>
          <p:cNvGraphicFramePr>
            <a:graphicFrameLocks noGrp="1"/>
          </p:cNvGraphicFramePr>
          <p:nvPr>
            <p:extLst>
              <p:ext uri="{D42A27DB-BD31-4B8C-83A1-F6EECF244321}">
                <p14:modId xmlns:p14="http://schemas.microsoft.com/office/powerpoint/2010/main" val="1981963907"/>
              </p:ext>
            </p:extLst>
          </p:nvPr>
        </p:nvGraphicFramePr>
        <p:xfrm>
          <a:off x="6096000" y="1754537"/>
          <a:ext cx="5316324" cy="2016000"/>
        </p:xfrm>
        <a:graphic>
          <a:graphicData uri="http://schemas.openxmlformats.org/drawingml/2006/table">
            <a:tbl>
              <a:tblPr firstRow="1" bandRow="1">
                <a:tableStyleId>{6E25E649-3F16-4E02-A733-19D2CDBF48F0}</a:tableStyleId>
              </a:tblPr>
              <a:tblGrid>
                <a:gridCol w="468000">
                  <a:extLst>
                    <a:ext uri="{9D8B030D-6E8A-4147-A177-3AD203B41FA5}">
                      <a16:colId xmlns:a16="http://schemas.microsoft.com/office/drawing/2014/main" val="1724741912"/>
                    </a:ext>
                  </a:extLst>
                </a:gridCol>
                <a:gridCol w="3924000">
                  <a:extLst>
                    <a:ext uri="{9D8B030D-6E8A-4147-A177-3AD203B41FA5}">
                      <a16:colId xmlns:a16="http://schemas.microsoft.com/office/drawing/2014/main" val="690414594"/>
                    </a:ext>
                  </a:extLst>
                </a:gridCol>
                <a:gridCol w="468000">
                  <a:extLst>
                    <a:ext uri="{9D8B030D-6E8A-4147-A177-3AD203B41FA5}">
                      <a16:colId xmlns:a16="http://schemas.microsoft.com/office/drawing/2014/main" val="1167426784"/>
                    </a:ext>
                  </a:extLst>
                </a:gridCol>
                <a:gridCol w="456324">
                  <a:extLst>
                    <a:ext uri="{9D8B030D-6E8A-4147-A177-3AD203B41FA5}">
                      <a16:colId xmlns:a16="http://schemas.microsoft.com/office/drawing/2014/main" val="1550253320"/>
                    </a:ext>
                  </a:extLst>
                </a:gridCol>
              </a:tblGrid>
              <a:tr h="504000">
                <a:tc>
                  <a:txBody>
                    <a:bodyPr/>
                    <a:lstStyle/>
                    <a:p>
                      <a:pPr algn="ctr"/>
                      <a:r>
                        <a:rPr kumimoji="1" lang="en-US" altLang="ja-JP" sz="1600" b="1">
                          <a:solidFill>
                            <a:schemeClr val="bg1"/>
                          </a:solidFill>
                          <a:latin typeface="BIZ UDP明朝 Medium" panose="02020500000000000000" pitchFamily="18" charset="-128"/>
                          <a:ea typeface="BIZ UDP明朝 Medium" panose="02020500000000000000" pitchFamily="18" charset="-128"/>
                          <a:cs typeface="Times New Roman" panose="02020603050405020304" pitchFamily="18" charset="0"/>
                        </a:rPr>
                        <a:t>01</a:t>
                      </a:r>
                      <a:endParaRPr kumimoji="1" lang="ja-JP" altLang="en-US" sz="1600" b="1">
                        <a:solidFill>
                          <a:schemeClr val="bg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w="25400" cmpd="sng">
                      <a:noFill/>
                    </a:lnB>
                    <a:lnTlToBr w="12700" cmpd="sng">
                      <a:noFill/>
                      <a:prstDash val="solid"/>
                    </a:lnTlToBr>
                    <a:lnBlToTr w="12700" cmpd="sng">
                      <a:noFill/>
                      <a:prstDash val="solid"/>
                    </a:lnBlToTr>
                    <a:solidFill>
                      <a:schemeClr val="tx2"/>
                    </a:solidFill>
                  </a:tcPr>
                </a:tc>
                <a:tc>
                  <a:txBody>
                    <a:bodyPr/>
                    <a:lstStyle/>
                    <a:p>
                      <a:r>
                        <a:rPr kumimoji="1" lang="ja-JP" altLang="en-US" sz="1400" b="0">
                          <a:solidFill>
                            <a:schemeClr val="bg1"/>
                          </a:solidFill>
                          <a:latin typeface="BIZ UDP明朝 Medium" panose="02020500000000000000" pitchFamily="18" charset="-128"/>
                          <a:ea typeface="BIZ UDP明朝 Medium" panose="02020500000000000000" pitchFamily="18" charset="-128"/>
                          <a:cs typeface="Times New Roman" panose="02020603050405020304" pitchFamily="18" charset="0"/>
                        </a:rPr>
                        <a:t>報酬ガバナンスとは何か</a:t>
                      </a:r>
                    </a:p>
                  </a:txBody>
                  <a:tcPr anchor="ctr">
                    <a:lnL>
                      <a:noFill/>
                    </a:lnL>
                    <a:lnR>
                      <a:noFill/>
                    </a:lnR>
                    <a:lnT w="25400" cmpd="sng">
                      <a:noFill/>
                    </a:lnT>
                    <a:lnB w="25400" cmpd="sng">
                      <a:noFill/>
                    </a:lnB>
                    <a:lnTlToBr w="12700" cmpd="sng">
                      <a:noFill/>
                      <a:prstDash val="solid"/>
                    </a:lnTlToBr>
                    <a:lnBlToTr w="12700" cmpd="sng">
                      <a:noFill/>
                      <a:prstDash val="solid"/>
                    </a:lnBlToTr>
                    <a:solidFill>
                      <a:schemeClr val="tx2"/>
                    </a:solidFill>
                  </a:tcPr>
                </a:tc>
                <a:tc>
                  <a:txBody>
                    <a:bodyPr/>
                    <a:lstStyle/>
                    <a:p>
                      <a:pPr algn="r"/>
                      <a:endParaRPr kumimoji="1" lang="ja-JP" altLang="en-US" sz="1100" b="0">
                        <a:solidFill>
                          <a:schemeClr val="bg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w="25400" cmpd="sng">
                      <a:noFill/>
                    </a:lnB>
                    <a:lnTlToBr w="12700" cmpd="sng">
                      <a:noFill/>
                      <a:prstDash val="solid"/>
                    </a:lnTlToBr>
                    <a:lnBlToTr w="12700" cmpd="sng">
                      <a:noFill/>
                      <a:prstDash val="solid"/>
                    </a:lnBlToTr>
                    <a:solidFill>
                      <a:schemeClr val="tx2"/>
                    </a:solidFill>
                  </a:tcPr>
                </a:tc>
                <a:tc>
                  <a:txBody>
                    <a:bodyPr/>
                    <a:lstStyle/>
                    <a:p>
                      <a:pPr algn="r"/>
                      <a:endParaRPr kumimoji="1" lang="ja-JP" altLang="en-US" sz="1100" b="0">
                        <a:solidFill>
                          <a:schemeClr val="bg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w="254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512982622"/>
                  </a:ext>
                </a:extLst>
              </a:tr>
              <a:tr h="504000">
                <a:tc>
                  <a:txBody>
                    <a:bodyPr/>
                    <a:lstStyle/>
                    <a:p>
                      <a:pPr algn="ctr"/>
                      <a:r>
                        <a:rPr kumimoji="1" lang="en-US" altLang="ja-JP"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rPr>
                        <a:t>02</a:t>
                      </a:r>
                      <a:endParaRPr kumimoji="1" lang="ja-JP" altLang="en-US"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a:noFill/>
                    </a:lnB>
                    <a:lnTlToBr w="12700" cmpd="sng">
                      <a:noFill/>
                      <a:prstDash val="solid"/>
                    </a:lnTlToBr>
                    <a:lnBlToTr w="12700" cmpd="sng">
                      <a:noFill/>
                      <a:prstDash val="solid"/>
                    </a:lnBlToTr>
                    <a:noFill/>
                  </a:tcPr>
                </a:tc>
                <a:tc>
                  <a:txBody>
                    <a:bodyPr/>
                    <a:lstStyle/>
                    <a:p>
                      <a:r>
                        <a:rPr kumimoji="1" lang="ja-JP" altLang="en-US" sz="14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rPr>
                        <a:t>取締役会のあり方</a:t>
                      </a:r>
                    </a:p>
                  </a:txBody>
                  <a:tcPr anchor="ctr">
                    <a:lnL>
                      <a:noFill/>
                    </a:lnL>
                    <a:lnR>
                      <a:noFill/>
                    </a:lnR>
                    <a:lnT w="25400" cmpd="sng">
                      <a:noFill/>
                    </a:lnT>
                    <a:lnB>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37312518"/>
                  </a:ext>
                </a:extLst>
              </a:tr>
              <a:tr h="504000">
                <a:tc>
                  <a:txBody>
                    <a:bodyPr/>
                    <a:lstStyle/>
                    <a:p>
                      <a:pPr algn="ctr"/>
                      <a:r>
                        <a:rPr kumimoji="1" lang="en-US" altLang="ja-JP"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rPr>
                        <a:t>03</a:t>
                      </a:r>
                      <a:endParaRPr kumimoji="1" lang="ja-JP" altLang="en-US"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r>
                        <a:rPr kumimoji="1" lang="ja-JP" altLang="en-US" sz="14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rPr>
                        <a:t>経営者評価と実効性向上の戦略的実践</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877567461"/>
                  </a:ext>
                </a:extLst>
              </a:tr>
              <a:tr h="504000">
                <a:tc>
                  <a:txBody>
                    <a:bodyPr/>
                    <a:lstStyle/>
                    <a:p>
                      <a:pPr algn="ctr"/>
                      <a:endParaRPr kumimoji="1" lang="ja-JP" altLang="en-US"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w="25400" cmpd="sng">
                      <a:noFill/>
                    </a:lnB>
                    <a:lnTlToBr w="12700" cmpd="sng">
                      <a:noFill/>
                      <a:prstDash val="solid"/>
                    </a:lnTlToBr>
                    <a:lnBlToTr w="12700" cmpd="sng">
                      <a:noFill/>
                      <a:prstDash val="solid"/>
                    </a:lnBlToTr>
                    <a:noFill/>
                  </a:tcPr>
                </a:tc>
                <a:tc>
                  <a:txBody>
                    <a:bodyPr/>
                    <a:lstStyle/>
                    <a:p>
                      <a:endParaRPr kumimoji="1" lang="ja-JP" altLang="en-US" sz="14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w="25400" cmpd="sng">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w="25400" cmpd="sng">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w="254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83102566"/>
                  </a:ext>
                </a:extLst>
              </a:tr>
            </a:tbl>
          </a:graphicData>
        </a:graphic>
      </p:graphicFrame>
      <p:sp>
        <p:nvSpPr>
          <p:cNvPr id="3" name="Slide Number Placeholder 2">
            <a:extLst>
              <a:ext uri="{FF2B5EF4-FFF2-40B4-BE49-F238E27FC236}">
                <a16:creationId xmlns:a16="http://schemas.microsoft.com/office/drawing/2014/main" id="{DE085A40-A084-CE5C-D98E-2B502E47ADE6}"/>
              </a:ext>
            </a:extLst>
          </p:cNvPr>
          <p:cNvSpPr>
            <a:spLocks noGrp="1"/>
          </p:cNvSpPr>
          <p:nvPr>
            <p:ph type="sldNum" sz="quarter" idx="18"/>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3DCA5C9-2E11-4C67-86EB-AE1DE127DC64}" type="slidenum">
              <a:rPr kumimoji="0" lang="en-US" sz="900" b="0" i="0" u="none" strike="noStrike" kern="1200" cap="none" spc="0" normalizeH="0" baseline="0" noProof="0" smtClean="0">
                <a:ln>
                  <a:noFill/>
                </a:ln>
                <a:solidFill>
                  <a:srgbClr val="000000"/>
                </a:solidFill>
                <a:effectLst/>
                <a:uLnTx/>
                <a:uFillTx/>
                <a:latin typeface="Times New Roman" panose="02020603050405020304"/>
                <a:ea typeface="BIZ UDP明朝 Medium" panose="02020500000000000000" pitchFamily="18" charset="-128"/>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900" b="0" i="0" u="none" strike="noStrike" kern="1200" cap="none" spc="0" normalizeH="0" baseline="0" noProof="0">
              <a:ln>
                <a:noFill/>
              </a:ln>
              <a:solidFill>
                <a:srgbClr val="000000"/>
              </a:solidFill>
              <a:effectLst/>
              <a:uLnTx/>
              <a:uFillTx/>
              <a:latin typeface="Times New Roman" panose="02020603050405020304"/>
              <a:ea typeface="BIZ UDP明朝 Medium" panose="02020500000000000000" pitchFamily="18" charset="-128"/>
            </a:endParaRPr>
          </a:p>
        </p:txBody>
      </p:sp>
    </p:spTree>
    <p:extLst>
      <p:ext uri="{BB962C8B-B14F-4D97-AF65-F5344CB8AC3E}">
        <p14:creationId xmlns:p14="http://schemas.microsoft.com/office/powerpoint/2010/main" val="2647378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2AE46-3273-7D99-BE07-586866165D16}"/>
            </a:ext>
          </a:extLst>
        </p:cNvPr>
        <p:cNvGrpSpPr/>
        <p:nvPr/>
      </p:nvGrpSpPr>
      <p:grpSpPr>
        <a:xfrm>
          <a:off x="0" y="0"/>
          <a:ext cx="0" cy="0"/>
          <a:chOff x="0" y="0"/>
          <a:chExt cx="0" cy="0"/>
        </a:xfrm>
      </p:grpSpPr>
      <p:sp>
        <p:nvSpPr>
          <p:cNvPr id="27" name="Rectangle 39">
            <a:extLst>
              <a:ext uri="{FF2B5EF4-FFF2-40B4-BE49-F238E27FC236}">
                <a16:creationId xmlns:a16="http://schemas.microsoft.com/office/drawing/2014/main" id="{36A14818-EC7F-661A-5C13-858544EC3F2A}"/>
              </a:ext>
            </a:extLst>
          </p:cNvPr>
          <p:cNvSpPr/>
          <p:nvPr/>
        </p:nvSpPr>
        <p:spPr bwMode="auto">
          <a:xfrm>
            <a:off x="5359227" y="2025345"/>
            <a:ext cx="780731" cy="2736558"/>
          </a:xfrm>
          <a:prstGeom prst="rect">
            <a:avLst/>
          </a:prstGeom>
          <a:solidFill>
            <a:srgbClr val="E6E6E6"/>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2" name="テキスト プレースホルダー 1">
            <a:extLst>
              <a:ext uri="{FF2B5EF4-FFF2-40B4-BE49-F238E27FC236}">
                <a16:creationId xmlns:a16="http://schemas.microsoft.com/office/drawing/2014/main" id="{B8FE9DEC-7C19-E45E-45C3-02CB246E0DF5}"/>
              </a:ext>
            </a:extLst>
          </p:cNvPr>
          <p:cNvSpPr>
            <a:spLocks noGrp="1"/>
          </p:cNvSpPr>
          <p:nvPr>
            <p:ph type="body" sz="quarter" idx="17"/>
          </p:nvPr>
        </p:nvSpPr>
        <p:spPr/>
        <p:txBody>
          <a:bodyPr/>
          <a:lstStyle/>
          <a:p>
            <a:r>
              <a:rPr kumimoji="1" lang="ja-JP" altLang="en-US">
                <a:latin typeface="+mj-lt"/>
                <a:ea typeface="BIZ UDP明朝 Medium" panose="02020500000000000000" pitchFamily="18" charset="-128"/>
              </a:rPr>
              <a:t>報酬制度に基づく報酬額の決定のための「個人評価」（対象者の業績評価）は、十分になされているか？</a:t>
            </a:r>
          </a:p>
        </p:txBody>
      </p:sp>
      <p:sp>
        <p:nvSpPr>
          <p:cNvPr id="3" name="タイトル 2">
            <a:extLst>
              <a:ext uri="{FF2B5EF4-FFF2-40B4-BE49-F238E27FC236}">
                <a16:creationId xmlns:a16="http://schemas.microsoft.com/office/drawing/2014/main" id="{541CEFEB-01BE-60ED-3990-3C5297B51BF4}"/>
              </a:ext>
            </a:extLst>
          </p:cNvPr>
          <p:cNvSpPr>
            <a:spLocks noGrp="1"/>
          </p:cNvSpPr>
          <p:nvPr>
            <p:ph type="title"/>
          </p:nvPr>
        </p:nvSpPr>
        <p:spPr/>
        <p:txBody>
          <a:bodyPr/>
          <a:lstStyle/>
          <a:p>
            <a:r>
              <a:rPr lang="ja-JP" altLang="en-US" sz="2800">
                <a:latin typeface="+mn-lt"/>
                <a:ea typeface="BIZ UDP明朝 Medium" panose="02020500000000000000" pitchFamily="18" charset="-128"/>
              </a:rPr>
              <a:t>報酬・指名委員会における審議・決定　＜</a:t>
            </a:r>
            <a:r>
              <a:rPr lang="ja-JP" altLang="en-US" sz="2800">
                <a:ea typeface="BIZ UDP明朝 Medium" panose="02020500000000000000" pitchFamily="18" charset="-128"/>
              </a:rPr>
              <a:t>報酬＞</a:t>
            </a:r>
            <a:endParaRPr kumimoji="1" lang="ja-JP" altLang="en-US" sz="2800">
              <a:latin typeface="+mn-lt"/>
              <a:ea typeface="BIZ UDP明朝 Medium" panose="02020500000000000000" pitchFamily="18" charset="-128"/>
            </a:endParaRPr>
          </a:p>
        </p:txBody>
      </p:sp>
      <p:sp>
        <p:nvSpPr>
          <p:cNvPr id="5" name="フッター プレースホルダー 4">
            <a:extLst>
              <a:ext uri="{FF2B5EF4-FFF2-40B4-BE49-F238E27FC236}">
                <a16:creationId xmlns:a16="http://schemas.microsoft.com/office/drawing/2014/main" id="{AA3F5764-90CF-2308-D3A5-1E31608505CE}"/>
              </a:ext>
            </a:extLst>
          </p:cNvPr>
          <p:cNvSpPr>
            <a:spLocks noGrp="1"/>
          </p:cNvSpPr>
          <p:nvPr>
            <p:ph type="ftr" sz="quarter" idx="10"/>
          </p:nvPr>
        </p:nvSpPr>
        <p:spPr/>
        <p:txBody>
          <a:bodyPr/>
          <a:lstStyle/>
          <a:p>
            <a:pPr lvl="6"/>
            <a:r>
              <a:rPr lang="en-US"/>
              <a:t>© 2025 WTW. Proprietary and confidential. For WTW and WTW client use only.</a:t>
            </a:r>
          </a:p>
        </p:txBody>
      </p:sp>
      <p:sp>
        <p:nvSpPr>
          <p:cNvPr id="4" name="Rectangle 35">
            <a:extLst>
              <a:ext uri="{FF2B5EF4-FFF2-40B4-BE49-F238E27FC236}">
                <a16:creationId xmlns:a16="http://schemas.microsoft.com/office/drawing/2014/main" id="{168AED1F-8E11-78CF-2F99-1BE2A96DE8B2}"/>
              </a:ext>
            </a:extLst>
          </p:cNvPr>
          <p:cNvSpPr/>
          <p:nvPr/>
        </p:nvSpPr>
        <p:spPr bwMode="auto">
          <a:xfrm>
            <a:off x="1163972" y="2018130"/>
            <a:ext cx="780731" cy="2736558"/>
          </a:xfrm>
          <a:prstGeom prst="rect">
            <a:avLst/>
          </a:prstGeom>
          <a:solidFill>
            <a:srgbClr val="E6E6E6"/>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7" name="Rectangle 36">
            <a:extLst>
              <a:ext uri="{FF2B5EF4-FFF2-40B4-BE49-F238E27FC236}">
                <a16:creationId xmlns:a16="http://schemas.microsoft.com/office/drawing/2014/main" id="{1C98FB6E-BFD0-B8D4-76C1-A0B2B9F3B025}"/>
              </a:ext>
            </a:extLst>
          </p:cNvPr>
          <p:cNvSpPr/>
          <p:nvPr/>
        </p:nvSpPr>
        <p:spPr bwMode="auto">
          <a:xfrm>
            <a:off x="1163972" y="2081492"/>
            <a:ext cx="780731" cy="2673195"/>
          </a:xfrm>
          <a:prstGeom prst="rect">
            <a:avLst/>
          </a:prstGeom>
          <a:solidFill>
            <a:schemeClr val="tx2">
              <a:lumMod val="75000"/>
            </a:schemeClr>
          </a:solidFill>
          <a:ln>
            <a:noFill/>
          </a:ln>
          <a:effectLst/>
        </p:spPr>
        <p:txBody>
          <a:bodyPr rot="0" spcFirstLastPara="0" vertOverflow="overflow" horzOverflow="overflow" vert="horz" wrap="square" lIns="182880" tIns="0" rIns="182880" bIns="0" numCol="1" spcCol="0" rtlCol="0" fromWordArt="0" anchor="t" anchorCtr="0" forceAA="0" compatLnSpc="1">
            <a:prstTxWarp prst="textNoShape">
              <a:avLst/>
            </a:prstTxWarp>
            <a:noAutofit/>
          </a:bodyPr>
          <a:lstStyle/>
          <a:p>
            <a:pPr algn="ctr"/>
            <a:r>
              <a:rPr lang="en-US" altLang="ja-JP" sz="1600" b="1" i="0">
                <a:solidFill>
                  <a:schemeClr val="bg1"/>
                </a:solidFill>
                <a:latin typeface="+mj-lt"/>
                <a:ea typeface="BIZ UDP明朝 Medium" panose="02020500000000000000" pitchFamily="18" charset="-128"/>
                <a:cs typeface="Roboto" panose="02000000000000000000" pitchFamily="2" charset="0"/>
              </a:rPr>
              <a:t>98%</a:t>
            </a:r>
            <a:endParaRPr lang="en-US" sz="1600" b="1" i="0">
              <a:solidFill>
                <a:schemeClr val="bg1"/>
              </a:solidFill>
              <a:latin typeface="+mj-lt"/>
              <a:ea typeface="BIZ UDP明朝 Medium" panose="02020500000000000000" pitchFamily="18" charset="-128"/>
              <a:cs typeface="Roboto" panose="02000000000000000000" pitchFamily="2" charset="0"/>
            </a:endParaRPr>
          </a:p>
        </p:txBody>
      </p:sp>
      <p:sp>
        <p:nvSpPr>
          <p:cNvPr id="8" name="Rectangle 37">
            <a:extLst>
              <a:ext uri="{FF2B5EF4-FFF2-40B4-BE49-F238E27FC236}">
                <a16:creationId xmlns:a16="http://schemas.microsoft.com/office/drawing/2014/main" id="{12E51ED3-8B25-852B-7594-2F1667D1720B}"/>
              </a:ext>
            </a:extLst>
          </p:cNvPr>
          <p:cNvSpPr/>
          <p:nvPr/>
        </p:nvSpPr>
        <p:spPr bwMode="auto">
          <a:xfrm>
            <a:off x="2289229" y="2018130"/>
            <a:ext cx="780731" cy="2736558"/>
          </a:xfrm>
          <a:prstGeom prst="rect">
            <a:avLst/>
          </a:prstGeom>
          <a:solidFill>
            <a:srgbClr val="E6E6E6"/>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9" name="Rectangle 38">
            <a:extLst>
              <a:ext uri="{FF2B5EF4-FFF2-40B4-BE49-F238E27FC236}">
                <a16:creationId xmlns:a16="http://schemas.microsoft.com/office/drawing/2014/main" id="{A225CDE5-EB26-B5CE-765F-71C9F8D50CBB}"/>
              </a:ext>
            </a:extLst>
          </p:cNvPr>
          <p:cNvSpPr/>
          <p:nvPr/>
        </p:nvSpPr>
        <p:spPr bwMode="auto">
          <a:xfrm>
            <a:off x="2289229" y="2081492"/>
            <a:ext cx="780731" cy="2673195"/>
          </a:xfrm>
          <a:prstGeom prst="rect">
            <a:avLst/>
          </a:prstGeom>
          <a:solidFill>
            <a:schemeClr val="tx2">
              <a:lumMod val="75000"/>
            </a:schemeClr>
          </a:solidFill>
          <a:ln>
            <a:noFill/>
          </a:ln>
          <a:effectLst/>
        </p:spPr>
        <p:txBody>
          <a:bodyPr rot="0" spcFirstLastPara="0" vertOverflow="overflow" horzOverflow="overflow" vert="horz" wrap="square" lIns="182880" tIns="0" rIns="182880" bIns="0" numCol="1" spcCol="0" rtlCol="0" fromWordArt="0" anchor="t" anchorCtr="0" forceAA="0" compatLnSpc="1">
            <a:prstTxWarp prst="textNoShape">
              <a:avLst/>
            </a:prstTxWarp>
            <a:noAutofit/>
          </a:bodyPr>
          <a:lstStyle/>
          <a:p>
            <a:pPr algn="ctr"/>
            <a:r>
              <a:rPr lang="en-US" altLang="ja-JP" sz="1600" b="1" i="0">
                <a:solidFill>
                  <a:schemeClr val="bg1"/>
                </a:solidFill>
                <a:latin typeface="+mj-lt"/>
                <a:ea typeface="BIZ UDP明朝 Medium" panose="02020500000000000000" pitchFamily="18" charset="-128"/>
                <a:cs typeface="Roboto" panose="02000000000000000000" pitchFamily="2" charset="0"/>
              </a:rPr>
              <a:t>98%</a:t>
            </a:r>
            <a:endParaRPr lang="en-US" sz="1600" b="1" i="0">
              <a:solidFill>
                <a:schemeClr val="bg1"/>
              </a:solidFill>
              <a:latin typeface="+mj-lt"/>
              <a:ea typeface="BIZ UDP明朝 Medium" panose="02020500000000000000" pitchFamily="18" charset="-128"/>
              <a:cs typeface="Roboto" panose="02000000000000000000" pitchFamily="2" charset="0"/>
            </a:endParaRPr>
          </a:p>
        </p:txBody>
      </p:sp>
      <p:sp>
        <p:nvSpPr>
          <p:cNvPr id="10" name="Rectangle 39">
            <a:extLst>
              <a:ext uri="{FF2B5EF4-FFF2-40B4-BE49-F238E27FC236}">
                <a16:creationId xmlns:a16="http://schemas.microsoft.com/office/drawing/2014/main" id="{82966D12-5EC5-2816-B3C6-C3FC73D1E3D9}"/>
              </a:ext>
            </a:extLst>
          </p:cNvPr>
          <p:cNvSpPr/>
          <p:nvPr/>
        </p:nvSpPr>
        <p:spPr bwMode="auto">
          <a:xfrm>
            <a:off x="4398794" y="2007934"/>
            <a:ext cx="780731" cy="2736558"/>
          </a:xfrm>
          <a:prstGeom prst="rect">
            <a:avLst/>
          </a:prstGeom>
          <a:solidFill>
            <a:srgbClr val="E6E6E6"/>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11" name="Rectangle 42">
            <a:extLst>
              <a:ext uri="{FF2B5EF4-FFF2-40B4-BE49-F238E27FC236}">
                <a16:creationId xmlns:a16="http://schemas.microsoft.com/office/drawing/2014/main" id="{E9970047-3F57-2746-F077-FA31E69E45C8}"/>
              </a:ext>
            </a:extLst>
          </p:cNvPr>
          <p:cNvSpPr/>
          <p:nvPr/>
        </p:nvSpPr>
        <p:spPr bwMode="auto">
          <a:xfrm>
            <a:off x="4398794" y="2096593"/>
            <a:ext cx="780731" cy="2647899"/>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t" anchorCtr="0" forceAA="0" compatLnSpc="1">
            <a:prstTxWarp prst="textNoShape">
              <a:avLst/>
            </a:prstTxWarp>
            <a:noAutofit/>
          </a:bodyPr>
          <a:lstStyle/>
          <a:p>
            <a:pPr algn="ctr"/>
            <a:r>
              <a:rPr lang="en-US" altLang="ja-JP" sz="1600" b="1" i="0">
                <a:solidFill>
                  <a:schemeClr val="bg1"/>
                </a:solidFill>
                <a:latin typeface="+mj-lt"/>
                <a:ea typeface="BIZ UDP明朝 Medium" panose="02020500000000000000" pitchFamily="18" charset="-128"/>
                <a:cs typeface="Roboto" panose="02000000000000000000" pitchFamily="2" charset="0"/>
              </a:rPr>
              <a:t>94%</a:t>
            </a:r>
            <a:endParaRPr lang="en-US" sz="1600" b="1" i="0">
              <a:solidFill>
                <a:schemeClr val="bg1"/>
              </a:solidFill>
              <a:latin typeface="+mj-lt"/>
              <a:ea typeface="BIZ UDP明朝 Medium" panose="02020500000000000000" pitchFamily="18" charset="-128"/>
              <a:cs typeface="Roboto" panose="02000000000000000000" pitchFamily="2" charset="0"/>
            </a:endParaRPr>
          </a:p>
        </p:txBody>
      </p:sp>
      <p:sp>
        <p:nvSpPr>
          <p:cNvPr id="12" name="Rectangle 43">
            <a:extLst>
              <a:ext uri="{FF2B5EF4-FFF2-40B4-BE49-F238E27FC236}">
                <a16:creationId xmlns:a16="http://schemas.microsoft.com/office/drawing/2014/main" id="{72F522BD-9331-681F-641B-826E3426E846}"/>
              </a:ext>
            </a:extLst>
          </p:cNvPr>
          <p:cNvSpPr/>
          <p:nvPr/>
        </p:nvSpPr>
        <p:spPr bwMode="auto">
          <a:xfrm>
            <a:off x="5359227" y="2110996"/>
            <a:ext cx="780731" cy="2653028"/>
          </a:xfrm>
          <a:prstGeom prst="rect">
            <a:avLst/>
          </a:prstGeom>
          <a:solidFill>
            <a:schemeClr val="tx2"/>
          </a:solidFill>
          <a:ln>
            <a:noFill/>
          </a:ln>
          <a:effectLst/>
        </p:spPr>
        <p:txBody>
          <a:bodyPr rot="0" spcFirstLastPara="0" vertOverflow="overflow" horzOverflow="overflow" vert="horz" wrap="square" lIns="182880" tIns="0" rIns="182880" bIns="0" numCol="1" spcCol="0" rtlCol="0" fromWordArt="0" anchor="t" anchorCtr="0" forceAA="0" compatLnSpc="1">
            <a:prstTxWarp prst="textNoShape">
              <a:avLst/>
            </a:prstTxWarp>
            <a:noAutofit/>
          </a:bodyPr>
          <a:lstStyle/>
          <a:p>
            <a:pPr algn="ctr"/>
            <a:r>
              <a:rPr lang="en-US" altLang="ja-JP" sz="1600" b="1" i="0">
                <a:solidFill>
                  <a:schemeClr val="bg1"/>
                </a:solidFill>
                <a:latin typeface="+mj-lt"/>
                <a:ea typeface="BIZ UDP明朝 Medium" panose="02020500000000000000" pitchFamily="18" charset="-128"/>
                <a:cs typeface="Roboto" panose="02000000000000000000" pitchFamily="2" charset="0"/>
              </a:rPr>
              <a:t>94%</a:t>
            </a:r>
            <a:endParaRPr lang="en-US" sz="1600" b="1" i="0">
              <a:solidFill>
                <a:schemeClr val="bg1"/>
              </a:solidFill>
              <a:latin typeface="+mj-lt"/>
              <a:ea typeface="BIZ UDP明朝 Medium" panose="02020500000000000000" pitchFamily="18" charset="-128"/>
              <a:cs typeface="Roboto" panose="02000000000000000000" pitchFamily="2" charset="0"/>
            </a:endParaRPr>
          </a:p>
        </p:txBody>
      </p:sp>
      <p:cxnSp>
        <p:nvCxnSpPr>
          <p:cNvPr id="13" name="Straight Connector 113">
            <a:extLst>
              <a:ext uri="{FF2B5EF4-FFF2-40B4-BE49-F238E27FC236}">
                <a16:creationId xmlns:a16="http://schemas.microsoft.com/office/drawing/2014/main" id="{CE1465D6-841D-27DC-E7EE-946489A6A0D1}"/>
              </a:ext>
            </a:extLst>
          </p:cNvPr>
          <p:cNvCxnSpPr>
            <a:cxnSpLocks/>
          </p:cNvCxnSpPr>
          <p:nvPr/>
        </p:nvCxnSpPr>
        <p:spPr>
          <a:xfrm flipV="1">
            <a:off x="1069635" y="4943212"/>
            <a:ext cx="2130764" cy="4597"/>
          </a:xfrm>
          <a:prstGeom prst="line">
            <a:avLst/>
          </a:prstGeom>
          <a:ln w="12700">
            <a:solidFill>
              <a:schemeClr val="bg1">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Oval 114">
            <a:extLst>
              <a:ext uri="{FF2B5EF4-FFF2-40B4-BE49-F238E27FC236}">
                <a16:creationId xmlns:a16="http://schemas.microsoft.com/office/drawing/2014/main" id="{21550A21-6586-CE98-C1EB-7F7EB7971BE8}"/>
              </a:ext>
            </a:extLst>
          </p:cNvPr>
          <p:cNvSpPr/>
          <p:nvPr/>
        </p:nvSpPr>
        <p:spPr>
          <a:xfrm>
            <a:off x="1496374" y="4883734"/>
            <a:ext cx="128151" cy="128151"/>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mj-lt"/>
              <a:ea typeface="BIZ UDP明朝 Medium" panose="02020500000000000000" pitchFamily="18" charset="-128"/>
            </a:endParaRPr>
          </a:p>
        </p:txBody>
      </p:sp>
      <p:sp>
        <p:nvSpPr>
          <p:cNvPr id="15" name="Oval 115">
            <a:extLst>
              <a:ext uri="{FF2B5EF4-FFF2-40B4-BE49-F238E27FC236}">
                <a16:creationId xmlns:a16="http://schemas.microsoft.com/office/drawing/2014/main" id="{4D04FB69-AA42-20B0-AA5A-5D68532F8CD9}"/>
              </a:ext>
            </a:extLst>
          </p:cNvPr>
          <p:cNvSpPr/>
          <p:nvPr/>
        </p:nvSpPr>
        <p:spPr>
          <a:xfrm>
            <a:off x="2615306" y="4883734"/>
            <a:ext cx="128151" cy="128151"/>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mj-lt"/>
              <a:ea typeface="BIZ UDP明朝 Medium" panose="02020500000000000000" pitchFamily="18" charset="-128"/>
            </a:endParaRPr>
          </a:p>
        </p:txBody>
      </p:sp>
      <p:sp>
        <p:nvSpPr>
          <p:cNvPr id="18" name="Text Placeholder 3">
            <a:extLst>
              <a:ext uri="{FF2B5EF4-FFF2-40B4-BE49-F238E27FC236}">
                <a16:creationId xmlns:a16="http://schemas.microsoft.com/office/drawing/2014/main" id="{5B9C8F58-615D-FE0A-7454-C1B313458072}"/>
              </a:ext>
            </a:extLst>
          </p:cNvPr>
          <p:cNvSpPr txBox="1">
            <a:spLocks/>
          </p:cNvSpPr>
          <p:nvPr/>
        </p:nvSpPr>
        <p:spPr>
          <a:xfrm>
            <a:off x="1003583" y="5148323"/>
            <a:ext cx="1119448" cy="430887"/>
          </a:xfrm>
          <a:prstGeom prst="rect">
            <a:avLst/>
          </a:prstGeom>
        </p:spPr>
        <p:txBody>
          <a:bodyPr wrap="square" lIns="0" tIns="0" rIns="0" bIns="0" anchor="ctr" anchorCtr="1">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ja-JP" altLang="en-US" sz="1400" b="0">
                <a:solidFill>
                  <a:schemeClr val="tx1"/>
                </a:solidFill>
                <a:latin typeface="+mj-lt"/>
                <a:ea typeface="BIZ UDP明朝 Medium" panose="02020500000000000000" pitchFamily="18" charset="-128"/>
              </a:rPr>
              <a:t>報酬水準</a:t>
            </a:r>
            <a:br>
              <a:rPr lang="en-US" altLang="ja-JP" sz="1400" b="0">
                <a:solidFill>
                  <a:schemeClr val="tx1"/>
                </a:solidFill>
                <a:latin typeface="+mj-lt"/>
                <a:ea typeface="BIZ UDP明朝 Medium" panose="02020500000000000000" pitchFamily="18" charset="-128"/>
              </a:rPr>
            </a:br>
            <a:r>
              <a:rPr lang="ja-JP" altLang="en-US" sz="1400" b="0">
                <a:solidFill>
                  <a:schemeClr val="tx1"/>
                </a:solidFill>
                <a:latin typeface="+mj-lt"/>
                <a:ea typeface="BIZ UDP明朝 Medium" panose="02020500000000000000" pitchFamily="18" charset="-128"/>
              </a:rPr>
              <a:t>構成割合</a:t>
            </a:r>
            <a:endParaRPr lang="en-US" sz="1400" b="0">
              <a:solidFill>
                <a:schemeClr val="tx1"/>
              </a:solidFill>
              <a:latin typeface="+mj-lt"/>
              <a:ea typeface="BIZ UDP明朝 Medium" panose="02020500000000000000" pitchFamily="18" charset="-128"/>
            </a:endParaRPr>
          </a:p>
        </p:txBody>
      </p:sp>
      <p:sp>
        <p:nvSpPr>
          <p:cNvPr id="19" name="Text Placeholder 3">
            <a:extLst>
              <a:ext uri="{FF2B5EF4-FFF2-40B4-BE49-F238E27FC236}">
                <a16:creationId xmlns:a16="http://schemas.microsoft.com/office/drawing/2014/main" id="{5BA6E042-9F61-F386-AAF2-1469D24996A2}"/>
              </a:ext>
            </a:extLst>
          </p:cNvPr>
          <p:cNvSpPr txBox="1">
            <a:spLocks/>
          </p:cNvSpPr>
          <p:nvPr/>
        </p:nvSpPr>
        <p:spPr>
          <a:xfrm>
            <a:off x="2119657" y="5150186"/>
            <a:ext cx="1119448" cy="430887"/>
          </a:xfrm>
          <a:prstGeom prst="rect">
            <a:avLst/>
          </a:prstGeom>
        </p:spPr>
        <p:txBody>
          <a:bodyPr wrap="square" lIns="0" tIns="0" rIns="0" bIns="0" anchor="ctr" anchorCtr="1">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ja-JP" altLang="en-US" sz="1400" b="0">
                <a:solidFill>
                  <a:schemeClr val="tx1"/>
                </a:solidFill>
                <a:latin typeface="+mj-lt"/>
                <a:ea typeface="BIZ UDP明朝 Medium" panose="02020500000000000000" pitchFamily="18" charset="-128"/>
              </a:rPr>
              <a:t>評価指標</a:t>
            </a:r>
            <a:br>
              <a:rPr lang="en-US" altLang="ja-JP" sz="1400" b="0">
                <a:solidFill>
                  <a:schemeClr val="tx1"/>
                </a:solidFill>
                <a:latin typeface="+mj-lt"/>
                <a:ea typeface="BIZ UDP明朝 Medium" panose="02020500000000000000" pitchFamily="18" charset="-128"/>
              </a:rPr>
            </a:br>
            <a:r>
              <a:rPr lang="ja-JP" altLang="en-US" sz="1400" b="0">
                <a:solidFill>
                  <a:schemeClr val="tx1"/>
                </a:solidFill>
                <a:latin typeface="+mj-lt"/>
                <a:ea typeface="BIZ UDP明朝 Medium" panose="02020500000000000000" pitchFamily="18" charset="-128"/>
              </a:rPr>
              <a:t>算定方法</a:t>
            </a:r>
            <a:endParaRPr lang="en-US" sz="1400" b="0">
              <a:solidFill>
                <a:schemeClr val="tx1"/>
              </a:solidFill>
              <a:latin typeface="+mj-lt"/>
              <a:ea typeface="BIZ UDP明朝 Medium" panose="02020500000000000000" pitchFamily="18" charset="-128"/>
            </a:endParaRPr>
          </a:p>
        </p:txBody>
      </p:sp>
      <p:sp>
        <p:nvSpPr>
          <p:cNvPr id="28" name="テキスト ボックス 27">
            <a:extLst>
              <a:ext uri="{FF2B5EF4-FFF2-40B4-BE49-F238E27FC236}">
                <a16:creationId xmlns:a16="http://schemas.microsoft.com/office/drawing/2014/main" id="{778E09A9-6994-B03D-818B-36398E9E341C}"/>
              </a:ext>
            </a:extLst>
          </p:cNvPr>
          <p:cNvSpPr txBox="1"/>
          <p:nvPr/>
        </p:nvSpPr>
        <p:spPr>
          <a:xfrm>
            <a:off x="933651" y="1507604"/>
            <a:ext cx="2454442" cy="338554"/>
          </a:xfrm>
          <a:prstGeom prst="rect">
            <a:avLst/>
          </a:prstGeom>
          <a:noFill/>
        </p:spPr>
        <p:txBody>
          <a:bodyPr wrap="square">
            <a:spAutoFit/>
          </a:bodyPr>
          <a:lstStyle/>
          <a:p>
            <a:pPr algn="ctr"/>
            <a:r>
              <a:rPr lang="ja-JP" altLang="en-US" sz="1600" b="1">
                <a:latin typeface="+mj-lt"/>
                <a:ea typeface="BIZ UDP明朝 Medium" panose="02020500000000000000" pitchFamily="18" charset="-128"/>
              </a:rPr>
              <a:t>報酬制度・プロセス</a:t>
            </a:r>
          </a:p>
        </p:txBody>
      </p:sp>
      <p:sp>
        <p:nvSpPr>
          <p:cNvPr id="32" name="Rectangle 39">
            <a:extLst>
              <a:ext uri="{FF2B5EF4-FFF2-40B4-BE49-F238E27FC236}">
                <a16:creationId xmlns:a16="http://schemas.microsoft.com/office/drawing/2014/main" id="{6E93DAC7-9F43-A974-A0F0-22A98F242F23}"/>
              </a:ext>
            </a:extLst>
          </p:cNvPr>
          <p:cNvSpPr/>
          <p:nvPr/>
        </p:nvSpPr>
        <p:spPr bwMode="auto">
          <a:xfrm>
            <a:off x="10217954" y="2007934"/>
            <a:ext cx="780731" cy="2736558"/>
          </a:xfrm>
          <a:prstGeom prst="rect">
            <a:avLst/>
          </a:prstGeom>
          <a:solidFill>
            <a:srgbClr val="E6E6E6"/>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33" name="Rectangle 35">
            <a:extLst>
              <a:ext uri="{FF2B5EF4-FFF2-40B4-BE49-F238E27FC236}">
                <a16:creationId xmlns:a16="http://schemas.microsoft.com/office/drawing/2014/main" id="{CE7766E3-9ACE-1858-D6A9-C5A4C871EEA9}"/>
              </a:ext>
            </a:extLst>
          </p:cNvPr>
          <p:cNvSpPr/>
          <p:nvPr/>
        </p:nvSpPr>
        <p:spPr bwMode="auto">
          <a:xfrm>
            <a:off x="6319660" y="2025345"/>
            <a:ext cx="780731" cy="2736558"/>
          </a:xfrm>
          <a:prstGeom prst="rect">
            <a:avLst/>
          </a:prstGeom>
          <a:solidFill>
            <a:srgbClr val="E6E6E6"/>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34" name="Rectangle 36">
            <a:extLst>
              <a:ext uri="{FF2B5EF4-FFF2-40B4-BE49-F238E27FC236}">
                <a16:creationId xmlns:a16="http://schemas.microsoft.com/office/drawing/2014/main" id="{92893CD2-4C98-AC65-D410-1D1415EA2F6A}"/>
              </a:ext>
            </a:extLst>
          </p:cNvPr>
          <p:cNvSpPr/>
          <p:nvPr/>
        </p:nvSpPr>
        <p:spPr bwMode="auto">
          <a:xfrm>
            <a:off x="6319660" y="2993457"/>
            <a:ext cx="780731" cy="1768446"/>
          </a:xfrm>
          <a:prstGeom prst="rect">
            <a:avLst/>
          </a:prstGeom>
          <a:solidFill>
            <a:schemeClr val="accent2"/>
          </a:solidFill>
          <a:ln>
            <a:noFill/>
          </a:ln>
          <a:effectLst/>
        </p:spPr>
        <p:txBody>
          <a:bodyPr rot="0" spcFirstLastPara="0" vertOverflow="overflow" horzOverflow="overflow" vert="horz" wrap="square" lIns="182880" tIns="0" rIns="182880" bIns="0" numCol="1" spcCol="0" rtlCol="0" fromWordArt="0" anchor="t" anchorCtr="0" forceAA="0" compatLnSpc="1">
            <a:prstTxWarp prst="textNoShape">
              <a:avLst/>
            </a:prstTxWarp>
            <a:noAutofit/>
          </a:bodyPr>
          <a:lstStyle/>
          <a:p>
            <a:pPr algn="ctr"/>
            <a:r>
              <a:rPr lang="en-US" altLang="ja-JP" sz="1600" b="1" i="0">
                <a:solidFill>
                  <a:schemeClr val="bg1"/>
                </a:solidFill>
                <a:latin typeface="+mj-lt"/>
                <a:ea typeface="BIZ UDP明朝 Medium" panose="02020500000000000000" pitchFamily="18" charset="-128"/>
                <a:cs typeface="Roboto" panose="02000000000000000000" pitchFamily="2" charset="0"/>
              </a:rPr>
              <a:t>68%</a:t>
            </a:r>
            <a:endParaRPr lang="en-US" sz="1600" b="1" i="0">
              <a:solidFill>
                <a:schemeClr val="bg1"/>
              </a:solidFill>
              <a:latin typeface="+mj-lt"/>
              <a:ea typeface="BIZ UDP明朝 Medium" panose="02020500000000000000" pitchFamily="18" charset="-128"/>
              <a:cs typeface="Roboto" panose="02000000000000000000" pitchFamily="2" charset="0"/>
            </a:endParaRPr>
          </a:p>
        </p:txBody>
      </p:sp>
      <p:sp>
        <p:nvSpPr>
          <p:cNvPr id="35" name="Rectangle 37">
            <a:extLst>
              <a:ext uri="{FF2B5EF4-FFF2-40B4-BE49-F238E27FC236}">
                <a16:creationId xmlns:a16="http://schemas.microsoft.com/office/drawing/2014/main" id="{C3C06714-59DB-86D6-D1EB-0155F42E1B8D}"/>
              </a:ext>
            </a:extLst>
          </p:cNvPr>
          <p:cNvSpPr/>
          <p:nvPr/>
        </p:nvSpPr>
        <p:spPr bwMode="auto">
          <a:xfrm>
            <a:off x="8297088" y="2018130"/>
            <a:ext cx="780731" cy="2736558"/>
          </a:xfrm>
          <a:prstGeom prst="rect">
            <a:avLst/>
          </a:prstGeom>
          <a:solidFill>
            <a:srgbClr val="E6E6E6"/>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36" name="Rectangle 38">
            <a:extLst>
              <a:ext uri="{FF2B5EF4-FFF2-40B4-BE49-F238E27FC236}">
                <a16:creationId xmlns:a16="http://schemas.microsoft.com/office/drawing/2014/main" id="{4644BFEB-C390-6F1F-02D4-38E6729297B3}"/>
              </a:ext>
            </a:extLst>
          </p:cNvPr>
          <p:cNvSpPr/>
          <p:nvPr/>
        </p:nvSpPr>
        <p:spPr bwMode="auto">
          <a:xfrm>
            <a:off x="8297088" y="3177294"/>
            <a:ext cx="780731" cy="1577394"/>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t" anchorCtr="0" forceAA="0" compatLnSpc="1">
            <a:prstTxWarp prst="textNoShape">
              <a:avLst/>
            </a:prstTxWarp>
            <a:noAutofit/>
          </a:bodyPr>
          <a:lstStyle/>
          <a:p>
            <a:pPr algn="ctr"/>
            <a:r>
              <a:rPr lang="en-US" altLang="ja-JP" sz="1600" b="1" i="0">
                <a:solidFill>
                  <a:schemeClr val="bg1"/>
                </a:solidFill>
                <a:latin typeface="+mj-lt"/>
                <a:ea typeface="BIZ UDP明朝 Medium" panose="02020500000000000000" pitchFamily="18" charset="-128"/>
                <a:cs typeface="Roboto" panose="02000000000000000000" pitchFamily="2" charset="0"/>
              </a:rPr>
              <a:t>61%</a:t>
            </a:r>
            <a:endParaRPr lang="en-US" sz="1600" b="1" i="0">
              <a:solidFill>
                <a:schemeClr val="bg1"/>
              </a:solidFill>
              <a:latin typeface="+mj-lt"/>
              <a:ea typeface="BIZ UDP明朝 Medium" panose="02020500000000000000" pitchFamily="18" charset="-128"/>
              <a:cs typeface="Roboto" panose="02000000000000000000" pitchFamily="2" charset="0"/>
            </a:endParaRPr>
          </a:p>
        </p:txBody>
      </p:sp>
      <p:sp>
        <p:nvSpPr>
          <p:cNvPr id="37" name="Rectangle 39">
            <a:extLst>
              <a:ext uri="{FF2B5EF4-FFF2-40B4-BE49-F238E27FC236}">
                <a16:creationId xmlns:a16="http://schemas.microsoft.com/office/drawing/2014/main" id="{36223887-B7CD-7140-5F26-148D54FA4474}"/>
              </a:ext>
            </a:extLst>
          </p:cNvPr>
          <p:cNvSpPr/>
          <p:nvPr/>
        </p:nvSpPr>
        <p:spPr bwMode="auto">
          <a:xfrm>
            <a:off x="9257521" y="2025345"/>
            <a:ext cx="780731" cy="2736558"/>
          </a:xfrm>
          <a:prstGeom prst="rect">
            <a:avLst/>
          </a:prstGeom>
          <a:solidFill>
            <a:srgbClr val="E6E6E6"/>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38" name="Rectangle 42">
            <a:extLst>
              <a:ext uri="{FF2B5EF4-FFF2-40B4-BE49-F238E27FC236}">
                <a16:creationId xmlns:a16="http://schemas.microsoft.com/office/drawing/2014/main" id="{1E34B41D-E74C-0A69-0107-A261F08B3384}"/>
              </a:ext>
            </a:extLst>
          </p:cNvPr>
          <p:cNvSpPr/>
          <p:nvPr/>
        </p:nvSpPr>
        <p:spPr bwMode="auto">
          <a:xfrm>
            <a:off x="9257521" y="2847676"/>
            <a:ext cx="780731" cy="1914228"/>
          </a:xfrm>
          <a:prstGeom prst="rect">
            <a:avLst/>
          </a:prstGeom>
          <a:solidFill>
            <a:schemeClr val="tx2"/>
          </a:solidFill>
          <a:ln>
            <a:noFill/>
          </a:ln>
          <a:effectLst/>
        </p:spPr>
        <p:txBody>
          <a:bodyPr rot="0" spcFirstLastPara="0" vertOverflow="overflow" horzOverflow="overflow" vert="horz" wrap="square" lIns="182880" tIns="0" rIns="182880" bIns="0" numCol="1" spcCol="0" rtlCol="0" fromWordArt="0" anchor="t" anchorCtr="0" forceAA="0" compatLnSpc="1">
            <a:prstTxWarp prst="textNoShape">
              <a:avLst/>
            </a:prstTxWarp>
            <a:noAutofit/>
          </a:bodyPr>
          <a:lstStyle/>
          <a:p>
            <a:pPr algn="ctr"/>
            <a:r>
              <a:rPr lang="en-US" altLang="ja-JP" sz="1600" b="1" i="0">
                <a:solidFill>
                  <a:schemeClr val="bg1"/>
                </a:solidFill>
                <a:latin typeface="+mj-lt"/>
                <a:ea typeface="BIZ UDP明朝 Medium" panose="02020500000000000000" pitchFamily="18" charset="-128"/>
                <a:cs typeface="Roboto" panose="02000000000000000000" pitchFamily="2" charset="0"/>
              </a:rPr>
              <a:t>70%</a:t>
            </a:r>
            <a:endParaRPr lang="en-US" sz="1600" b="1" i="0">
              <a:solidFill>
                <a:schemeClr val="bg1"/>
              </a:solidFill>
              <a:latin typeface="+mj-lt"/>
              <a:ea typeface="BIZ UDP明朝 Medium" panose="02020500000000000000" pitchFamily="18" charset="-128"/>
              <a:cs typeface="Roboto" panose="02000000000000000000" pitchFamily="2" charset="0"/>
            </a:endParaRPr>
          </a:p>
        </p:txBody>
      </p:sp>
      <p:sp>
        <p:nvSpPr>
          <p:cNvPr id="39" name="Rectangle 43">
            <a:extLst>
              <a:ext uri="{FF2B5EF4-FFF2-40B4-BE49-F238E27FC236}">
                <a16:creationId xmlns:a16="http://schemas.microsoft.com/office/drawing/2014/main" id="{5100B1A3-DFD5-317E-D519-BE19AD93B240}"/>
              </a:ext>
            </a:extLst>
          </p:cNvPr>
          <p:cNvSpPr/>
          <p:nvPr/>
        </p:nvSpPr>
        <p:spPr bwMode="auto">
          <a:xfrm>
            <a:off x="10217954" y="3313845"/>
            <a:ext cx="780731" cy="1432768"/>
          </a:xfrm>
          <a:prstGeom prst="rect">
            <a:avLst/>
          </a:prstGeom>
          <a:solidFill>
            <a:schemeClr val="accent2"/>
          </a:solidFill>
          <a:ln>
            <a:noFill/>
          </a:ln>
          <a:effectLst/>
        </p:spPr>
        <p:txBody>
          <a:bodyPr rot="0" spcFirstLastPara="0" vertOverflow="overflow" horzOverflow="overflow" vert="horz" wrap="square" lIns="182880" tIns="0" rIns="182880" bIns="0" numCol="1" spcCol="0" rtlCol="0" fromWordArt="0" anchor="t" anchorCtr="0" forceAA="0" compatLnSpc="1">
            <a:prstTxWarp prst="textNoShape">
              <a:avLst/>
            </a:prstTxWarp>
            <a:noAutofit/>
          </a:bodyPr>
          <a:lstStyle/>
          <a:p>
            <a:pPr algn="ctr"/>
            <a:r>
              <a:rPr lang="en-US" altLang="ja-JP" sz="1600" b="1" i="0">
                <a:solidFill>
                  <a:schemeClr val="bg1"/>
                </a:solidFill>
                <a:latin typeface="+mj-lt"/>
                <a:ea typeface="BIZ UDP明朝 Medium" panose="02020500000000000000" pitchFamily="18" charset="-128"/>
                <a:cs typeface="Roboto" panose="02000000000000000000" pitchFamily="2" charset="0"/>
              </a:rPr>
              <a:t>54%</a:t>
            </a:r>
            <a:endParaRPr lang="en-US" sz="1600" b="1" i="0">
              <a:solidFill>
                <a:schemeClr val="bg1"/>
              </a:solidFill>
              <a:latin typeface="+mj-lt"/>
              <a:ea typeface="BIZ UDP明朝 Medium" panose="02020500000000000000" pitchFamily="18" charset="-128"/>
              <a:cs typeface="Roboto" panose="02000000000000000000" pitchFamily="2" charset="0"/>
            </a:endParaRPr>
          </a:p>
        </p:txBody>
      </p:sp>
      <p:sp>
        <p:nvSpPr>
          <p:cNvPr id="53" name="テキスト ボックス 52">
            <a:extLst>
              <a:ext uri="{FF2B5EF4-FFF2-40B4-BE49-F238E27FC236}">
                <a16:creationId xmlns:a16="http://schemas.microsoft.com/office/drawing/2014/main" id="{5F6D0C18-B0DE-EE86-004A-41FCB73374E1}"/>
              </a:ext>
            </a:extLst>
          </p:cNvPr>
          <p:cNvSpPr txBox="1"/>
          <p:nvPr/>
        </p:nvSpPr>
        <p:spPr>
          <a:xfrm>
            <a:off x="4101833" y="1507604"/>
            <a:ext cx="3167916" cy="338554"/>
          </a:xfrm>
          <a:prstGeom prst="rect">
            <a:avLst/>
          </a:prstGeom>
          <a:noFill/>
        </p:spPr>
        <p:txBody>
          <a:bodyPr wrap="square">
            <a:spAutoFit/>
          </a:bodyPr>
          <a:lstStyle/>
          <a:p>
            <a:pPr algn="ctr"/>
            <a:r>
              <a:rPr lang="ja-JP" altLang="en-US" sz="1600" b="1" i="0">
                <a:solidFill>
                  <a:srgbClr val="2A2A2B"/>
                </a:solidFill>
                <a:effectLst/>
                <a:latin typeface="+mj-lt"/>
                <a:ea typeface="BIZ UDP明朝 Medium" panose="02020500000000000000" pitchFamily="18" charset="-128"/>
              </a:rPr>
              <a:t>実際の支給額</a:t>
            </a:r>
            <a:endParaRPr lang="ja-JP" altLang="en-US" sz="1600">
              <a:latin typeface="+mj-lt"/>
              <a:ea typeface="BIZ UDP明朝 Medium" panose="02020500000000000000" pitchFamily="18" charset="-128"/>
            </a:endParaRPr>
          </a:p>
        </p:txBody>
      </p:sp>
      <p:sp>
        <p:nvSpPr>
          <p:cNvPr id="58" name="Text Placeholder 3">
            <a:extLst>
              <a:ext uri="{FF2B5EF4-FFF2-40B4-BE49-F238E27FC236}">
                <a16:creationId xmlns:a16="http://schemas.microsoft.com/office/drawing/2014/main" id="{95B9D976-AE17-97A4-A1A1-65FF84D655EC}"/>
              </a:ext>
            </a:extLst>
          </p:cNvPr>
          <p:cNvSpPr txBox="1">
            <a:spLocks/>
          </p:cNvSpPr>
          <p:nvPr/>
        </p:nvSpPr>
        <p:spPr>
          <a:xfrm>
            <a:off x="2289229" y="5779923"/>
            <a:ext cx="9415092" cy="217492"/>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kumimoji="1" sz="2000" b="0" i="0" kern="1200">
                <a:solidFill>
                  <a:schemeClr val="tx1"/>
                </a:solidFill>
                <a:latin typeface="+mn-lt"/>
                <a:ea typeface="Roboto" panose="02000000000000000000" pitchFamily="2" charset="0"/>
                <a:cs typeface="Times New Roman" panose="02020603050405020304" pitchFamily="18" charset="0"/>
              </a:defRPr>
            </a:lvl1pPr>
            <a:lvl2pPr marL="0" indent="0" algn="l" defTabSz="914400" rtl="0" eaLnBrk="1" latinLnBrk="0" hangingPunct="1">
              <a:lnSpc>
                <a:spcPct val="100000"/>
              </a:lnSpc>
              <a:spcBef>
                <a:spcPts val="0"/>
              </a:spcBef>
              <a:spcAft>
                <a:spcPts val="300"/>
              </a:spcAft>
              <a:buClr>
                <a:schemeClr val="accent1"/>
              </a:buClr>
              <a:buFontTx/>
              <a:buNone/>
              <a:tabLst>
                <a:tab pos="280988" algn="l"/>
              </a:tabLst>
              <a:defRPr kumimoji="1" sz="2000" b="0" i="0" kern="1200">
                <a:solidFill>
                  <a:schemeClr val="tx1"/>
                </a:solidFill>
                <a:latin typeface="+mn-lt"/>
                <a:ea typeface="Roboto" panose="02000000000000000000" pitchFamily="2" charset="0"/>
                <a:cs typeface="Arial" panose="020B0604020202020204" pitchFamily="34" charset="0"/>
              </a:defRPr>
            </a:lvl2pPr>
            <a:lvl3pPr marL="0" indent="0" algn="l" defTabSz="292608" rtl="0" eaLnBrk="1" latinLnBrk="0" hangingPunct="1">
              <a:lnSpc>
                <a:spcPct val="100000"/>
              </a:lnSpc>
              <a:spcBef>
                <a:spcPts val="0"/>
              </a:spcBef>
              <a:spcAft>
                <a:spcPts val="300"/>
              </a:spcAft>
              <a:buClr>
                <a:schemeClr val="tx2"/>
              </a:buClr>
              <a:buFontTx/>
              <a:buNone/>
              <a:tabLst>
                <a:tab pos="276225" algn="l"/>
                <a:tab pos="584200" algn="l"/>
              </a:tabLst>
              <a:defRPr kumimoji="1" sz="2000" b="0" i="0" kern="1200">
                <a:solidFill>
                  <a:schemeClr val="tx1"/>
                </a:solidFill>
                <a:latin typeface="+mn-lt"/>
                <a:ea typeface="Roboto" panose="02000000000000000000" pitchFamily="2" charset="0"/>
                <a:cs typeface="Times New Roman" panose="02020603050405020304" pitchFamily="18" charset="0"/>
              </a:defRPr>
            </a:lvl3pPr>
            <a:lvl4pPr marL="0" marR="0" indent="0" algn="l" defTabSz="292608" rtl="0" eaLnBrk="1" fontAlgn="auto" latinLnBrk="0" hangingPunct="1">
              <a:lnSpc>
                <a:spcPct val="100000"/>
              </a:lnSpc>
              <a:spcBef>
                <a:spcPts val="0"/>
              </a:spcBef>
              <a:spcAft>
                <a:spcPts val="300"/>
              </a:spcAft>
              <a:buClr>
                <a:schemeClr val="tx2"/>
              </a:buClr>
              <a:buSzPct val="100000"/>
              <a:buFontTx/>
              <a:buNone/>
              <a:tabLst/>
              <a:defRPr kumimoji="1" sz="2000" b="0" i="0" kern="1200">
                <a:solidFill>
                  <a:schemeClr val="tx1"/>
                </a:solidFill>
                <a:latin typeface="+mn-lt"/>
                <a:ea typeface="Roboto" panose="02000000000000000000" pitchFamily="2" charset="0"/>
                <a:cs typeface="Times New Roman" panose="02020603050405020304" pitchFamily="18" charset="0"/>
              </a:defRPr>
            </a:lvl4pPr>
            <a:lvl5pPr marL="0" indent="0" algn="l" defTabSz="292608" rtl="0" eaLnBrk="1" latinLnBrk="0" hangingPunct="1">
              <a:lnSpc>
                <a:spcPct val="100000"/>
              </a:lnSpc>
              <a:spcBef>
                <a:spcPts val="0"/>
              </a:spcBef>
              <a:spcAft>
                <a:spcPts val="300"/>
              </a:spcAft>
              <a:buClr>
                <a:schemeClr val="tx2"/>
              </a:buClr>
              <a:buSzPct val="100000"/>
              <a:buFontTx/>
              <a:buNone/>
              <a:tabLst>
                <a:tab pos="292608" algn="l"/>
                <a:tab pos="585216" algn="l"/>
              </a:tabLst>
              <a:defRPr kumimoji="1" sz="2000" b="0" i="0" kern="1200">
                <a:solidFill>
                  <a:schemeClr val="tx1"/>
                </a:solidFill>
                <a:latin typeface="+mn-lt"/>
                <a:ea typeface="Roboto" panose="02000000000000000000" pitchFamily="2" charset="0"/>
                <a:cs typeface="Times New Roman" panose="02020603050405020304" pitchFamily="18" charset="0"/>
              </a:defRPr>
            </a:lvl5pPr>
            <a:lvl6pPr marL="0" indent="0" algn="l" defTabSz="914400" rtl="0" eaLnBrk="1" latinLnBrk="0" hangingPunct="1">
              <a:lnSpc>
                <a:spcPct val="100000"/>
              </a:lnSpc>
              <a:spcBef>
                <a:spcPts val="0"/>
              </a:spcBef>
              <a:spcAft>
                <a:spcPts val="300"/>
              </a:spcAft>
              <a:buClr>
                <a:schemeClr val="tx2"/>
              </a:buClr>
              <a:buSzPct val="100000"/>
              <a:buFontTx/>
              <a:buNone/>
              <a:tabLst/>
              <a:defRPr kumimoji="1" sz="2000" b="0" i="0" kern="1200">
                <a:solidFill>
                  <a:schemeClr val="tx1"/>
                </a:solidFill>
                <a:latin typeface="+mn-lt"/>
                <a:ea typeface="Roboto" panose="02000000000000000000" pitchFamily="2" charset="0"/>
                <a:cs typeface="Times New Roman" panose="02020603050405020304" pitchFamily="18" charset="0"/>
              </a:defRPr>
            </a:lvl6pPr>
            <a:lvl7pPr marL="0" indent="0" algn="l" defTabSz="914400" rtl="0" eaLnBrk="1" latinLnBrk="0" hangingPunct="1">
              <a:lnSpc>
                <a:spcPct val="100000"/>
              </a:lnSpc>
              <a:spcBef>
                <a:spcPts val="0"/>
              </a:spcBef>
              <a:spcAft>
                <a:spcPts val="300"/>
              </a:spcAft>
              <a:buClr>
                <a:schemeClr val="tx2"/>
              </a:buClr>
              <a:buSzPct val="100000"/>
              <a:buFontTx/>
              <a:buNone/>
              <a:tabLst/>
              <a:defRPr kumimoji="1" sz="2000" b="0" i="0" kern="1200">
                <a:solidFill>
                  <a:schemeClr val="tx1"/>
                </a:solidFill>
                <a:latin typeface="+mn-lt"/>
                <a:ea typeface="Roboto" panose="02000000000000000000" pitchFamily="2" charset="0"/>
                <a:cs typeface="Times New Roman" panose="02020603050405020304" pitchFamily="18" charset="0"/>
              </a:defRPr>
            </a:lvl7pPr>
            <a:lvl8pPr marL="0" indent="0" algn="l" defTabSz="914400" rtl="0" eaLnBrk="1" latinLnBrk="0" hangingPunct="1">
              <a:lnSpc>
                <a:spcPct val="100000"/>
              </a:lnSpc>
              <a:spcBef>
                <a:spcPts val="0"/>
              </a:spcBef>
              <a:spcAft>
                <a:spcPts val="300"/>
              </a:spcAft>
              <a:buClr>
                <a:schemeClr val="tx2"/>
              </a:buClr>
              <a:buSzPct val="100000"/>
              <a:buFontTx/>
              <a:buNone/>
              <a:tabLst/>
              <a:defRPr kumimoji="1" sz="2000" b="0" i="0" kern="1200">
                <a:solidFill>
                  <a:schemeClr val="tx1"/>
                </a:solidFill>
                <a:latin typeface="+mn-lt"/>
                <a:ea typeface="Roboto" panose="02000000000000000000" pitchFamily="2" charset="0"/>
                <a:cs typeface="Times New Roman" panose="02020603050405020304" pitchFamily="18" charset="0"/>
              </a:defRPr>
            </a:lvl8pPr>
            <a:lvl9pPr marL="0" indent="0" algn="l" defTabSz="914400" rtl="0" eaLnBrk="1" latinLnBrk="0" hangingPunct="1">
              <a:lnSpc>
                <a:spcPct val="100000"/>
              </a:lnSpc>
              <a:spcBef>
                <a:spcPts val="0"/>
              </a:spcBef>
              <a:spcAft>
                <a:spcPts val="300"/>
              </a:spcAft>
              <a:buClr>
                <a:schemeClr val="tx2"/>
              </a:buClr>
              <a:buSzPct val="100000"/>
              <a:buFontTx/>
              <a:buNone/>
              <a:tabLst/>
              <a:defRPr kumimoji="1" sz="2000" b="0" i="0" kern="1200">
                <a:solidFill>
                  <a:schemeClr val="tx1"/>
                </a:solidFill>
                <a:latin typeface="+mn-lt"/>
                <a:ea typeface="Roboto" panose="02000000000000000000" pitchFamily="2" charset="0"/>
                <a:cs typeface="Times New Roman" panose="02020603050405020304" pitchFamily="18" charset="0"/>
              </a:defRPr>
            </a:lvl9pPr>
          </a:lstStyle>
          <a:p>
            <a:pPr algn="r"/>
            <a:r>
              <a:rPr lang="ja-JP" altLang="en-US" sz="1200">
                <a:latin typeface="+mj-lt"/>
                <a:ea typeface="BIZ UDP明朝 Medium" panose="02020500000000000000" pitchFamily="18" charset="-128"/>
              </a:rPr>
              <a:t>（出所） </a:t>
            </a:r>
            <a:r>
              <a:rPr lang="en-US" altLang="ja-JP" sz="1200">
                <a:latin typeface="+mj-lt"/>
                <a:ea typeface="BIZ UDP明朝 Medium" panose="02020500000000000000" pitchFamily="18" charset="-128"/>
              </a:rPr>
              <a:t>WTW</a:t>
            </a:r>
            <a:r>
              <a:rPr lang="ja-JP" altLang="en-US" sz="1200">
                <a:latin typeface="+mj-lt"/>
                <a:ea typeface="BIZ UDP明朝 Medium" panose="02020500000000000000" pitchFamily="18" charset="-128"/>
              </a:rPr>
              <a:t>「</a:t>
            </a:r>
            <a:r>
              <a:rPr lang="en-US" altLang="ja-JP" sz="1200">
                <a:latin typeface="+mj-lt"/>
                <a:ea typeface="BIZ UDP明朝 Medium" panose="02020500000000000000" pitchFamily="18" charset="-128"/>
              </a:rPr>
              <a:t>2025</a:t>
            </a:r>
            <a:r>
              <a:rPr lang="ja-JP" altLang="en-US" sz="1200">
                <a:latin typeface="+mj-lt"/>
                <a:ea typeface="BIZ UDP明朝 Medium" panose="02020500000000000000" pitchFamily="18" charset="-128"/>
              </a:rPr>
              <a:t>年経営者報酬データベース 結果集計レポート」に基づき作成</a:t>
            </a:r>
          </a:p>
        </p:txBody>
      </p:sp>
      <p:cxnSp>
        <p:nvCxnSpPr>
          <p:cNvPr id="60" name="Straight Connector 113">
            <a:extLst>
              <a:ext uri="{FF2B5EF4-FFF2-40B4-BE49-F238E27FC236}">
                <a16:creationId xmlns:a16="http://schemas.microsoft.com/office/drawing/2014/main" id="{8B24BC33-CA33-F057-941C-5D94F3C2E7AC}"/>
              </a:ext>
            </a:extLst>
          </p:cNvPr>
          <p:cNvCxnSpPr>
            <a:cxnSpLocks/>
          </p:cNvCxnSpPr>
          <p:nvPr/>
        </p:nvCxnSpPr>
        <p:spPr>
          <a:xfrm flipV="1">
            <a:off x="4398794" y="4941010"/>
            <a:ext cx="2701597" cy="13568"/>
          </a:xfrm>
          <a:prstGeom prst="line">
            <a:avLst/>
          </a:prstGeom>
          <a:ln w="12700">
            <a:solidFill>
              <a:schemeClr val="bg1">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1" name="Oval 114">
            <a:extLst>
              <a:ext uri="{FF2B5EF4-FFF2-40B4-BE49-F238E27FC236}">
                <a16:creationId xmlns:a16="http://schemas.microsoft.com/office/drawing/2014/main" id="{A0D03CEF-5378-62E7-7EA8-64FF1B1A70B1}"/>
              </a:ext>
            </a:extLst>
          </p:cNvPr>
          <p:cNvSpPr/>
          <p:nvPr/>
        </p:nvSpPr>
        <p:spPr>
          <a:xfrm>
            <a:off x="4714892" y="4883734"/>
            <a:ext cx="128151" cy="12815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mj-lt"/>
              <a:ea typeface="BIZ UDP明朝 Medium" panose="02020500000000000000" pitchFamily="18" charset="-128"/>
            </a:endParaRPr>
          </a:p>
        </p:txBody>
      </p:sp>
      <p:sp>
        <p:nvSpPr>
          <p:cNvPr id="62" name="Oval 115">
            <a:extLst>
              <a:ext uri="{FF2B5EF4-FFF2-40B4-BE49-F238E27FC236}">
                <a16:creationId xmlns:a16="http://schemas.microsoft.com/office/drawing/2014/main" id="{C2A7CD70-69A4-BE87-DEF7-E56530765DE7}"/>
              </a:ext>
            </a:extLst>
          </p:cNvPr>
          <p:cNvSpPr/>
          <p:nvPr/>
        </p:nvSpPr>
        <p:spPr>
          <a:xfrm>
            <a:off x="5687424" y="4886970"/>
            <a:ext cx="128151" cy="12815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mj-lt"/>
              <a:ea typeface="BIZ UDP明朝 Medium" panose="02020500000000000000" pitchFamily="18" charset="-128"/>
            </a:endParaRPr>
          </a:p>
        </p:txBody>
      </p:sp>
      <p:sp>
        <p:nvSpPr>
          <p:cNvPr id="63" name="Text Placeholder 3">
            <a:extLst>
              <a:ext uri="{FF2B5EF4-FFF2-40B4-BE49-F238E27FC236}">
                <a16:creationId xmlns:a16="http://schemas.microsoft.com/office/drawing/2014/main" id="{8319D363-8D20-834C-77F6-DF0C9A9D18CB}"/>
              </a:ext>
            </a:extLst>
          </p:cNvPr>
          <p:cNvSpPr txBox="1">
            <a:spLocks/>
          </p:cNvSpPr>
          <p:nvPr/>
        </p:nvSpPr>
        <p:spPr>
          <a:xfrm>
            <a:off x="4214812" y="5238907"/>
            <a:ext cx="1119448" cy="215444"/>
          </a:xfrm>
          <a:prstGeom prst="rect">
            <a:avLst/>
          </a:prstGeom>
        </p:spPr>
        <p:txBody>
          <a:bodyPr wrap="square" lIns="0" tIns="0" rIns="0" bIns="0" anchor="ctr" anchorCtr="1">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altLang="ja-JP" sz="1400" b="0">
                <a:solidFill>
                  <a:schemeClr val="tx1"/>
                </a:solidFill>
                <a:latin typeface="+mj-lt"/>
                <a:ea typeface="BIZ UDP明朝 Medium" panose="02020500000000000000" pitchFamily="18" charset="-128"/>
              </a:rPr>
              <a:t>CEO</a:t>
            </a:r>
          </a:p>
        </p:txBody>
      </p:sp>
      <p:sp>
        <p:nvSpPr>
          <p:cNvPr id="64" name="Text Placeholder 3">
            <a:extLst>
              <a:ext uri="{FF2B5EF4-FFF2-40B4-BE49-F238E27FC236}">
                <a16:creationId xmlns:a16="http://schemas.microsoft.com/office/drawing/2014/main" id="{04C050DC-130C-F679-37B1-2F886A78058F}"/>
              </a:ext>
            </a:extLst>
          </p:cNvPr>
          <p:cNvSpPr txBox="1">
            <a:spLocks/>
          </p:cNvSpPr>
          <p:nvPr/>
        </p:nvSpPr>
        <p:spPr>
          <a:xfrm>
            <a:off x="5190519" y="5132655"/>
            <a:ext cx="1119448" cy="430887"/>
          </a:xfrm>
          <a:prstGeom prst="rect">
            <a:avLst/>
          </a:prstGeom>
        </p:spPr>
        <p:txBody>
          <a:bodyPr wrap="square" lIns="0" tIns="0" rIns="0" bIns="0" anchor="ctr" anchorCtr="1">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ja-JP" altLang="en-US" sz="1400" b="0">
                <a:solidFill>
                  <a:schemeClr val="tx1"/>
                </a:solidFill>
                <a:latin typeface="+mj-lt"/>
                <a:ea typeface="BIZ UDP明朝 Medium" panose="02020500000000000000" pitchFamily="18" charset="-128"/>
              </a:rPr>
              <a:t>取締役</a:t>
            </a:r>
            <a:br>
              <a:rPr lang="en-US" altLang="ja-JP" sz="1400" b="0">
                <a:solidFill>
                  <a:schemeClr val="tx1"/>
                </a:solidFill>
                <a:latin typeface="+mj-lt"/>
                <a:ea typeface="BIZ UDP明朝 Medium" panose="02020500000000000000" pitchFamily="18" charset="-128"/>
              </a:rPr>
            </a:br>
            <a:r>
              <a:rPr lang="ja-JP" altLang="en-US" sz="1400" b="0">
                <a:solidFill>
                  <a:schemeClr val="tx1"/>
                </a:solidFill>
                <a:latin typeface="+mj-lt"/>
                <a:ea typeface="BIZ UDP明朝 Medium" panose="02020500000000000000" pitchFamily="18" charset="-128"/>
              </a:rPr>
              <a:t>執行役</a:t>
            </a:r>
            <a:endParaRPr lang="en-US" altLang="ja-JP" sz="1400" b="0">
              <a:solidFill>
                <a:schemeClr val="tx1"/>
              </a:solidFill>
              <a:latin typeface="+mj-lt"/>
              <a:ea typeface="BIZ UDP明朝 Medium" panose="02020500000000000000" pitchFamily="18" charset="-128"/>
            </a:endParaRPr>
          </a:p>
        </p:txBody>
      </p:sp>
      <p:sp>
        <p:nvSpPr>
          <p:cNvPr id="67" name="Oval 115">
            <a:extLst>
              <a:ext uri="{FF2B5EF4-FFF2-40B4-BE49-F238E27FC236}">
                <a16:creationId xmlns:a16="http://schemas.microsoft.com/office/drawing/2014/main" id="{83FF0951-A060-DE50-00E9-1B3ED2FE6291}"/>
              </a:ext>
            </a:extLst>
          </p:cNvPr>
          <p:cNvSpPr/>
          <p:nvPr/>
        </p:nvSpPr>
        <p:spPr>
          <a:xfrm>
            <a:off x="6636428" y="4883734"/>
            <a:ext cx="128151" cy="1281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mj-lt"/>
              <a:ea typeface="BIZ UDP明朝 Medium" panose="02020500000000000000" pitchFamily="18" charset="-128"/>
            </a:endParaRPr>
          </a:p>
        </p:txBody>
      </p:sp>
      <p:sp>
        <p:nvSpPr>
          <p:cNvPr id="68" name="Text Placeholder 3">
            <a:extLst>
              <a:ext uri="{FF2B5EF4-FFF2-40B4-BE49-F238E27FC236}">
                <a16:creationId xmlns:a16="http://schemas.microsoft.com/office/drawing/2014/main" id="{87EFB809-A556-8517-083A-9F22D2A651C6}"/>
              </a:ext>
            </a:extLst>
          </p:cNvPr>
          <p:cNvSpPr txBox="1">
            <a:spLocks/>
          </p:cNvSpPr>
          <p:nvPr/>
        </p:nvSpPr>
        <p:spPr>
          <a:xfrm>
            <a:off x="6150301" y="5131186"/>
            <a:ext cx="1119448" cy="430887"/>
          </a:xfrm>
          <a:prstGeom prst="rect">
            <a:avLst/>
          </a:prstGeom>
        </p:spPr>
        <p:txBody>
          <a:bodyPr wrap="square" lIns="0" tIns="0" rIns="0" bIns="0" anchor="ctr" anchorCtr="1">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ja-JP" altLang="en-US" sz="1400" b="0">
                <a:solidFill>
                  <a:schemeClr val="tx1"/>
                </a:solidFill>
                <a:latin typeface="+mj-lt"/>
                <a:ea typeface="BIZ UDP明朝 Medium" panose="02020500000000000000" pitchFamily="18" charset="-128"/>
              </a:rPr>
              <a:t>業務執行</a:t>
            </a:r>
            <a:br>
              <a:rPr lang="en-US" altLang="ja-JP" sz="1400" b="0">
                <a:solidFill>
                  <a:schemeClr val="tx1"/>
                </a:solidFill>
                <a:latin typeface="+mj-lt"/>
                <a:ea typeface="BIZ UDP明朝 Medium" panose="02020500000000000000" pitchFamily="18" charset="-128"/>
              </a:rPr>
            </a:br>
            <a:r>
              <a:rPr lang="ja-JP" altLang="en-US" sz="1400" b="0">
                <a:solidFill>
                  <a:schemeClr val="tx1"/>
                </a:solidFill>
                <a:latin typeface="+mj-lt"/>
                <a:ea typeface="BIZ UDP明朝 Medium" panose="02020500000000000000" pitchFamily="18" charset="-128"/>
              </a:rPr>
              <a:t>役員</a:t>
            </a:r>
            <a:endParaRPr lang="en-US" sz="1400" b="0">
              <a:solidFill>
                <a:schemeClr val="tx1"/>
              </a:solidFill>
              <a:latin typeface="+mj-lt"/>
              <a:ea typeface="BIZ UDP明朝 Medium" panose="02020500000000000000" pitchFamily="18" charset="-128"/>
            </a:endParaRPr>
          </a:p>
        </p:txBody>
      </p:sp>
      <p:cxnSp>
        <p:nvCxnSpPr>
          <p:cNvPr id="69" name="Straight Connector 113">
            <a:extLst>
              <a:ext uri="{FF2B5EF4-FFF2-40B4-BE49-F238E27FC236}">
                <a16:creationId xmlns:a16="http://schemas.microsoft.com/office/drawing/2014/main" id="{957E653D-B64A-7348-FC04-42C4DC85859D}"/>
              </a:ext>
            </a:extLst>
          </p:cNvPr>
          <p:cNvCxnSpPr>
            <a:cxnSpLocks/>
          </p:cNvCxnSpPr>
          <p:nvPr/>
        </p:nvCxnSpPr>
        <p:spPr>
          <a:xfrm flipV="1">
            <a:off x="8297088" y="4931123"/>
            <a:ext cx="2701597" cy="23455"/>
          </a:xfrm>
          <a:prstGeom prst="line">
            <a:avLst/>
          </a:prstGeom>
          <a:ln w="12700">
            <a:solidFill>
              <a:schemeClr val="bg1">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0" name="Oval 114">
            <a:extLst>
              <a:ext uri="{FF2B5EF4-FFF2-40B4-BE49-F238E27FC236}">
                <a16:creationId xmlns:a16="http://schemas.microsoft.com/office/drawing/2014/main" id="{A56B9C2A-58FC-C724-F8DA-16798C21A2AB}"/>
              </a:ext>
            </a:extLst>
          </p:cNvPr>
          <p:cNvSpPr/>
          <p:nvPr/>
        </p:nvSpPr>
        <p:spPr>
          <a:xfrm>
            <a:off x="8610892" y="4879136"/>
            <a:ext cx="128151" cy="12815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mj-lt"/>
              <a:ea typeface="BIZ UDP明朝 Medium" panose="02020500000000000000" pitchFamily="18" charset="-128"/>
            </a:endParaRPr>
          </a:p>
        </p:txBody>
      </p:sp>
      <p:sp>
        <p:nvSpPr>
          <p:cNvPr id="71" name="Oval 115">
            <a:extLst>
              <a:ext uri="{FF2B5EF4-FFF2-40B4-BE49-F238E27FC236}">
                <a16:creationId xmlns:a16="http://schemas.microsoft.com/office/drawing/2014/main" id="{E6DD32D0-1440-EAAB-627A-F2ED8612878D}"/>
              </a:ext>
            </a:extLst>
          </p:cNvPr>
          <p:cNvSpPr/>
          <p:nvPr/>
        </p:nvSpPr>
        <p:spPr>
          <a:xfrm>
            <a:off x="9583810" y="4875904"/>
            <a:ext cx="128151" cy="12815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mj-lt"/>
              <a:ea typeface="BIZ UDP明朝 Medium" panose="02020500000000000000" pitchFamily="18" charset="-128"/>
            </a:endParaRPr>
          </a:p>
        </p:txBody>
      </p:sp>
      <p:sp>
        <p:nvSpPr>
          <p:cNvPr id="74" name="Oval 115">
            <a:extLst>
              <a:ext uri="{FF2B5EF4-FFF2-40B4-BE49-F238E27FC236}">
                <a16:creationId xmlns:a16="http://schemas.microsoft.com/office/drawing/2014/main" id="{12A6D50A-B452-21BB-8F7B-50C933CAB1AA}"/>
              </a:ext>
            </a:extLst>
          </p:cNvPr>
          <p:cNvSpPr/>
          <p:nvPr/>
        </p:nvSpPr>
        <p:spPr>
          <a:xfrm>
            <a:off x="10539536" y="4873523"/>
            <a:ext cx="128151" cy="1281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mj-lt"/>
              <a:ea typeface="BIZ UDP明朝 Medium" panose="02020500000000000000" pitchFamily="18" charset="-128"/>
            </a:endParaRPr>
          </a:p>
        </p:txBody>
      </p:sp>
      <p:sp>
        <p:nvSpPr>
          <p:cNvPr id="76" name="Text Placeholder 3">
            <a:extLst>
              <a:ext uri="{FF2B5EF4-FFF2-40B4-BE49-F238E27FC236}">
                <a16:creationId xmlns:a16="http://schemas.microsoft.com/office/drawing/2014/main" id="{88199C89-04AC-2EE3-108F-80C1618DCE86}"/>
              </a:ext>
            </a:extLst>
          </p:cNvPr>
          <p:cNvSpPr txBox="1">
            <a:spLocks/>
          </p:cNvSpPr>
          <p:nvPr/>
        </p:nvSpPr>
        <p:spPr>
          <a:xfrm>
            <a:off x="8115243" y="5235734"/>
            <a:ext cx="1119448" cy="215444"/>
          </a:xfrm>
          <a:prstGeom prst="rect">
            <a:avLst/>
          </a:prstGeom>
        </p:spPr>
        <p:txBody>
          <a:bodyPr wrap="square" lIns="0" tIns="0" rIns="0" bIns="0" anchor="ctr" anchorCtr="1">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altLang="ja-JP" sz="1400" b="0">
                <a:solidFill>
                  <a:schemeClr val="tx1"/>
                </a:solidFill>
                <a:latin typeface="+mj-lt"/>
                <a:ea typeface="BIZ UDP明朝 Medium" panose="02020500000000000000" pitchFamily="18" charset="-128"/>
              </a:rPr>
              <a:t>CEO</a:t>
            </a:r>
          </a:p>
        </p:txBody>
      </p:sp>
      <p:sp>
        <p:nvSpPr>
          <p:cNvPr id="77" name="Text Placeholder 3">
            <a:extLst>
              <a:ext uri="{FF2B5EF4-FFF2-40B4-BE49-F238E27FC236}">
                <a16:creationId xmlns:a16="http://schemas.microsoft.com/office/drawing/2014/main" id="{5886804C-6386-DE77-6DBC-F26BB11E76B3}"/>
              </a:ext>
            </a:extLst>
          </p:cNvPr>
          <p:cNvSpPr txBox="1">
            <a:spLocks/>
          </p:cNvSpPr>
          <p:nvPr/>
        </p:nvSpPr>
        <p:spPr>
          <a:xfrm>
            <a:off x="9088162" y="5132655"/>
            <a:ext cx="1119448" cy="430887"/>
          </a:xfrm>
          <a:prstGeom prst="rect">
            <a:avLst/>
          </a:prstGeom>
        </p:spPr>
        <p:txBody>
          <a:bodyPr wrap="square" lIns="0" tIns="0" rIns="0" bIns="0" anchor="ctr" anchorCtr="1">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ja-JP" altLang="en-US" sz="1400" b="0">
                <a:solidFill>
                  <a:schemeClr val="tx1"/>
                </a:solidFill>
                <a:latin typeface="+mj-lt"/>
                <a:ea typeface="BIZ UDP明朝 Medium" panose="02020500000000000000" pitchFamily="18" charset="-128"/>
              </a:rPr>
              <a:t>取締役</a:t>
            </a:r>
            <a:br>
              <a:rPr lang="en-US" altLang="ja-JP" sz="1400" b="0">
                <a:solidFill>
                  <a:schemeClr val="tx1"/>
                </a:solidFill>
                <a:latin typeface="+mj-lt"/>
                <a:ea typeface="BIZ UDP明朝 Medium" panose="02020500000000000000" pitchFamily="18" charset="-128"/>
              </a:rPr>
            </a:br>
            <a:r>
              <a:rPr lang="ja-JP" altLang="en-US" sz="1400" b="0">
                <a:solidFill>
                  <a:schemeClr val="tx1"/>
                </a:solidFill>
                <a:latin typeface="+mj-lt"/>
                <a:ea typeface="BIZ UDP明朝 Medium" panose="02020500000000000000" pitchFamily="18" charset="-128"/>
              </a:rPr>
              <a:t>執行役</a:t>
            </a:r>
            <a:endParaRPr lang="en-US" altLang="ja-JP" sz="1400" b="0">
              <a:solidFill>
                <a:schemeClr val="tx1"/>
              </a:solidFill>
              <a:latin typeface="+mj-lt"/>
              <a:ea typeface="BIZ UDP明朝 Medium" panose="02020500000000000000" pitchFamily="18" charset="-128"/>
            </a:endParaRPr>
          </a:p>
        </p:txBody>
      </p:sp>
      <p:sp>
        <p:nvSpPr>
          <p:cNvPr id="78" name="Text Placeholder 3">
            <a:extLst>
              <a:ext uri="{FF2B5EF4-FFF2-40B4-BE49-F238E27FC236}">
                <a16:creationId xmlns:a16="http://schemas.microsoft.com/office/drawing/2014/main" id="{A4851FD6-1FD5-2375-6685-E5C5F587CCD3}"/>
              </a:ext>
            </a:extLst>
          </p:cNvPr>
          <p:cNvSpPr txBox="1">
            <a:spLocks/>
          </p:cNvSpPr>
          <p:nvPr/>
        </p:nvSpPr>
        <p:spPr>
          <a:xfrm>
            <a:off x="10080185" y="5125610"/>
            <a:ext cx="1119448" cy="430887"/>
          </a:xfrm>
          <a:prstGeom prst="rect">
            <a:avLst/>
          </a:prstGeom>
        </p:spPr>
        <p:txBody>
          <a:bodyPr wrap="square" lIns="0" tIns="0" rIns="0" bIns="0" anchor="ctr" anchorCtr="1">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ja-JP" altLang="en-US" sz="1400" b="0">
                <a:solidFill>
                  <a:schemeClr val="tx1"/>
                </a:solidFill>
                <a:latin typeface="+mj-lt"/>
                <a:ea typeface="BIZ UDP明朝 Medium" panose="02020500000000000000" pitchFamily="18" charset="-128"/>
              </a:rPr>
              <a:t>業務執行</a:t>
            </a:r>
            <a:br>
              <a:rPr lang="en-US" altLang="ja-JP" sz="1400" b="0">
                <a:solidFill>
                  <a:schemeClr val="tx1"/>
                </a:solidFill>
                <a:latin typeface="+mj-lt"/>
                <a:ea typeface="BIZ UDP明朝 Medium" panose="02020500000000000000" pitchFamily="18" charset="-128"/>
              </a:rPr>
            </a:br>
            <a:r>
              <a:rPr lang="ja-JP" altLang="en-US" sz="1400" b="0">
                <a:solidFill>
                  <a:schemeClr val="tx1"/>
                </a:solidFill>
                <a:latin typeface="+mj-lt"/>
                <a:ea typeface="BIZ UDP明朝 Medium" panose="02020500000000000000" pitchFamily="18" charset="-128"/>
              </a:rPr>
              <a:t>役員</a:t>
            </a:r>
            <a:endParaRPr lang="en-US" sz="1400" b="0">
              <a:solidFill>
                <a:schemeClr val="tx1"/>
              </a:solidFill>
              <a:latin typeface="+mj-lt"/>
              <a:ea typeface="BIZ UDP明朝 Medium" panose="02020500000000000000" pitchFamily="18" charset="-128"/>
            </a:endParaRPr>
          </a:p>
        </p:txBody>
      </p:sp>
      <p:sp>
        <p:nvSpPr>
          <p:cNvPr id="83" name="テキスト ボックス 82">
            <a:extLst>
              <a:ext uri="{FF2B5EF4-FFF2-40B4-BE49-F238E27FC236}">
                <a16:creationId xmlns:a16="http://schemas.microsoft.com/office/drawing/2014/main" id="{2BC8695B-24AA-6111-B327-8DC0D15F3A67}"/>
              </a:ext>
            </a:extLst>
          </p:cNvPr>
          <p:cNvSpPr txBox="1"/>
          <p:nvPr/>
        </p:nvSpPr>
        <p:spPr>
          <a:xfrm>
            <a:off x="7999852" y="1516526"/>
            <a:ext cx="3167916" cy="338554"/>
          </a:xfrm>
          <a:prstGeom prst="rect">
            <a:avLst/>
          </a:prstGeom>
          <a:noFill/>
        </p:spPr>
        <p:txBody>
          <a:bodyPr wrap="square">
            <a:spAutoFit/>
          </a:bodyPr>
          <a:lstStyle/>
          <a:p>
            <a:pPr algn="ctr"/>
            <a:r>
              <a:rPr lang="ja-JP" altLang="en-US" sz="1600" b="1" i="0">
                <a:solidFill>
                  <a:srgbClr val="2A2A2B"/>
                </a:solidFill>
                <a:effectLst/>
                <a:latin typeface="+mj-lt"/>
                <a:ea typeface="BIZ UDP明朝 Medium" panose="02020500000000000000" pitchFamily="18" charset="-128"/>
              </a:rPr>
              <a:t>個人評価</a:t>
            </a:r>
            <a:endParaRPr lang="ja-JP" altLang="en-US" sz="1600">
              <a:latin typeface="+mj-lt"/>
              <a:ea typeface="BIZ UDP明朝 Medium" panose="02020500000000000000" pitchFamily="18" charset="-128"/>
            </a:endParaRPr>
          </a:p>
        </p:txBody>
      </p:sp>
      <p:sp>
        <p:nvSpPr>
          <p:cNvPr id="6" name="Slide Number Placeholder 2">
            <a:extLst>
              <a:ext uri="{FF2B5EF4-FFF2-40B4-BE49-F238E27FC236}">
                <a16:creationId xmlns:a16="http://schemas.microsoft.com/office/drawing/2014/main" id="{7825BB51-50C1-0710-00FE-F8EECBD95EBD}"/>
              </a:ext>
            </a:extLst>
          </p:cNvPr>
          <p:cNvSpPr>
            <a:spLocks noGrp="1"/>
          </p:cNvSpPr>
          <p:nvPr>
            <p:ph type="sldNum" sz="quarter" idx="18"/>
          </p:nvPr>
        </p:nvSpPr>
        <p:spPr>
          <a:xfrm>
            <a:off x="11427675" y="6437376"/>
            <a:ext cx="306387" cy="208758"/>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3DCA5C9-2E11-4C67-86EB-AE1DE127DC64}" type="slidenum">
              <a:rPr kumimoji="0" lang="en-US" sz="900" b="0" i="0" u="none" strike="noStrike" kern="1200" cap="none" spc="0" normalizeH="0" baseline="0" noProof="0" smtClean="0">
                <a:ln>
                  <a:noFill/>
                </a:ln>
                <a:solidFill>
                  <a:srgbClr val="000000"/>
                </a:solidFill>
                <a:effectLst/>
                <a:uLnTx/>
                <a:uFillTx/>
                <a:latin typeface="Times New Roman" panose="02020603050405020304"/>
                <a:ea typeface="BIZ UDP明朝 Medium" panose="02020500000000000000" pitchFamily="18" charset="-128"/>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900" b="0" i="0" u="none" strike="noStrike" kern="1200" cap="none" spc="0" normalizeH="0" baseline="0" noProof="0">
              <a:ln>
                <a:noFill/>
              </a:ln>
              <a:solidFill>
                <a:srgbClr val="000000"/>
              </a:solidFill>
              <a:effectLst/>
              <a:uLnTx/>
              <a:uFillTx/>
              <a:latin typeface="Times New Roman" panose="02020603050405020304"/>
              <a:ea typeface="BIZ UDP明朝 Medium" panose="02020500000000000000" pitchFamily="18" charset="-128"/>
            </a:endParaRPr>
          </a:p>
        </p:txBody>
      </p:sp>
    </p:spTree>
    <p:extLst>
      <p:ext uri="{BB962C8B-B14F-4D97-AF65-F5344CB8AC3E}">
        <p14:creationId xmlns:p14="http://schemas.microsoft.com/office/powerpoint/2010/main" val="2012483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8E052-8E69-5559-DC97-4E6E2F2B9109}"/>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2AE60E2E-23CA-8F4D-8763-E5BE1F72F7A4}"/>
              </a:ext>
            </a:extLst>
          </p:cNvPr>
          <p:cNvSpPr>
            <a:spLocks noGrp="1"/>
          </p:cNvSpPr>
          <p:nvPr>
            <p:ph type="body" sz="quarter" idx="17"/>
          </p:nvPr>
        </p:nvSpPr>
        <p:spPr/>
        <p:txBody>
          <a:bodyPr/>
          <a:lstStyle/>
          <a:p>
            <a:r>
              <a:rPr kumimoji="1" lang="ja-JP" altLang="en-US">
                <a:latin typeface="+mj-lt"/>
                <a:ea typeface="BIZ UDP明朝 Medium" panose="02020500000000000000" pitchFamily="18" charset="-128"/>
              </a:rPr>
              <a:t>① 報酬実績の妥当性は確保されているか？　② 社外取締役は誰がどのように評価しているのか？</a:t>
            </a:r>
          </a:p>
        </p:txBody>
      </p:sp>
      <p:sp>
        <p:nvSpPr>
          <p:cNvPr id="3" name="タイトル 2">
            <a:extLst>
              <a:ext uri="{FF2B5EF4-FFF2-40B4-BE49-F238E27FC236}">
                <a16:creationId xmlns:a16="http://schemas.microsoft.com/office/drawing/2014/main" id="{613CDC6F-B381-CB93-3342-BFD612C22F14}"/>
              </a:ext>
            </a:extLst>
          </p:cNvPr>
          <p:cNvSpPr>
            <a:spLocks noGrp="1"/>
          </p:cNvSpPr>
          <p:nvPr>
            <p:ph type="title"/>
          </p:nvPr>
        </p:nvSpPr>
        <p:spPr/>
        <p:txBody>
          <a:bodyPr/>
          <a:lstStyle/>
          <a:p>
            <a:r>
              <a:rPr lang="ja-JP" altLang="en-US" sz="2800">
                <a:latin typeface="+mn-lt"/>
                <a:ea typeface="BIZ UDP明朝 Medium" panose="02020500000000000000" pitchFamily="18" charset="-128"/>
              </a:rPr>
              <a:t>報酬・指名委員会における審議・決定　＜指名＞</a:t>
            </a:r>
            <a:endParaRPr kumimoji="1" lang="ja-JP" altLang="en-US" sz="2800">
              <a:latin typeface="+mn-lt"/>
              <a:ea typeface="BIZ UDP明朝 Medium" panose="02020500000000000000" pitchFamily="18" charset="-128"/>
            </a:endParaRPr>
          </a:p>
        </p:txBody>
      </p:sp>
      <p:sp>
        <p:nvSpPr>
          <p:cNvPr id="5" name="フッター プレースホルダー 4">
            <a:extLst>
              <a:ext uri="{FF2B5EF4-FFF2-40B4-BE49-F238E27FC236}">
                <a16:creationId xmlns:a16="http://schemas.microsoft.com/office/drawing/2014/main" id="{F377EE8A-5C2F-2A63-8FC4-9E213C515A50}"/>
              </a:ext>
            </a:extLst>
          </p:cNvPr>
          <p:cNvSpPr>
            <a:spLocks noGrp="1"/>
          </p:cNvSpPr>
          <p:nvPr>
            <p:ph type="ftr" sz="quarter" idx="10"/>
          </p:nvPr>
        </p:nvSpPr>
        <p:spPr/>
        <p:txBody>
          <a:bodyPr/>
          <a:lstStyle/>
          <a:p>
            <a:pPr lvl="6"/>
            <a:r>
              <a:rPr lang="en-US"/>
              <a:t>© 2025 WTW. Proprietary and confidential. For WTW and WTW client use only.</a:t>
            </a:r>
          </a:p>
        </p:txBody>
      </p:sp>
      <p:sp>
        <p:nvSpPr>
          <p:cNvPr id="32" name="Rectangle 39">
            <a:extLst>
              <a:ext uri="{FF2B5EF4-FFF2-40B4-BE49-F238E27FC236}">
                <a16:creationId xmlns:a16="http://schemas.microsoft.com/office/drawing/2014/main" id="{48D20EA5-4FF2-91DC-987D-3F9AB5124A73}"/>
              </a:ext>
            </a:extLst>
          </p:cNvPr>
          <p:cNvSpPr/>
          <p:nvPr/>
        </p:nvSpPr>
        <p:spPr bwMode="auto">
          <a:xfrm>
            <a:off x="10379550" y="1985964"/>
            <a:ext cx="623307" cy="2736558"/>
          </a:xfrm>
          <a:prstGeom prst="rect">
            <a:avLst/>
          </a:prstGeom>
          <a:solidFill>
            <a:srgbClr val="E6E6E6"/>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35" name="Rectangle 37">
            <a:extLst>
              <a:ext uri="{FF2B5EF4-FFF2-40B4-BE49-F238E27FC236}">
                <a16:creationId xmlns:a16="http://schemas.microsoft.com/office/drawing/2014/main" id="{67602F32-C262-ACB1-61E8-4D2D775A7F4D}"/>
              </a:ext>
            </a:extLst>
          </p:cNvPr>
          <p:cNvSpPr/>
          <p:nvPr/>
        </p:nvSpPr>
        <p:spPr bwMode="auto">
          <a:xfrm>
            <a:off x="8854776" y="1978829"/>
            <a:ext cx="623307" cy="2736558"/>
          </a:xfrm>
          <a:prstGeom prst="rect">
            <a:avLst/>
          </a:prstGeom>
          <a:solidFill>
            <a:srgbClr val="E6E6E6"/>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36" name="Rectangle 38">
            <a:extLst>
              <a:ext uri="{FF2B5EF4-FFF2-40B4-BE49-F238E27FC236}">
                <a16:creationId xmlns:a16="http://schemas.microsoft.com/office/drawing/2014/main" id="{F62E38B4-8F4C-D67A-07D2-19C6EE7910BF}"/>
              </a:ext>
            </a:extLst>
          </p:cNvPr>
          <p:cNvSpPr/>
          <p:nvPr/>
        </p:nvSpPr>
        <p:spPr bwMode="auto">
          <a:xfrm>
            <a:off x="8854776" y="3277047"/>
            <a:ext cx="623307" cy="1438339"/>
          </a:xfrm>
          <a:prstGeom prst="rect">
            <a:avLst/>
          </a:prstGeom>
          <a:solidFill>
            <a:schemeClr val="tx2"/>
          </a:solidFill>
          <a:ln>
            <a:noFill/>
          </a:ln>
          <a:effectLst/>
        </p:spPr>
        <p:txBody>
          <a:bodyPr rot="0" spcFirstLastPara="0" vertOverflow="overflow" horzOverflow="overflow" vert="horz" wrap="square" lIns="182880" tIns="0" rIns="182880" bIns="0" numCol="1" spcCol="0" rtlCol="0" fromWordArt="0" anchor="t" anchorCtr="0" forceAA="0" compatLnSpc="1">
            <a:prstTxWarp prst="textNoShape">
              <a:avLst/>
            </a:prstTxWarp>
            <a:noAutofit/>
          </a:bodyPr>
          <a:lstStyle/>
          <a:p>
            <a:pPr algn="ctr"/>
            <a:endParaRPr lang="en-US" sz="1600" b="1" i="0">
              <a:solidFill>
                <a:schemeClr val="bg1"/>
              </a:solidFill>
              <a:latin typeface="+mj-lt"/>
              <a:ea typeface="BIZ UDP明朝 Medium" panose="02020500000000000000" pitchFamily="18" charset="-128"/>
              <a:cs typeface="Roboto" panose="02000000000000000000" pitchFamily="2" charset="0"/>
            </a:endParaRPr>
          </a:p>
        </p:txBody>
      </p:sp>
      <p:sp>
        <p:nvSpPr>
          <p:cNvPr id="37" name="Rectangle 39">
            <a:extLst>
              <a:ext uri="{FF2B5EF4-FFF2-40B4-BE49-F238E27FC236}">
                <a16:creationId xmlns:a16="http://schemas.microsoft.com/office/drawing/2014/main" id="{8D3A4C3C-7C04-19FF-6AEB-AB20E87E7A09}"/>
              </a:ext>
            </a:extLst>
          </p:cNvPr>
          <p:cNvSpPr/>
          <p:nvPr/>
        </p:nvSpPr>
        <p:spPr bwMode="auto">
          <a:xfrm>
            <a:off x="9617163" y="1985734"/>
            <a:ext cx="623307" cy="2736558"/>
          </a:xfrm>
          <a:prstGeom prst="rect">
            <a:avLst/>
          </a:prstGeom>
          <a:solidFill>
            <a:srgbClr val="E6E6E6"/>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38" name="Rectangle 42">
            <a:extLst>
              <a:ext uri="{FF2B5EF4-FFF2-40B4-BE49-F238E27FC236}">
                <a16:creationId xmlns:a16="http://schemas.microsoft.com/office/drawing/2014/main" id="{39A2FBB0-19F6-EE3B-C425-435D39D20AB3}"/>
              </a:ext>
            </a:extLst>
          </p:cNvPr>
          <p:cNvSpPr/>
          <p:nvPr/>
        </p:nvSpPr>
        <p:spPr bwMode="auto">
          <a:xfrm>
            <a:off x="9617163" y="3413519"/>
            <a:ext cx="623307" cy="1308773"/>
          </a:xfrm>
          <a:prstGeom prst="rect">
            <a:avLst/>
          </a:prstGeom>
          <a:solidFill>
            <a:schemeClr val="accent2"/>
          </a:solidFill>
          <a:ln>
            <a:noFill/>
          </a:ln>
          <a:effectLst/>
        </p:spPr>
        <p:txBody>
          <a:bodyPr rot="0" spcFirstLastPara="0" vertOverflow="overflow" horzOverflow="overflow" vert="horz" wrap="square" lIns="182880" tIns="0" rIns="182880" bIns="0" numCol="1" spcCol="0" rtlCol="0" fromWordArt="0" anchor="t" anchorCtr="0" forceAA="0" compatLnSpc="1">
            <a:prstTxWarp prst="textNoShape">
              <a:avLst/>
            </a:prstTxWarp>
            <a:noAutofit/>
          </a:bodyPr>
          <a:lstStyle/>
          <a:p>
            <a:pPr algn="ctr"/>
            <a:endParaRPr lang="en-US" sz="1600" b="1" i="0">
              <a:solidFill>
                <a:schemeClr val="bg1"/>
              </a:solidFill>
              <a:latin typeface="+mj-lt"/>
              <a:ea typeface="BIZ UDP明朝 Medium" panose="02020500000000000000" pitchFamily="18" charset="-128"/>
              <a:cs typeface="Roboto" panose="02000000000000000000" pitchFamily="2" charset="0"/>
            </a:endParaRPr>
          </a:p>
        </p:txBody>
      </p:sp>
      <p:sp>
        <p:nvSpPr>
          <p:cNvPr id="39" name="Rectangle 43">
            <a:extLst>
              <a:ext uri="{FF2B5EF4-FFF2-40B4-BE49-F238E27FC236}">
                <a16:creationId xmlns:a16="http://schemas.microsoft.com/office/drawing/2014/main" id="{17878402-B3E9-70DF-2FB0-6F946C4E3EED}"/>
              </a:ext>
            </a:extLst>
          </p:cNvPr>
          <p:cNvSpPr/>
          <p:nvPr/>
        </p:nvSpPr>
        <p:spPr bwMode="auto">
          <a:xfrm>
            <a:off x="10379550" y="4080489"/>
            <a:ext cx="623307" cy="644153"/>
          </a:xfrm>
          <a:prstGeom prst="rect">
            <a:avLst/>
          </a:prstGeom>
          <a:solidFill>
            <a:schemeClr val="accent3"/>
          </a:solidFill>
          <a:ln>
            <a:noFill/>
          </a:ln>
          <a:effectLst/>
        </p:spPr>
        <p:txBody>
          <a:bodyPr rot="0" spcFirstLastPara="0" vertOverflow="overflow" horzOverflow="overflow" vert="horz" wrap="square" lIns="182880" tIns="0" rIns="182880" bIns="0" numCol="1" spcCol="0" rtlCol="0" fromWordArt="0" anchor="t" anchorCtr="0" forceAA="0" compatLnSpc="1">
            <a:prstTxWarp prst="textNoShape">
              <a:avLst/>
            </a:prstTxWarp>
            <a:noAutofit/>
          </a:bodyPr>
          <a:lstStyle/>
          <a:p>
            <a:pPr algn="ctr"/>
            <a:endParaRPr lang="en-US" sz="1600" b="1" i="0">
              <a:solidFill>
                <a:schemeClr val="bg1"/>
              </a:solidFill>
              <a:latin typeface="+mj-lt"/>
              <a:ea typeface="BIZ UDP明朝 Medium" panose="02020500000000000000" pitchFamily="18" charset="-128"/>
              <a:cs typeface="Roboto" panose="02000000000000000000" pitchFamily="2" charset="0"/>
            </a:endParaRPr>
          </a:p>
        </p:txBody>
      </p:sp>
      <p:sp>
        <p:nvSpPr>
          <p:cNvPr id="58" name="Text Placeholder 3">
            <a:extLst>
              <a:ext uri="{FF2B5EF4-FFF2-40B4-BE49-F238E27FC236}">
                <a16:creationId xmlns:a16="http://schemas.microsoft.com/office/drawing/2014/main" id="{1A846A3D-B796-D1BD-C17E-019B3B853DD3}"/>
              </a:ext>
            </a:extLst>
          </p:cNvPr>
          <p:cNvSpPr txBox="1">
            <a:spLocks/>
          </p:cNvSpPr>
          <p:nvPr/>
        </p:nvSpPr>
        <p:spPr>
          <a:xfrm>
            <a:off x="2289229" y="5779923"/>
            <a:ext cx="9415092" cy="217492"/>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kumimoji="1" sz="2000" b="0" i="0" kern="1200">
                <a:solidFill>
                  <a:schemeClr val="tx1"/>
                </a:solidFill>
                <a:latin typeface="+mn-lt"/>
                <a:ea typeface="Roboto" panose="02000000000000000000" pitchFamily="2" charset="0"/>
                <a:cs typeface="Times New Roman" panose="02020603050405020304" pitchFamily="18" charset="0"/>
              </a:defRPr>
            </a:lvl1pPr>
            <a:lvl2pPr marL="0" indent="0" algn="l" defTabSz="914400" rtl="0" eaLnBrk="1" latinLnBrk="0" hangingPunct="1">
              <a:lnSpc>
                <a:spcPct val="100000"/>
              </a:lnSpc>
              <a:spcBef>
                <a:spcPts val="0"/>
              </a:spcBef>
              <a:spcAft>
                <a:spcPts val="300"/>
              </a:spcAft>
              <a:buClr>
                <a:schemeClr val="accent1"/>
              </a:buClr>
              <a:buFontTx/>
              <a:buNone/>
              <a:tabLst>
                <a:tab pos="280988" algn="l"/>
              </a:tabLst>
              <a:defRPr kumimoji="1" sz="2000" b="0" i="0" kern="1200">
                <a:solidFill>
                  <a:schemeClr val="tx1"/>
                </a:solidFill>
                <a:latin typeface="+mn-lt"/>
                <a:ea typeface="Roboto" panose="02000000000000000000" pitchFamily="2" charset="0"/>
                <a:cs typeface="Arial" panose="020B0604020202020204" pitchFamily="34" charset="0"/>
              </a:defRPr>
            </a:lvl2pPr>
            <a:lvl3pPr marL="0" indent="0" algn="l" defTabSz="292608" rtl="0" eaLnBrk="1" latinLnBrk="0" hangingPunct="1">
              <a:lnSpc>
                <a:spcPct val="100000"/>
              </a:lnSpc>
              <a:spcBef>
                <a:spcPts val="0"/>
              </a:spcBef>
              <a:spcAft>
                <a:spcPts val="300"/>
              </a:spcAft>
              <a:buClr>
                <a:schemeClr val="tx2"/>
              </a:buClr>
              <a:buFontTx/>
              <a:buNone/>
              <a:tabLst>
                <a:tab pos="276225" algn="l"/>
                <a:tab pos="584200" algn="l"/>
              </a:tabLst>
              <a:defRPr kumimoji="1" sz="2000" b="0" i="0" kern="1200">
                <a:solidFill>
                  <a:schemeClr val="tx1"/>
                </a:solidFill>
                <a:latin typeface="+mn-lt"/>
                <a:ea typeface="Roboto" panose="02000000000000000000" pitchFamily="2" charset="0"/>
                <a:cs typeface="Times New Roman" panose="02020603050405020304" pitchFamily="18" charset="0"/>
              </a:defRPr>
            </a:lvl3pPr>
            <a:lvl4pPr marL="0" marR="0" indent="0" algn="l" defTabSz="292608" rtl="0" eaLnBrk="1" fontAlgn="auto" latinLnBrk="0" hangingPunct="1">
              <a:lnSpc>
                <a:spcPct val="100000"/>
              </a:lnSpc>
              <a:spcBef>
                <a:spcPts val="0"/>
              </a:spcBef>
              <a:spcAft>
                <a:spcPts val="300"/>
              </a:spcAft>
              <a:buClr>
                <a:schemeClr val="tx2"/>
              </a:buClr>
              <a:buSzPct val="100000"/>
              <a:buFontTx/>
              <a:buNone/>
              <a:tabLst/>
              <a:defRPr kumimoji="1" sz="2000" b="0" i="0" kern="1200">
                <a:solidFill>
                  <a:schemeClr val="tx1"/>
                </a:solidFill>
                <a:latin typeface="+mn-lt"/>
                <a:ea typeface="Roboto" panose="02000000000000000000" pitchFamily="2" charset="0"/>
                <a:cs typeface="Times New Roman" panose="02020603050405020304" pitchFamily="18" charset="0"/>
              </a:defRPr>
            </a:lvl4pPr>
            <a:lvl5pPr marL="0" indent="0" algn="l" defTabSz="292608" rtl="0" eaLnBrk="1" latinLnBrk="0" hangingPunct="1">
              <a:lnSpc>
                <a:spcPct val="100000"/>
              </a:lnSpc>
              <a:spcBef>
                <a:spcPts val="0"/>
              </a:spcBef>
              <a:spcAft>
                <a:spcPts val="300"/>
              </a:spcAft>
              <a:buClr>
                <a:schemeClr val="tx2"/>
              </a:buClr>
              <a:buSzPct val="100000"/>
              <a:buFontTx/>
              <a:buNone/>
              <a:tabLst>
                <a:tab pos="292608" algn="l"/>
                <a:tab pos="585216" algn="l"/>
              </a:tabLst>
              <a:defRPr kumimoji="1" sz="2000" b="0" i="0" kern="1200">
                <a:solidFill>
                  <a:schemeClr val="tx1"/>
                </a:solidFill>
                <a:latin typeface="+mn-lt"/>
                <a:ea typeface="Roboto" panose="02000000000000000000" pitchFamily="2" charset="0"/>
                <a:cs typeface="Times New Roman" panose="02020603050405020304" pitchFamily="18" charset="0"/>
              </a:defRPr>
            </a:lvl5pPr>
            <a:lvl6pPr marL="0" indent="0" algn="l" defTabSz="914400" rtl="0" eaLnBrk="1" latinLnBrk="0" hangingPunct="1">
              <a:lnSpc>
                <a:spcPct val="100000"/>
              </a:lnSpc>
              <a:spcBef>
                <a:spcPts val="0"/>
              </a:spcBef>
              <a:spcAft>
                <a:spcPts val="300"/>
              </a:spcAft>
              <a:buClr>
                <a:schemeClr val="tx2"/>
              </a:buClr>
              <a:buSzPct val="100000"/>
              <a:buFontTx/>
              <a:buNone/>
              <a:tabLst/>
              <a:defRPr kumimoji="1" sz="2000" b="0" i="0" kern="1200">
                <a:solidFill>
                  <a:schemeClr val="tx1"/>
                </a:solidFill>
                <a:latin typeface="+mn-lt"/>
                <a:ea typeface="Roboto" panose="02000000000000000000" pitchFamily="2" charset="0"/>
                <a:cs typeface="Times New Roman" panose="02020603050405020304" pitchFamily="18" charset="0"/>
              </a:defRPr>
            </a:lvl6pPr>
            <a:lvl7pPr marL="0" indent="0" algn="l" defTabSz="914400" rtl="0" eaLnBrk="1" latinLnBrk="0" hangingPunct="1">
              <a:lnSpc>
                <a:spcPct val="100000"/>
              </a:lnSpc>
              <a:spcBef>
                <a:spcPts val="0"/>
              </a:spcBef>
              <a:spcAft>
                <a:spcPts val="300"/>
              </a:spcAft>
              <a:buClr>
                <a:schemeClr val="tx2"/>
              </a:buClr>
              <a:buSzPct val="100000"/>
              <a:buFontTx/>
              <a:buNone/>
              <a:tabLst/>
              <a:defRPr kumimoji="1" sz="2000" b="0" i="0" kern="1200">
                <a:solidFill>
                  <a:schemeClr val="tx1"/>
                </a:solidFill>
                <a:latin typeface="+mn-lt"/>
                <a:ea typeface="Roboto" panose="02000000000000000000" pitchFamily="2" charset="0"/>
                <a:cs typeface="Times New Roman" panose="02020603050405020304" pitchFamily="18" charset="0"/>
              </a:defRPr>
            </a:lvl7pPr>
            <a:lvl8pPr marL="0" indent="0" algn="l" defTabSz="914400" rtl="0" eaLnBrk="1" latinLnBrk="0" hangingPunct="1">
              <a:lnSpc>
                <a:spcPct val="100000"/>
              </a:lnSpc>
              <a:spcBef>
                <a:spcPts val="0"/>
              </a:spcBef>
              <a:spcAft>
                <a:spcPts val="300"/>
              </a:spcAft>
              <a:buClr>
                <a:schemeClr val="tx2"/>
              </a:buClr>
              <a:buSzPct val="100000"/>
              <a:buFontTx/>
              <a:buNone/>
              <a:tabLst/>
              <a:defRPr kumimoji="1" sz="2000" b="0" i="0" kern="1200">
                <a:solidFill>
                  <a:schemeClr val="tx1"/>
                </a:solidFill>
                <a:latin typeface="+mn-lt"/>
                <a:ea typeface="Roboto" panose="02000000000000000000" pitchFamily="2" charset="0"/>
                <a:cs typeface="Times New Roman" panose="02020603050405020304" pitchFamily="18" charset="0"/>
              </a:defRPr>
            </a:lvl8pPr>
            <a:lvl9pPr marL="0" indent="0" algn="l" defTabSz="914400" rtl="0" eaLnBrk="1" latinLnBrk="0" hangingPunct="1">
              <a:lnSpc>
                <a:spcPct val="100000"/>
              </a:lnSpc>
              <a:spcBef>
                <a:spcPts val="0"/>
              </a:spcBef>
              <a:spcAft>
                <a:spcPts val="300"/>
              </a:spcAft>
              <a:buClr>
                <a:schemeClr val="tx2"/>
              </a:buClr>
              <a:buSzPct val="100000"/>
              <a:buFontTx/>
              <a:buNone/>
              <a:tabLst/>
              <a:defRPr kumimoji="1" sz="2000" b="0" i="0" kern="1200">
                <a:solidFill>
                  <a:schemeClr val="tx1"/>
                </a:solidFill>
                <a:latin typeface="+mn-lt"/>
                <a:ea typeface="Roboto" panose="02000000000000000000" pitchFamily="2" charset="0"/>
                <a:cs typeface="Times New Roman" panose="02020603050405020304" pitchFamily="18" charset="0"/>
              </a:defRPr>
            </a:lvl9pPr>
          </a:lstStyle>
          <a:p>
            <a:pPr algn="r"/>
            <a:r>
              <a:rPr lang="ja-JP" altLang="en-US" sz="1200">
                <a:latin typeface="+mj-lt"/>
                <a:ea typeface="BIZ UDP明朝 Medium" panose="02020500000000000000" pitchFamily="18" charset="-128"/>
              </a:rPr>
              <a:t>（出所） </a:t>
            </a:r>
            <a:r>
              <a:rPr lang="en-US" altLang="ja-JP" sz="1200">
                <a:latin typeface="+mj-lt"/>
                <a:ea typeface="BIZ UDP明朝 Medium" panose="02020500000000000000" pitchFamily="18" charset="-128"/>
              </a:rPr>
              <a:t>WTW</a:t>
            </a:r>
            <a:r>
              <a:rPr lang="ja-JP" altLang="en-US" sz="1200">
                <a:latin typeface="+mj-lt"/>
                <a:ea typeface="BIZ UDP明朝 Medium" panose="02020500000000000000" pitchFamily="18" charset="-128"/>
              </a:rPr>
              <a:t>「</a:t>
            </a:r>
            <a:r>
              <a:rPr lang="en-US" altLang="ja-JP" sz="1200">
                <a:latin typeface="+mj-lt"/>
                <a:ea typeface="BIZ UDP明朝 Medium" panose="02020500000000000000" pitchFamily="18" charset="-128"/>
              </a:rPr>
              <a:t>2025</a:t>
            </a:r>
            <a:r>
              <a:rPr lang="ja-JP" altLang="en-US" sz="1200">
                <a:latin typeface="+mj-lt"/>
                <a:ea typeface="BIZ UDP明朝 Medium" panose="02020500000000000000" pitchFamily="18" charset="-128"/>
              </a:rPr>
              <a:t>年経営者報酬データベース 結果集計レポート」に基づき作成</a:t>
            </a:r>
          </a:p>
        </p:txBody>
      </p:sp>
      <p:cxnSp>
        <p:nvCxnSpPr>
          <p:cNvPr id="69" name="Straight Connector 113">
            <a:extLst>
              <a:ext uri="{FF2B5EF4-FFF2-40B4-BE49-F238E27FC236}">
                <a16:creationId xmlns:a16="http://schemas.microsoft.com/office/drawing/2014/main" id="{D74A1D53-59FC-5F4D-5436-B038EF252206}"/>
              </a:ext>
            </a:extLst>
          </p:cNvPr>
          <p:cNvCxnSpPr>
            <a:cxnSpLocks/>
          </p:cNvCxnSpPr>
          <p:nvPr/>
        </p:nvCxnSpPr>
        <p:spPr>
          <a:xfrm flipV="1">
            <a:off x="8092389" y="4909153"/>
            <a:ext cx="2910469" cy="10451"/>
          </a:xfrm>
          <a:prstGeom prst="line">
            <a:avLst/>
          </a:prstGeom>
          <a:ln w="12700">
            <a:solidFill>
              <a:schemeClr val="bg1">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0" name="Oval 114">
            <a:extLst>
              <a:ext uri="{FF2B5EF4-FFF2-40B4-BE49-F238E27FC236}">
                <a16:creationId xmlns:a16="http://schemas.microsoft.com/office/drawing/2014/main" id="{CB3F0600-2E33-602A-504C-062B39384C4C}"/>
              </a:ext>
            </a:extLst>
          </p:cNvPr>
          <p:cNvSpPr/>
          <p:nvPr/>
        </p:nvSpPr>
        <p:spPr>
          <a:xfrm>
            <a:off x="9100194" y="4857166"/>
            <a:ext cx="128151" cy="128151"/>
          </a:xfrm>
          <a:prstGeom prst="ellipse">
            <a:avLst/>
          </a:prstGeom>
          <a:solidFill>
            <a:srgbClr val="5213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mj-lt"/>
              <a:ea typeface="BIZ UDP明朝 Medium" panose="02020500000000000000" pitchFamily="18" charset="-128"/>
            </a:endParaRPr>
          </a:p>
        </p:txBody>
      </p:sp>
      <p:sp>
        <p:nvSpPr>
          <p:cNvPr id="71" name="Oval 115">
            <a:extLst>
              <a:ext uri="{FF2B5EF4-FFF2-40B4-BE49-F238E27FC236}">
                <a16:creationId xmlns:a16="http://schemas.microsoft.com/office/drawing/2014/main" id="{3749E5DD-AE20-CC50-9205-03234BACFE0E}"/>
              </a:ext>
            </a:extLst>
          </p:cNvPr>
          <p:cNvSpPr/>
          <p:nvPr/>
        </p:nvSpPr>
        <p:spPr>
          <a:xfrm>
            <a:off x="9863661" y="4853934"/>
            <a:ext cx="128151" cy="128151"/>
          </a:xfrm>
          <a:prstGeom prst="ellipse">
            <a:avLst/>
          </a:prstGeom>
          <a:solidFill>
            <a:srgbClr val="D12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mj-lt"/>
              <a:ea typeface="BIZ UDP明朝 Medium" panose="02020500000000000000" pitchFamily="18" charset="-128"/>
            </a:endParaRPr>
          </a:p>
        </p:txBody>
      </p:sp>
      <p:sp>
        <p:nvSpPr>
          <p:cNvPr id="74" name="Oval 115">
            <a:extLst>
              <a:ext uri="{FF2B5EF4-FFF2-40B4-BE49-F238E27FC236}">
                <a16:creationId xmlns:a16="http://schemas.microsoft.com/office/drawing/2014/main" id="{89C1FE8A-5394-46C0-BE4C-5B06484B437D}"/>
              </a:ext>
            </a:extLst>
          </p:cNvPr>
          <p:cNvSpPr/>
          <p:nvPr/>
        </p:nvSpPr>
        <p:spPr>
          <a:xfrm>
            <a:off x="10627127" y="4840320"/>
            <a:ext cx="128151" cy="1281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mj-lt"/>
              <a:ea typeface="BIZ UDP明朝 Medium" panose="02020500000000000000" pitchFamily="18" charset="-128"/>
            </a:endParaRPr>
          </a:p>
        </p:txBody>
      </p:sp>
      <p:sp>
        <p:nvSpPr>
          <p:cNvPr id="76" name="Text Placeholder 3">
            <a:extLst>
              <a:ext uri="{FF2B5EF4-FFF2-40B4-BE49-F238E27FC236}">
                <a16:creationId xmlns:a16="http://schemas.microsoft.com/office/drawing/2014/main" id="{66F67732-D01A-3DE6-DF5E-80C1218F2E3B}"/>
              </a:ext>
            </a:extLst>
          </p:cNvPr>
          <p:cNvSpPr txBox="1">
            <a:spLocks/>
          </p:cNvSpPr>
          <p:nvPr/>
        </p:nvSpPr>
        <p:spPr>
          <a:xfrm>
            <a:off x="8604545" y="5106043"/>
            <a:ext cx="1119448" cy="430887"/>
          </a:xfrm>
          <a:prstGeom prst="rect">
            <a:avLst/>
          </a:prstGeom>
        </p:spPr>
        <p:txBody>
          <a:bodyPr wrap="square" lIns="0" tIns="0" rIns="0" bIns="0" anchor="ctr" anchorCtr="1">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ja-JP" altLang="en-US" sz="1400" b="0">
                <a:solidFill>
                  <a:schemeClr val="tx1"/>
                </a:solidFill>
                <a:latin typeface="+mj-lt"/>
                <a:ea typeface="BIZ UDP明朝 Medium" panose="02020500000000000000" pitchFamily="18" charset="-128"/>
              </a:rPr>
              <a:t>取締役</a:t>
            </a:r>
            <a:br>
              <a:rPr lang="en-US" altLang="ja-JP" sz="1400" b="0">
                <a:solidFill>
                  <a:schemeClr val="tx1"/>
                </a:solidFill>
                <a:latin typeface="+mj-lt"/>
                <a:ea typeface="BIZ UDP明朝 Medium" panose="02020500000000000000" pitchFamily="18" charset="-128"/>
              </a:rPr>
            </a:br>
            <a:r>
              <a:rPr lang="ja-JP" altLang="en-US" sz="1400" b="0">
                <a:solidFill>
                  <a:schemeClr val="tx1"/>
                </a:solidFill>
                <a:latin typeface="+mj-lt"/>
                <a:ea typeface="BIZ UDP明朝 Medium" panose="02020500000000000000" pitchFamily="18" charset="-128"/>
              </a:rPr>
              <a:t>執行役</a:t>
            </a:r>
            <a:endParaRPr lang="en-US" altLang="ja-JP" sz="1400" b="0">
              <a:solidFill>
                <a:schemeClr val="tx1"/>
              </a:solidFill>
              <a:latin typeface="+mj-lt"/>
              <a:ea typeface="BIZ UDP明朝 Medium" panose="02020500000000000000" pitchFamily="18" charset="-128"/>
            </a:endParaRPr>
          </a:p>
        </p:txBody>
      </p:sp>
      <p:sp>
        <p:nvSpPr>
          <p:cNvPr id="77" name="Text Placeholder 3">
            <a:extLst>
              <a:ext uri="{FF2B5EF4-FFF2-40B4-BE49-F238E27FC236}">
                <a16:creationId xmlns:a16="http://schemas.microsoft.com/office/drawing/2014/main" id="{57ED9943-2749-24E4-873D-B0501EF7E15A}"/>
              </a:ext>
            </a:extLst>
          </p:cNvPr>
          <p:cNvSpPr txBox="1">
            <a:spLocks/>
          </p:cNvSpPr>
          <p:nvPr/>
        </p:nvSpPr>
        <p:spPr>
          <a:xfrm>
            <a:off x="9368012" y="5110685"/>
            <a:ext cx="1119448" cy="430887"/>
          </a:xfrm>
          <a:prstGeom prst="rect">
            <a:avLst/>
          </a:prstGeom>
        </p:spPr>
        <p:txBody>
          <a:bodyPr wrap="square" lIns="0" tIns="0" rIns="0" bIns="0" anchor="ctr" anchorCtr="1">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ja-JP" altLang="en-US" sz="1400" b="0">
                <a:solidFill>
                  <a:schemeClr val="tx1"/>
                </a:solidFill>
                <a:latin typeface="+mj-lt"/>
                <a:ea typeface="BIZ UDP明朝 Medium" panose="02020500000000000000" pitchFamily="18" charset="-128"/>
              </a:rPr>
              <a:t>業務執行</a:t>
            </a:r>
            <a:br>
              <a:rPr lang="en-US" altLang="ja-JP" sz="1400" b="0">
                <a:solidFill>
                  <a:schemeClr val="tx1"/>
                </a:solidFill>
                <a:latin typeface="+mj-lt"/>
                <a:ea typeface="BIZ UDP明朝 Medium" panose="02020500000000000000" pitchFamily="18" charset="-128"/>
              </a:rPr>
            </a:br>
            <a:r>
              <a:rPr lang="ja-JP" altLang="en-US" sz="1400" b="0">
                <a:solidFill>
                  <a:schemeClr val="tx1"/>
                </a:solidFill>
                <a:latin typeface="+mj-lt"/>
                <a:ea typeface="BIZ UDP明朝 Medium" panose="02020500000000000000" pitchFamily="18" charset="-128"/>
              </a:rPr>
              <a:t>役員</a:t>
            </a:r>
            <a:endParaRPr lang="en-US" altLang="ja-JP" sz="1400" b="0">
              <a:solidFill>
                <a:schemeClr val="tx1"/>
              </a:solidFill>
              <a:latin typeface="+mj-lt"/>
              <a:ea typeface="BIZ UDP明朝 Medium" panose="02020500000000000000" pitchFamily="18" charset="-128"/>
            </a:endParaRPr>
          </a:p>
        </p:txBody>
      </p:sp>
      <p:sp>
        <p:nvSpPr>
          <p:cNvPr id="78" name="Text Placeholder 3">
            <a:extLst>
              <a:ext uri="{FF2B5EF4-FFF2-40B4-BE49-F238E27FC236}">
                <a16:creationId xmlns:a16="http://schemas.microsoft.com/office/drawing/2014/main" id="{35158A23-EC18-BE90-6848-FA04172717FA}"/>
              </a:ext>
            </a:extLst>
          </p:cNvPr>
          <p:cNvSpPr txBox="1">
            <a:spLocks/>
          </p:cNvSpPr>
          <p:nvPr/>
        </p:nvSpPr>
        <p:spPr>
          <a:xfrm>
            <a:off x="10131478" y="5101911"/>
            <a:ext cx="1119448" cy="430887"/>
          </a:xfrm>
          <a:prstGeom prst="rect">
            <a:avLst/>
          </a:prstGeom>
        </p:spPr>
        <p:txBody>
          <a:bodyPr wrap="square" lIns="0" tIns="0" rIns="0" bIns="0" anchor="ctr" anchorCtr="1">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ja-JP" altLang="en-US" sz="1400" b="0">
                <a:solidFill>
                  <a:schemeClr val="tx1"/>
                </a:solidFill>
                <a:latin typeface="+mj-lt"/>
                <a:ea typeface="BIZ UDP明朝 Medium" panose="02020500000000000000" pitchFamily="18" charset="-128"/>
              </a:rPr>
              <a:t>社外</a:t>
            </a:r>
            <a:br>
              <a:rPr lang="en-US" altLang="ja-JP" sz="1400" b="0">
                <a:solidFill>
                  <a:schemeClr val="tx1"/>
                </a:solidFill>
                <a:latin typeface="+mj-lt"/>
                <a:ea typeface="BIZ UDP明朝 Medium" panose="02020500000000000000" pitchFamily="18" charset="-128"/>
              </a:rPr>
            </a:br>
            <a:r>
              <a:rPr lang="ja-JP" altLang="en-US" sz="1400" b="0">
                <a:solidFill>
                  <a:schemeClr val="tx1"/>
                </a:solidFill>
                <a:latin typeface="+mj-lt"/>
                <a:ea typeface="BIZ UDP明朝 Medium" panose="02020500000000000000" pitchFamily="18" charset="-128"/>
              </a:rPr>
              <a:t>取締役</a:t>
            </a:r>
            <a:endParaRPr lang="en-US" sz="1400" b="0">
              <a:solidFill>
                <a:schemeClr val="tx1"/>
              </a:solidFill>
              <a:latin typeface="+mj-lt"/>
              <a:ea typeface="BIZ UDP明朝 Medium" panose="02020500000000000000" pitchFamily="18" charset="-128"/>
            </a:endParaRPr>
          </a:p>
        </p:txBody>
      </p:sp>
      <p:sp>
        <p:nvSpPr>
          <p:cNvPr id="83" name="テキスト ボックス 82">
            <a:extLst>
              <a:ext uri="{FF2B5EF4-FFF2-40B4-BE49-F238E27FC236}">
                <a16:creationId xmlns:a16="http://schemas.microsoft.com/office/drawing/2014/main" id="{2A0905EF-533F-4529-BC7C-925C8AE84517}"/>
              </a:ext>
            </a:extLst>
          </p:cNvPr>
          <p:cNvSpPr txBox="1"/>
          <p:nvPr/>
        </p:nvSpPr>
        <p:spPr>
          <a:xfrm>
            <a:off x="8092389" y="1571268"/>
            <a:ext cx="2910469" cy="338554"/>
          </a:xfrm>
          <a:prstGeom prst="rect">
            <a:avLst/>
          </a:prstGeom>
          <a:noFill/>
        </p:spPr>
        <p:txBody>
          <a:bodyPr wrap="square">
            <a:spAutoFit/>
          </a:bodyPr>
          <a:lstStyle/>
          <a:p>
            <a:pPr algn="ctr"/>
            <a:r>
              <a:rPr lang="ja-JP" altLang="en-US" sz="1600" b="1" i="0">
                <a:solidFill>
                  <a:srgbClr val="2A2A2B"/>
                </a:solidFill>
                <a:effectLst/>
                <a:latin typeface="+mj-lt"/>
                <a:ea typeface="BIZ UDP明朝 Medium" panose="02020500000000000000" pitchFamily="18" charset="-128"/>
              </a:rPr>
              <a:t>個人評価</a:t>
            </a:r>
            <a:endParaRPr lang="ja-JP" altLang="en-US" sz="1600">
              <a:latin typeface="+mj-lt"/>
              <a:ea typeface="BIZ UDP明朝 Medium" panose="02020500000000000000" pitchFamily="18" charset="-128"/>
            </a:endParaRPr>
          </a:p>
        </p:txBody>
      </p:sp>
      <p:sp>
        <p:nvSpPr>
          <p:cNvPr id="6" name="Rectangle 37">
            <a:extLst>
              <a:ext uri="{FF2B5EF4-FFF2-40B4-BE49-F238E27FC236}">
                <a16:creationId xmlns:a16="http://schemas.microsoft.com/office/drawing/2014/main" id="{DFB7EB21-2664-1470-1B19-796F945443A8}"/>
              </a:ext>
            </a:extLst>
          </p:cNvPr>
          <p:cNvSpPr/>
          <p:nvPr/>
        </p:nvSpPr>
        <p:spPr bwMode="auto">
          <a:xfrm>
            <a:off x="8092389" y="1998536"/>
            <a:ext cx="623307" cy="2736558"/>
          </a:xfrm>
          <a:prstGeom prst="rect">
            <a:avLst/>
          </a:prstGeom>
          <a:solidFill>
            <a:srgbClr val="E6E6E6"/>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16" name="Rectangle 38">
            <a:extLst>
              <a:ext uri="{FF2B5EF4-FFF2-40B4-BE49-F238E27FC236}">
                <a16:creationId xmlns:a16="http://schemas.microsoft.com/office/drawing/2014/main" id="{1F2AF5D4-A653-283C-A6FA-859808382546}"/>
              </a:ext>
            </a:extLst>
          </p:cNvPr>
          <p:cNvSpPr/>
          <p:nvPr/>
        </p:nvSpPr>
        <p:spPr bwMode="auto">
          <a:xfrm>
            <a:off x="8092389" y="3277048"/>
            <a:ext cx="623307" cy="1458046"/>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t" anchorCtr="0" forceAA="0" compatLnSpc="1">
            <a:prstTxWarp prst="textNoShape">
              <a:avLst/>
            </a:prstTxWarp>
            <a:noAutofit/>
          </a:bodyPr>
          <a:lstStyle/>
          <a:p>
            <a:pPr algn="ctr"/>
            <a:endParaRPr lang="en-US" sz="1600" b="1" i="0">
              <a:solidFill>
                <a:schemeClr val="bg1"/>
              </a:solidFill>
              <a:latin typeface="+mj-lt"/>
              <a:ea typeface="BIZ UDP明朝 Medium" panose="02020500000000000000" pitchFamily="18" charset="-128"/>
              <a:cs typeface="Roboto" panose="02000000000000000000" pitchFamily="2" charset="0"/>
            </a:endParaRPr>
          </a:p>
        </p:txBody>
      </p:sp>
      <p:sp>
        <p:nvSpPr>
          <p:cNvPr id="20" name="Oval 114">
            <a:extLst>
              <a:ext uri="{FF2B5EF4-FFF2-40B4-BE49-F238E27FC236}">
                <a16:creationId xmlns:a16="http://schemas.microsoft.com/office/drawing/2014/main" id="{DDE372D0-677B-744A-43B1-6F6DBD750014}"/>
              </a:ext>
            </a:extLst>
          </p:cNvPr>
          <p:cNvSpPr/>
          <p:nvPr/>
        </p:nvSpPr>
        <p:spPr>
          <a:xfrm>
            <a:off x="8336727" y="4862422"/>
            <a:ext cx="128151" cy="128151"/>
          </a:xfrm>
          <a:prstGeom prst="ellipse">
            <a:avLst/>
          </a:prstGeom>
          <a:solidFill>
            <a:srgbClr val="5213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mj-lt"/>
              <a:ea typeface="BIZ UDP明朝 Medium" panose="02020500000000000000" pitchFamily="18" charset="-128"/>
            </a:endParaRPr>
          </a:p>
        </p:txBody>
      </p:sp>
      <p:sp>
        <p:nvSpPr>
          <p:cNvPr id="21" name="Text Placeholder 3">
            <a:extLst>
              <a:ext uri="{FF2B5EF4-FFF2-40B4-BE49-F238E27FC236}">
                <a16:creationId xmlns:a16="http://schemas.microsoft.com/office/drawing/2014/main" id="{1A601001-49FB-24B0-6B37-FA68ABC95E17}"/>
              </a:ext>
            </a:extLst>
          </p:cNvPr>
          <p:cNvSpPr txBox="1">
            <a:spLocks/>
          </p:cNvSpPr>
          <p:nvPr/>
        </p:nvSpPr>
        <p:spPr>
          <a:xfrm>
            <a:off x="7841078" y="5105927"/>
            <a:ext cx="1119448" cy="215444"/>
          </a:xfrm>
          <a:prstGeom prst="rect">
            <a:avLst/>
          </a:prstGeom>
        </p:spPr>
        <p:txBody>
          <a:bodyPr wrap="square" lIns="0" tIns="0" rIns="0" bIns="0" anchor="ctr" anchorCtr="1">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altLang="ja-JP" sz="1400" b="0">
                <a:solidFill>
                  <a:schemeClr val="tx1"/>
                </a:solidFill>
                <a:latin typeface="+mj-lt"/>
                <a:ea typeface="BIZ UDP明朝 Medium" panose="02020500000000000000" pitchFamily="18" charset="-128"/>
              </a:rPr>
              <a:t>CEO</a:t>
            </a:r>
          </a:p>
        </p:txBody>
      </p:sp>
      <p:sp>
        <p:nvSpPr>
          <p:cNvPr id="84" name="Rectangle 39">
            <a:extLst>
              <a:ext uri="{FF2B5EF4-FFF2-40B4-BE49-F238E27FC236}">
                <a16:creationId xmlns:a16="http://schemas.microsoft.com/office/drawing/2014/main" id="{7948AFAA-8F1A-3C7C-FA50-0586B32E19D5}"/>
              </a:ext>
            </a:extLst>
          </p:cNvPr>
          <p:cNvSpPr/>
          <p:nvPr/>
        </p:nvSpPr>
        <p:spPr bwMode="auto">
          <a:xfrm>
            <a:off x="6917500" y="1985964"/>
            <a:ext cx="623307" cy="2736558"/>
          </a:xfrm>
          <a:prstGeom prst="rect">
            <a:avLst/>
          </a:prstGeom>
          <a:solidFill>
            <a:srgbClr val="E6E6E6"/>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85" name="Rectangle 37">
            <a:extLst>
              <a:ext uri="{FF2B5EF4-FFF2-40B4-BE49-F238E27FC236}">
                <a16:creationId xmlns:a16="http://schemas.microsoft.com/office/drawing/2014/main" id="{B3EA8F91-8BB3-6872-2107-751B6DF7B8AE}"/>
              </a:ext>
            </a:extLst>
          </p:cNvPr>
          <p:cNvSpPr/>
          <p:nvPr/>
        </p:nvSpPr>
        <p:spPr bwMode="auto">
          <a:xfrm>
            <a:off x="5392726" y="1978829"/>
            <a:ext cx="623307" cy="2736558"/>
          </a:xfrm>
          <a:prstGeom prst="rect">
            <a:avLst/>
          </a:prstGeom>
          <a:solidFill>
            <a:srgbClr val="E6E6E6"/>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86" name="Rectangle 38">
            <a:extLst>
              <a:ext uri="{FF2B5EF4-FFF2-40B4-BE49-F238E27FC236}">
                <a16:creationId xmlns:a16="http://schemas.microsoft.com/office/drawing/2014/main" id="{21874249-19A3-D225-A2F9-1DD553299080}"/>
              </a:ext>
            </a:extLst>
          </p:cNvPr>
          <p:cNvSpPr/>
          <p:nvPr/>
        </p:nvSpPr>
        <p:spPr bwMode="auto">
          <a:xfrm>
            <a:off x="5392726" y="3137993"/>
            <a:ext cx="623307" cy="1577394"/>
          </a:xfrm>
          <a:prstGeom prst="rect">
            <a:avLst/>
          </a:prstGeom>
          <a:solidFill>
            <a:schemeClr val="tx2"/>
          </a:solidFill>
          <a:ln>
            <a:noFill/>
          </a:ln>
          <a:effectLst/>
        </p:spPr>
        <p:txBody>
          <a:bodyPr rot="0" spcFirstLastPara="0" vertOverflow="overflow" horzOverflow="overflow" vert="horz" wrap="square" lIns="182880" tIns="0" rIns="182880" bIns="0" numCol="1" spcCol="0" rtlCol="0" fromWordArt="0" anchor="t" anchorCtr="0" forceAA="0" compatLnSpc="1">
            <a:prstTxWarp prst="textNoShape">
              <a:avLst/>
            </a:prstTxWarp>
            <a:noAutofit/>
          </a:bodyPr>
          <a:lstStyle/>
          <a:p>
            <a:pPr algn="ctr"/>
            <a:endParaRPr lang="en-US" sz="1600" b="1" i="0">
              <a:solidFill>
                <a:schemeClr val="bg1"/>
              </a:solidFill>
              <a:latin typeface="+mj-lt"/>
              <a:ea typeface="BIZ UDP明朝 Medium" panose="02020500000000000000" pitchFamily="18" charset="-128"/>
              <a:cs typeface="Roboto" panose="02000000000000000000" pitchFamily="2" charset="0"/>
            </a:endParaRPr>
          </a:p>
        </p:txBody>
      </p:sp>
      <p:sp>
        <p:nvSpPr>
          <p:cNvPr id="87" name="Rectangle 39">
            <a:extLst>
              <a:ext uri="{FF2B5EF4-FFF2-40B4-BE49-F238E27FC236}">
                <a16:creationId xmlns:a16="http://schemas.microsoft.com/office/drawing/2014/main" id="{62084DD7-67CF-9833-97F0-ADBEC398F8C2}"/>
              </a:ext>
            </a:extLst>
          </p:cNvPr>
          <p:cNvSpPr/>
          <p:nvPr/>
        </p:nvSpPr>
        <p:spPr bwMode="auto">
          <a:xfrm>
            <a:off x="6155113" y="1985734"/>
            <a:ext cx="623307" cy="2736558"/>
          </a:xfrm>
          <a:prstGeom prst="rect">
            <a:avLst/>
          </a:prstGeom>
          <a:solidFill>
            <a:srgbClr val="E6E6E6"/>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88" name="Rectangle 42">
            <a:extLst>
              <a:ext uri="{FF2B5EF4-FFF2-40B4-BE49-F238E27FC236}">
                <a16:creationId xmlns:a16="http://schemas.microsoft.com/office/drawing/2014/main" id="{B503F2E2-767D-043C-EF0B-8594502721FF}"/>
              </a:ext>
            </a:extLst>
          </p:cNvPr>
          <p:cNvSpPr/>
          <p:nvPr/>
        </p:nvSpPr>
        <p:spPr bwMode="auto">
          <a:xfrm>
            <a:off x="6155113" y="3361269"/>
            <a:ext cx="623307" cy="1361024"/>
          </a:xfrm>
          <a:prstGeom prst="rect">
            <a:avLst/>
          </a:prstGeom>
          <a:solidFill>
            <a:schemeClr val="accent2"/>
          </a:solidFill>
          <a:ln>
            <a:noFill/>
          </a:ln>
          <a:effectLst/>
        </p:spPr>
        <p:txBody>
          <a:bodyPr rot="0" spcFirstLastPara="0" vertOverflow="overflow" horzOverflow="overflow" vert="horz" wrap="square" lIns="182880" tIns="0" rIns="182880" bIns="0" numCol="1" spcCol="0" rtlCol="0" fromWordArt="0" anchor="t" anchorCtr="0" forceAA="0" compatLnSpc="1">
            <a:prstTxWarp prst="textNoShape">
              <a:avLst/>
            </a:prstTxWarp>
            <a:noAutofit/>
          </a:bodyPr>
          <a:lstStyle/>
          <a:p>
            <a:pPr algn="ctr"/>
            <a:endParaRPr lang="en-US" sz="1600" b="1" i="0">
              <a:solidFill>
                <a:schemeClr val="bg1"/>
              </a:solidFill>
              <a:latin typeface="+mj-lt"/>
              <a:ea typeface="BIZ UDP明朝 Medium" panose="02020500000000000000" pitchFamily="18" charset="-128"/>
              <a:cs typeface="Roboto" panose="02000000000000000000" pitchFamily="2" charset="0"/>
            </a:endParaRPr>
          </a:p>
        </p:txBody>
      </p:sp>
      <p:sp>
        <p:nvSpPr>
          <p:cNvPr id="89" name="Rectangle 43">
            <a:extLst>
              <a:ext uri="{FF2B5EF4-FFF2-40B4-BE49-F238E27FC236}">
                <a16:creationId xmlns:a16="http://schemas.microsoft.com/office/drawing/2014/main" id="{27319B17-0C5C-EC60-E744-6C06B0CE3E36}"/>
              </a:ext>
            </a:extLst>
          </p:cNvPr>
          <p:cNvSpPr/>
          <p:nvPr/>
        </p:nvSpPr>
        <p:spPr bwMode="auto">
          <a:xfrm>
            <a:off x="6917500" y="2807835"/>
            <a:ext cx="623307" cy="1916808"/>
          </a:xfrm>
          <a:prstGeom prst="rect">
            <a:avLst/>
          </a:prstGeom>
          <a:solidFill>
            <a:schemeClr val="accent3"/>
          </a:solidFill>
          <a:ln>
            <a:noFill/>
          </a:ln>
          <a:effectLst/>
        </p:spPr>
        <p:txBody>
          <a:bodyPr rot="0" spcFirstLastPara="0" vertOverflow="overflow" horzOverflow="overflow" vert="horz" wrap="square" lIns="182880" tIns="0" rIns="182880" bIns="0" numCol="1" spcCol="0" rtlCol="0" fromWordArt="0" anchor="t" anchorCtr="0" forceAA="0" compatLnSpc="1">
            <a:prstTxWarp prst="textNoShape">
              <a:avLst/>
            </a:prstTxWarp>
            <a:noAutofit/>
          </a:bodyPr>
          <a:lstStyle/>
          <a:p>
            <a:pPr algn="ctr"/>
            <a:endParaRPr lang="en-US" sz="1600" b="1" i="0">
              <a:solidFill>
                <a:schemeClr val="bg1"/>
              </a:solidFill>
              <a:latin typeface="+mj-lt"/>
              <a:ea typeface="BIZ UDP明朝 Medium" panose="02020500000000000000" pitchFamily="18" charset="-128"/>
              <a:cs typeface="Roboto" panose="02000000000000000000" pitchFamily="2" charset="0"/>
            </a:endParaRPr>
          </a:p>
        </p:txBody>
      </p:sp>
      <p:cxnSp>
        <p:nvCxnSpPr>
          <p:cNvPr id="90" name="Straight Connector 113">
            <a:extLst>
              <a:ext uri="{FF2B5EF4-FFF2-40B4-BE49-F238E27FC236}">
                <a16:creationId xmlns:a16="http://schemas.microsoft.com/office/drawing/2014/main" id="{FA28F6F1-5627-2FCF-6208-1ADCB1FA72AA}"/>
              </a:ext>
            </a:extLst>
          </p:cNvPr>
          <p:cNvCxnSpPr>
            <a:cxnSpLocks/>
          </p:cNvCxnSpPr>
          <p:nvPr/>
        </p:nvCxnSpPr>
        <p:spPr>
          <a:xfrm flipV="1">
            <a:off x="4630339" y="4909153"/>
            <a:ext cx="2910469" cy="10451"/>
          </a:xfrm>
          <a:prstGeom prst="line">
            <a:avLst/>
          </a:prstGeom>
          <a:ln w="12700">
            <a:solidFill>
              <a:schemeClr val="bg1">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1" name="Oval 114">
            <a:extLst>
              <a:ext uri="{FF2B5EF4-FFF2-40B4-BE49-F238E27FC236}">
                <a16:creationId xmlns:a16="http://schemas.microsoft.com/office/drawing/2014/main" id="{997AAC58-485E-4BE2-3E81-B90B230EE585}"/>
              </a:ext>
            </a:extLst>
          </p:cNvPr>
          <p:cNvSpPr/>
          <p:nvPr/>
        </p:nvSpPr>
        <p:spPr>
          <a:xfrm>
            <a:off x="5638144" y="4857166"/>
            <a:ext cx="128151" cy="128151"/>
          </a:xfrm>
          <a:prstGeom prst="ellipse">
            <a:avLst/>
          </a:prstGeom>
          <a:solidFill>
            <a:srgbClr val="5213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mj-lt"/>
              <a:ea typeface="BIZ UDP明朝 Medium" panose="02020500000000000000" pitchFamily="18" charset="-128"/>
            </a:endParaRPr>
          </a:p>
        </p:txBody>
      </p:sp>
      <p:sp>
        <p:nvSpPr>
          <p:cNvPr id="92" name="Oval 115">
            <a:extLst>
              <a:ext uri="{FF2B5EF4-FFF2-40B4-BE49-F238E27FC236}">
                <a16:creationId xmlns:a16="http://schemas.microsoft.com/office/drawing/2014/main" id="{05CE14EF-4DB7-ACA3-BF6D-41771811E075}"/>
              </a:ext>
            </a:extLst>
          </p:cNvPr>
          <p:cNvSpPr/>
          <p:nvPr/>
        </p:nvSpPr>
        <p:spPr>
          <a:xfrm>
            <a:off x="6401611" y="4853934"/>
            <a:ext cx="128151" cy="128151"/>
          </a:xfrm>
          <a:prstGeom prst="ellipse">
            <a:avLst/>
          </a:prstGeom>
          <a:solidFill>
            <a:srgbClr val="D12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mj-lt"/>
              <a:ea typeface="BIZ UDP明朝 Medium" panose="02020500000000000000" pitchFamily="18" charset="-128"/>
            </a:endParaRPr>
          </a:p>
        </p:txBody>
      </p:sp>
      <p:sp>
        <p:nvSpPr>
          <p:cNvPr id="93" name="Oval 115">
            <a:extLst>
              <a:ext uri="{FF2B5EF4-FFF2-40B4-BE49-F238E27FC236}">
                <a16:creationId xmlns:a16="http://schemas.microsoft.com/office/drawing/2014/main" id="{D013A5A4-941E-98D8-F116-E9A79E304908}"/>
              </a:ext>
            </a:extLst>
          </p:cNvPr>
          <p:cNvSpPr/>
          <p:nvPr/>
        </p:nvSpPr>
        <p:spPr>
          <a:xfrm>
            <a:off x="7165077" y="4840320"/>
            <a:ext cx="128151" cy="1281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mj-lt"/>
              <a:ea typeface="BIZ UDP明朝 Medium" panose="02020500000000000000" pitchFamily="18" charset="-128"/>
            </a:endParaRPr>
          </a:p>
        </p:txBody>
      </p:sp>
      <p:sp>
        <p:nvSpPr>
          <p:cNvPr id="94" name="Text Placeholder 3">
            <a:extLst>
              <a:ext uri="{FF2B5EF4-FFF2-40B4-BE49-F238E27FC236}">
                <a16:creationId xmlns:a16="http://schemas.microsoft.com/office/drawing/2014/main" id="{D5B0CDA4-E45B-82ED-ED3E-1BC6D2EAC167}"/>
              </a:ext>
            </a:extLst>
          </p:cNvPr>
          <p:cNvSpPr txBox="1">
            <a:spLocks/>
          </p:cNvSpPr>
          <p:nvPr/>
        </p:nvSpPr>
        <p:spPr>
          <a:xfrm>
            <a:off x="5142495" y="5106043"/>
            <a:ext cx="1119448" cy="430887"/>
          </a:xfrm>
          <a:prstGeom prst="rect">
            <a:avLst/>
          </a:prstGeom>
        </p:spPr>
        <p:txBody>
          <a:bodyPr wrap="square" lIns="0" tIns="0" rIns="0" bIns="0" anchor="ctr" anchorCtr="1">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ja-JP" altLang="en-US" sz="1400" b="0">
                <a:solidFill>
                  <a:schemeClr val="tx1"/>
                </a:solidFill>
                <a:latin typeface="+mj-lt"/>
                <a:ea typeface="BIZ UDP明朝 Medium" panose="02020500000000000000" pitchFamily="18" charset="-128"/>
              </a:rPr>
              <a:t>取締役</a:t>
            </a:r>
            <a:br>
              <a:rPr lang="en-US" altLang="ja-JP" sz="1400" b="0">
                <a:solidFill>
                  <a:schemeClr val="tx1"/>
                </a:solidFill>
                <a:latin typeface="+mj-lt"/>
                <a:ea typeface="BIZ UDP明朝 Medium" panose="02020500000000000000" pitchFamily="18" charset="-128"/>
              </a:rPr>
            </a:br>
            <a:r>
              <a:rPr lang="ja-JP" altLang="en-US" sz="1400" b="0">
                <a:solidFill>
                  <a:schemeClr val="tx1"/>
                </a:solidFill>
                <a:latin typeface="+mj-lt"/>
                <a:ea typeface="BIZ UDP明朝 Medium" panose="02020500000000000000" pitchFamily="18" charset="-128"/>
              </a:rPr>
              <a:t>執行役</a:t>
            </a:r>
            <a:endParaRPr lang="en-US" altLang="ja-JP" sz="1400" b="0">
              <a:solidFill>
                <a:schemeClr val="tx1"/>
              </a:solidFill>
              <a:latin typeface="+mj-lt"/>
              <a:ea typeface="BIZ UDP明朝 Medium" panose="02020500000000000000" pitchFamily="18" charset="-128"/>
            </a:endParaRPr>
          </a:p>
        </p:txBody>
      </p:sp>
      <p:sp>
        <p:nvSpPr>
          <p:cNvPr id="95" name="Text Placeholder 3">
            <a:extLst>
              <a:ext uri="{FF2B5EF4-FFF2-40B4-BE49-F238E27FC236}">
                <a16:creationId xmlns:a16="http://schemas.microsoft.com/office/drawing/2014/main" id="{C555E8AF-2102-06C4-3A70-3247A785F940}"/>
              </a:ext>
            </a:extLst>
          </p:cNvPr>
          <p:cNvSpPr txBox="1">
            <a:spLocks/>
          </p:cNvSpPr>
          <p:nvPr/>
        </p:nvSpPr>
        <p:spPr>
          <a:xfrm>
            <a:off x="5905962" y="5110685"/>
            <a:ext cx="1119448" cy="430887"/>
          </a:xfrm>
          <a:prstGeom prst="rect">
            <a:avLst/>
          </a:prstGeom>
        </p:spPr>
        <p:txBody>
          <a:bodyPr wrap="square" lIns="0" tIns="0" rIns="0" bIns="0" anchor="ctr" anchorCtr="1">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ja-JP" altLang="en-US" sz="1400" b="0">
                <a:solidFill>
                  <a:schemeClr val="tx1"/>
                </a:solidFill>
                <a:latin typeface="+mj-lt"/>
                <a:ea typeface="BIZ UDP明朝 Medium" panose="02020500000000000000" pitchFamily="18" charset="-128"/>
              </a:rPr>
              <a:t>業務執行</a:t>
            </a:r>
            <a:br>
              <a:rPr lang="en-US" altLang="ja-JP" sz="1400" b="0">
                <a:solidFill>
                  <a:schemeClr val="tx1"/>
                </a:solidFill>
                <a:latin typeface="+mj-lt"/>
                <a:ea typeface="BIZ UDP明朝 Medium" panose="02020500000000000000" pitchFamily="18" charset="-128"/>
              </a:rPr>
            </a:br>
            <a:r>
              <a:rPr lang="ja-JP" altLang="en-US" sz="1400" b="0">
                <a:solidFill>
                  <a:schemeClr val="tx1"/>
                </a:solidFill>
                <a:latin typeface="+mj-lt"/>
                <a:ea typeface="BIZ UDP明朝 Medium" panose="02020500000000000000" pitchFamily="18" charset="-128"/>
              </a:rPr>
              <a:t>役員</a:t>
            </a:r>
            <a:endParaRPr lang="en-US" altLang="ja-JP" sz="1400" b="0">
              <a:solidFill>
                <a:schemeClr val="tx1"/>
              </a:solidFill>
              <a:latin typeface="+mj-lt"/>
              <a:ea typeface="BIZ UDP明朝 Medium" panose="02020500000000000000" pitchFamily="18" charset="-128"/>
            </a:endParaRPr>
          </a:p>
        </p:txBody>
      </p:sp>
      <p:sp>
        <p:nvSpPr>
          <p:cNvPr id="96" name="Text Placeholder 3">
            <a:extLst>
              <a:ext uri="{FF2B5EF4-FFF2-40B4-BE49-F238E27FC236}">
                <a16:creationId xmlns:a16="http://schemas.microsoft.com/office/drawing/2014/main" id="{BC67AAB8-FC3B-9647-B69A-B42F184B636F}"/>
              </a:ext>
            </a:extLst>
          </p:cNvPr>
          <p:cNvSpPr txBox="1">
            <a:spLocks/>
          </p:cNvSpPr>
          <p:nvPr/>
        </p:nvSpPr>
        <p:spPr>
          <a:xfrm>
            <a:off x="6669428" y="5101911"/>
            <a:ext cx="1119448" cy="430887"/>
          </a:xfrm>
          <a:prstGeom prst="rect">
            <a:avLst/>
          </a:prstGeom>
        </p:spPr>
        <p:txBody>
          <a:bodyPr wrap="square" lIns="0" tIns="0" rIns="0" bIns="0" anchor="ctr" anchorCtr="1">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ja-JP" altLang="en-US" sz="1400" b="0">
                <a:solidFill>
                  <a:schemeClr val="tx1"/>
                </a:solidFill>
                <a:latin typeface="+mj-lt"/>
                <a:ea typeface="BIZ UDP明朝 Medium" panose="02020500000000000000" pitchFamily="18" charset="-128"/>
              </a:rPr>
              <a:t>社外</a:t>
            </a:r>
            <a:br>
              <a:rPr lang="en-US" altLang="ja-JP" sz="1400" b="0">
                <a:solidFill>
                  <a:schemeClr val="tx1"/>
                </a:solidFill>
                <a:latin typeface="+mj-lt"/>
                <a:ea typeface="BIZ UDP明朝 Medium" panose="02020500000000000000" pitchFamily="18" charset="-128"/>
              </a:rPr>
            </a:br>
            <a:r>
              <a:rPr lang="ja-JP" altLang="en-US" sz="1400" b="0">
                <a:solidFill>
                  <a:schemeClr val="tx1"/>
                </a:solidFill>
                <a:latin typeface="+mj-lt"/>
                <a:ea typeface="BIZ UDP明朝 Medium" panose="02020500000000000000" pitchFamily="18" charset="-128"/>
              </a:rPr>
              <a:t>取締役</a:t>
            </a:r>
            <a:endParaRPr lang="en-US" sz="1400" b="0">
              <a:solidFill>
                <a:schemeClr val="tx1"/>
              </a:solidFill>
              <a:latin typeface="+mj-lt"/>
              <a:ea typeface="BIZ UDP明朝 Medium" panose="02020500000000000000" pitchFamily="18" charset="-128"/>
            </a:endParaRPr>
          </a:p>
        </p:txBody>
      </p:sp>
      <p:sp>
        <p:nvSpPr>
          <p:cNvPr id="97" name="テキスト ボックス 96">
            <a:extLst>
              <a:ext uri="{FF2B5EF4-FFF2-40B4-BE49-F238E27FC236}">
                <a16:creationId xmlns:a16="http://schemas.microsoft.com/office/drawing/2014/main" id="{A146173C-97C4-A032-2BF3-5611C76DEFFD}"/>
              </a:ext>
            </a:extLst>
          </p:cNvPr>
          <p:cNvSpPr txBox="1"/>
          <p:nvPr/>
        </p:nvSpPr>
        <p:spPr>
          <a:xfrm>
            <a:off x="4640765" y="1571268"/>
            <a:ext cx="2910469" cy="338554"/>
          </a:xfrm>
          <a:prstGeom prst="rect">
            <a:avLst/>
          </a:prstGeom>
          <a:noFill/>
        </p:spPr>
        <p:txBody>
          <a:bodyPr wrap="square">
            <a:spAutoFit/>
          </a:bodyPr>
          <a:lstStyle/>
          <a:p>
            <a:pPr algn="ctr"/>
            <a:r>
              <a:rPr lang="ja-JP" altLang="en-US" sz="1600" b="1" i="0">
                <a:solidFill>
                  <a:srgbClr val="2A2A2B"/>
                </a:solidFill>
                <a:effectLst/>
                <a:latin typeface="+mj-lt"/>
                <a:ea typeface="BIZ UDP明朝 Medium" panose="02020500000000000000" pitchFamily="18" charset="-128"/>
              </a:rPr>
              <a:t>後継者計画</a:t>
            </a:r>
            <a:endParaRPr lang="ja-JP" altLang="en-US" sz="1600">
              <a:latin typeface="+mj-lt"/>
              <a:ea typeface="BIZ UDP明朝 Medium" panose="02020500000000000000" pitchFamily="18" charset="-128"/>
            </a:endParaRPr>
          </a:p>
        </p:txBody>
      </p:sp>
      <p:sp>
        <p:nvSpPr>
          <p:cNvPr id="98" name="Rectangle 37">
            <a:extLst>
              <a:ext uri="{FF2B5EF4-FFF2-40B4-BE49-F238E27FC236}">
                <a16:creationId xmlns:a16="http://schemas.microsoft.com/office/drawing/2014/main" id="{130D5324-33CE-2584-072C-2594A39F14D4}"/>
              </a:ext>
            </a:extLst>
          </p:cNvPr>
          <p:cNvSpPr/>
          <p:nvPr/>
        </p:nvSpPr>
        <p:spPr bwMode="auto">
          <a:xfrm>
            <a:off x="4630339" y="1998536"/>
            <a:ext cx="623307" cy="2736558"/>
          </a:xfrm>
          <a:prstGeom prst="rect">
            <a:avLst/>
          </a:prstGeom>
          <a:solidFill>
            <a:srgbClr val="E6E6E6"/>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99" name="Rectangle 38">
            <a:extLst>
              <a:ext uri="{FF2B5EF4-FFF2-40B4-BE49-F238E27FC236}">
                <a16:creationId xmlns:a16="http://schemas.microsoft.com/office/drawing/2014/main" id="{B56C7011-96E6-ED9D-5705-CB2FC0E4CF39}"/>
              </a:ext>
            </a:extLst>
          </p:cNvPr>
          <p:cNvSpPr/>
          <p:nvPr/>
        </p:nvSpPr>
        <p:spPr bwMode="auto">
          <a:xfrm>
            <a:off x="4630339" y="2437244"/>
            <a:ext cx="623307" cy="2297850"/>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t" anchorCtr="0" forceAA="0" compatLnSpc="1">
            <a:prstTxWarp prst="textNoShape">
              <a:avLst/>
            </a:prstTxWarp>
            <a:noAutofit/>
          </a:bodyPr>
          <a:lstStyle/>
          <a:p>
            <a:pPr algn="ctr"/>
            <a:endParaRPr lang="en-US" sz="1600" b="1" i="0">
              <a:solidFill>
                <a:schemeClr val="bg1"/>
              </a:solidFill>
              <a:latin typeface="+mj-lt"/>
              <a:ea typeface="BIZ UDP明朝 Medium" panose="02020500000000000000" pitchFamily="18" charset="-128"/>
              <a:cs typeface="Roboto" panose="02000000000000000000" pitchFamily="2" charset="0"/>
            </a:endParaRPr>
          </a:p>
        </p:txBody>
      </p:sp>
      <p:sp>
        <p:nvSpPr>
          <p:cNvPr id="100" name="Oval 114">
            <a:extLst>
              <a:ext uri="{FF2B5EF4-FFF2-40B4-BE49-F238E27FC236}">
                <a16:creationId xmlns:a16="http://schemas.microsoft.com/office/drawing/2014/main" id="{0F9D0695-D3BF-5BF1-67A2-D4F2A5C5FBCA}"/>
              </a:ext>
            </a:extLst>
          </p:cNvPr>
          <p:cNvSpPr/>
          <p:nvPr/>
        </p:nvSpPr>
        <p:spPr>
          <a:xfrm>
            <a:off x="4874677" y="4862422"/>
            <a:ext cx="128151" cy="128151"/>
          </a:xfrm>
          <a:prstGeom prst="ellipse">
            <a:avLst/>
          </a:prstGeom>
          <a:solidFill>
            <a:srgbClr val="5213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mj-lt"/>
              <a:ea typeface="BIZ UDP明朝 Medium" panose="02020500000000000000" pitchFamily="18" charset="-128"/>
            </a:endParaRPr>
          </a:p>
        </p:txBody>
      </p:sp>
      <p:sp>
        <p:nvSpPr>
          <p:cNvPr id="101" name="Text Placeholder 3">
            <a:extLst>
              <a:ext uri="{FF2B5EF4-FFF2-40B4-BE49-F238E27FC236}">
                <a16:creationId xmlns:a16="http://schemas.microsoft.com/office/drawing/2014/main" id="{870E9DAD-E2B4-9C7E-5EDF-67B893D2E2AC}"/>
              </a:ext>
            </a:extLst>
          </p:cNvPr>
          <p:cNvSpPr txBox="1">
            <a:spLocks/>
          </p:cNvSpPr>
          <p:nvPr/>
        </p:nvSpPr>
        <p:spPr>
          <a:xfrm>
            <a:off x="4379028" y="5105927"/>
            <a:ext cx="1119448" cy="215444"/>
          </a:xfrm>
          <a:prstGeom prst="rect">
            <a:avLst/>
          </a:prstGeom>
        </p:spPr>
        <p:txBody>
          <a:bodyPr wrap="square" lIns="0" tIns="0" rIns="0" bIns="0" anchor="ctr" anchorCtr="1">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altLang="ja-JP" sz="1400" b="0">
                <a:solidFill>
                  <a:schemeClr val="tx1"/>
                </a:solidFill>
                <a:latin typeface="+mj-lt"/>
                <a:ea typeface="BIZ UDP明朝 Medium" panose="02020500000000000000" pitchFamily="18" charset="-128"/>
              </a:rPr>
              <a:t>CEO</a:t>
            </a:r>
          </a:p>
        </p:txBody>
      </p:sp>
      <p:sp>
        <p:nvSpPr>
          <p:cNvPr id="102" name="Rectangle 39">
            <a:extLst>
              <a:ext uri="{FF2B5EF4-FFF2-40B4-BE49-F238E27FC236}">
                <a16:creationId xmlns:a16="http://schemas.microsoft.com/office/drawing/2014/main" id="{CD1577C6-06A6-C724-D611-7A90CE4AE08C}"/>
              </a:ext>
            </a:extLst>
          </p:cNvPr>
          <p:cNvSpPr/>
          <p:nvPr/>
        </p:nvSpPr>
        <p:spPr bwMode="auto">
          <a:xfrm>
            <a:off x="3216096" y="1985734"/>
            <a:ext cx="623307" cy="2736558"/>
          </a:xfrm>
          <a:prstGeom prst="rect">
            <a:avLst/>
          </a:prstGeom>
          <a:solidFill>
            <a:srgbClr val="E6E6E6"/>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103" name="Rectangle 37">
            <a:extLst>
              <a:ext uri="{FF2B5EF4-FFF2-40B4-BE49-F238E27FC236}">
                <a16:creationId xmlns:a16="http://schemas.microsoft.com/office/drawing/2014/main" id="{46FBBE11-4184-8C35-793B-BCAA0C2269E0}"/>
              </a:ext>
            </a:extLst>
          </p:cNvPr>
          <p:cNvSpPr/>
          <p:nvPr/>
        </p:nvSpPr>
        <p:spPr bwMode="auto">
          <a:xfrm>
            <a:off x="1691322" y="1978599"/>
            <a:ext cx="623307" cy="2736558"/>
          </a:xfrm>
          <a:prstGeom prst="rect">
            <a:avLst/>
          </a:prstGeom>
          <a:solidFill>
            <a:srgbClr val="E6E6E6"/>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104" name="Rectangle 38">
            <a:extLst>
              <a:ext uri="{FF2B5EF4-FFF2-40B4-BE49-F238E27FC236}">
                <a16:creationId xmlns:a16="http://schemas.microsoft.com/office/drawing/2014/main" id="{27FAA34A-7D95-A6B8-FEEA-DF33ABE287AF}"/>
              </a:ext>
            </a:extLst>
          </p:cNvPr>
          <p:cNvSpPr/>
          <p:nvPr/>
        </p:nvSpPr>
        <p:spPr bwMode="auto">
          <a:xfrm>
            <a:off x="1691322" y="2116193"/>
            <a:ext cx="623307" cy="2598964"/>
          </a:xfrm>
          <a:prstGeom prst="rect">
            <a:avLst/>
          </a:prstGeom>
          <a:solidFill>
            <a:schemeClr val="tx2"/>
          </a:solidFill>
          <a:ln>
            <a:noFill/>
          </a:ln>
          <a:effectLst/>
        </p:spPr>
        <p:txBody>
          <a:bodyPr rot="0" spcFirstLastPara="0" vertOverflow="overflow" horzOverflow="overflow" vert="horz" wrap="square" lIns="182880" tIns="0" rIns="182880" bIns="0" numCol="1" spcCol="0" rtlCol="0" fromWordArt="0" anchor="t" anchorCtr="0" forceAA="0" compatLnSpc="1">
            <a:prstTxWarp prst="textNoShape">
              <a:avLst/>
            </a:prstTxWarp>
            <a:noAutofit/>
          </a:bodyPr>
          <a:lstStyle/>
          <a:p>
            <a:pPr algn="ctr"/>
            <a:endParaRPr lang="en-US" sz="1600" b="1" i="0">
              <a:solidFill>
                <a:schemeClr val="bg1"/>
              </a:solidFill>
              <a:latin typeface="+mj-lt"/>
              <a:ea typeface="BIZ UDP明朝 Medium" panose="02020500000000000000" pitchFamily="18" charset="-128"/>
              <a:cs typeface="Roboto" panose="02000000000000000000" pitchFamily="2" charset="0"/>
            </a:endParaRPr>
          </a:p>
        </p:txBody>
      </p:sp>
      <p:sp>
        <p:nvSpPr>
          <p:cNvPr id="105" name="Rectangle 39">
            <a:extLst>
              <a:ext uri="{FF2B5EF4-FFF2-40B4-BE49-F238E27FC236}">
                <a16:creationId xmlns:a16="http://schemas.microsoft.com/office/drawing/2014/main" id="{762D741D-9116-A7A7-1803-65636B4C00A7}"/>
              </a:ext>
            </a:extLst>
          </p:cNvPr>
          <p:cNvSpPr/>
          <p:nvPr/>
        </p:nvSpPr>
        <p:spPr bwMode="auto">
          <a:xfrm>
            <a:off x="2453709" y="1985504"/>
            <a:ext cx="623307" cy="2736558"/>
          </a:xfrm>
          <a:prstGeom prst="rect">
            <a:avLst/>
          </a:prstGeom>
          <a:solidFill>
            <a:srgbClr val="E6E6E6"/>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106" name="Rectangle 42">
            <a:extLst>
              <a:ext uri="{FF2B5EF4-FFF2-40B4-BE49-F238E27FC236}">
                <a16:creationId xmlns:a16="http://schemas.microsoft.com/office/drawing/2014/main" id="{582FF84A-D9F1-60C2-65BC-1AABF08AA023}"/>
              </a:ext>
            </a:extLst>
          </p:cNvPr>
          <p:cNvSpPr/>
          <p:nvPr/>
        </p:nvSpPr>
        <p:spPr bwMode="auto">
          <a:xfrm>
            <a:off x="2453709" y="2807835"/>
            <a:ext cx="623307" cy="1914228"/>
          </a:xfrm>
          <a:prstGeom prst="rect">
            <a:avLst/>
          </a:prstGeom>
          <a:solidFill>
            <a:schemeClr val="accent2"/>
          </a:solidFill>
          <a:ln>
            <a:noFill/>
          </a:ln>
          <a:effectLst/>
        </p:spPr>
        <p:txBody>
          <a:bodyPr rot="0" spcFirstLastPara="0" vertOverflow="overflow" horzOverflow="overflow" vert="horz" wrap="square" lIns="182880" tIns="0" rIns="182880" bIns="0" numCol="1" spcCol="0" rtlCol="0" fromWordArt="0" anchor="t" anchorCtr="0" forceAA="0" compatLnSpc="1">
            <a:prstTxWarp prst="textNoShape">
              <a:avLst/>
            </a:prstTxWarp>
            <a:noAutofit/>
          </a:bodyPr>
          <a:lstStyle/>
          <a:p>
            <a:pPr algn="ctr"/>
            <a:endParaRPr lang="en-US" sz="1600" b="1" i="0">
              <a:solidFill>
                <a:schemeClr val="bg1"/>
              </a:solidFill>
              <a:latin typeface="+mj-lt"/>
              <a:ea typeface="BIZ UDP明朝 Medium" panose="02020500000000000000" pitchFamily="18" charset="-128"/>
              <a:cs typeface="Roboto" panose="02000000000000000000" pitchFamily="2" charset="0"/>
            </a:endParaRPr>
          </a:p>
        </p:txBody>
      </p:sp>
      <p:sp>
        <p:nvSpPr>
          <p:cNvPr id="107" name="Rectangle 43">
            <a:extLst>
              <a:ext uri="{FF2B5EF4-FFF2-40B4-BE49-F238E27FC236}">
                <a16:creationId xmlns:a16="http://schemas.microsoft.com/office/drawing/2014/main" id="{322D0F60-773D-982B-D074-654A03D7CD61}"/>
              </a:ext>
            </a:extLst>
          </p:cNvPr>
          <p:cNvSpPr/>
          <p:nvPr/>
        </p:nvSpPr>
        <p:spPr bwMode="auto">
          <a:xfrm>
            <a:off x="3216096" y="2084840"/>
            <a:ext cx="623307" cy="2639573"/>
          </a:xfrm>
          <a:prstGeom prst="rect">
            <a:avLst/>
          </a:prstGeom>
          <a:solidFill>
            <a:schemeClr val="accent3"/>
          </a:solidFill>
          <a:ln>
            <a:noFill/>
          </a:ln>
          <a:effectLst/>
        </p:spPr>
        <p:txBody>
          <a:bodyPr rot="0" spcFirstLastPara="0" vertOverflow="overflow" horzOverflow="overflow" vert="horz" wrap="square" lIns="182880" tIns="0" rIns="182880" bIns="0" numCol="1" spcCol="0" rtlCol="0" fromWordArt="0" anchor="t" anchorCtr="0" forceAA="0" compatLnSpc="1">
            <a:prstTxWarp prst="textNoShape">
              <a:avLst/>
            </a:prstTxWarp>
            <a:noAutofit/>
          </a:bodyPr>
          <a:lstStyle/>
          <a:p>
            <a:pPr algn="ctr"/>
            <a:endParaRPr lang="en-US" sz="1600" b="1" i="0">
              <a:solidFill>
                <a:schemeClr val="bg1"/>
              </a:solidFill>
              <a:latin typeface="+mj-lt"/>
              <a:ea typeface="BIZ UDP明朝 Medium" panose="02020500000000000000" pitchFamily="18" charset="-128"/>
              <a:cs typeface="Roboto" panose="02000000000000000000" pitchFamily="2" charset="0"/>
            </a:endParaRPr>
          </a:p>
        </p:txBody>
      </p:sp>
      <p:cxnSp>
        <p:nvCxnSpPr>
          <p:cNvPr id="108" name="Straight Connector 113">
            <a:extLst>
              <a:ext uri="{FF2B5EF4-FFF2-40B4-BE49-F238E27FC236}">
                <a16:creationId xmlns:a16="http://schemas.microsoft.com/office/drawing/2014/main" id="{C4997106-82F8-94A9-F97F-6BA39E1B7FD6}"/>
              </a:ext>
            </a:extLst>
          </p:cNvPr>
          <p:cNvCxnSpPr>
            <a:cxnSpLocks/>
          </p:cNvCxnSpPr>
          <p:nvPr/>
        </p:nvCxnSpPr>
        <p:spPr>
          <a:xfrm flipV="1">
            <a:off x="928935" y="4908923"/>
            <a:ext cx="2910469" cy="10451"/>
          </a:xfrm>
          <a:prstGeom prst="line">
            <a:avLst/>
          </a:prstGeom>
          <a:ln w="12700">
            <a:solidFill>
              <a:schemeClr val="bg1">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9" name="Oval 114">
            <a:extLst>
              <a:ext uri="{FF2B5EF4-FFF2-40B4-BE49-F238E27FC236}">
                <a16:creationId xmlns:a16="http://schemas.microsoft.com/office/drawing/2014/main" id="{45F95F47-C260-F02B-6DCB-74C75A61C944}"/>
              </a:ext>
            </a:extLst>
          </p:cNvPr>
          <p:cNvSpPr/>
          <p:nvPr/>
        </p:nvSpPr>
        <p:spPr>
          <a:xfrm>
            <a:off x="1936740" y="4856936"/>
            <a:ext cx="128151" cy="128151"/>
          </a:xfrm>
          <a:prstGeom prst="ellipse">
            <a:avLst/>
          </a:prstGeom>
          <a:solidFill>
            <a:srgbClr val="5213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mj-lt"/>
              <a:ea typeface="BIZ UDP明朝 Medium" panose="02020500000000000000" pitchFamily="18" charset="-128"/>
            </a:endParaRPr>
          </a:p>
        </p:txBody>
      </p:sp>
      <p:sp>
        <p:nvSpPr>
          <p:cNvPr id="110" name="Oval 115">
            <a:extLst>
              <a:ext uri="{FF2B5EF4-FFF2-40B4-BE49-F238E27FC236}">
                <a16:creationId xmlns:a16="http://schemas.microsoft.com/office/drawing/2014/main" id="{433DEE60-4577-E951-B988-C055FA8F3118}"/>
              </a:ext>
            </a:extLst>
          </p:cNvPr>
          <p:cNvSpPr/>
          <p:nvPr/>
        </p:nvSpPr>
        <p:spPr>
          <a:xfrm>
            <a:off x="2700207" y="4853704"/>
            <a:ext cx="128151" cy="128151"/>
          </a:xfrm>
          <a:prstGeom prst="ellipse">
            <a:avLst/>
          </a:prstGeom>
          <a:solidFill>
            <a:srgbClr val="D12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mj-lt"/>
              <a:ea typeface="BIZ UDP明朝 Medium" panose="02020500000000000000" pitchFamily="18" charset="-128"/>
            </a:endParaRPr>
          </a:p>
        </p:txBody>
      </p:sp>
      <p:sp>
        <p:nvSpPr>
          <p:cNvPr id="111" name="Oval 115">
            <a:extLst>
              <a:ext uri="{FF2B5EF4-FFF2-40B4-BE49-F238E27FC236}">
                <a16:creationId xmlns:a16="http://schemas.microsoft.com/office/drawing/2014/main" id="{4BFC1C53-7FEE-E647-F06E-D475E8A3F68F}"/>
              </a:ext>
            </a:extLst>
          </p:cNvPr>
          <p:cNvSpPr/>
          <p:nvPr/>
        </p:nvSpPr>
        <p:spPr>
          <a:xfrm>
            <a:off x="3463673" y="4840090"/>
            <a:ext cx="128151" cy="1281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mj-lt"/>
              <a:ea typeface="BIZ UDP明朝 Medium" panose="02020500000000000000" pitchFamily="18" charset="-128"/>
            </a:endParaRPr>
          </a:p>
        </p:txBody>
      </p:sp>
      <p:sp>
        <p:nvSpPr>
          <p:cNvPr id="112" name="Text Placeholder 3">
            <a:extLst>
              <a:ext uri="{FF2B5EF4-FFF2-40B4-BE49-F238E27FC236}">
                <a16:creationId xmlns:a16="http://schemas.microsoft.com/office/drawing/2014/main" id="{EB2101AA-AE1F-DCC6-2CE4-D58DE698B3B9}"/>
              </a:ext>
            </a:extLst>
          </p:cNvPr>
          <p:cNvSpPr txBox="1">
            <a:spLocks/>
          </p:cNvSpPr>
          <p:nvPr/>
        </p:nvSpPr>
        <p:spPr>
          <a:xfrm>
            <a:off x="1441091" y="5105813"/>
            <a:ext cx="1119448" cy="430887"/>
          </a:xfrm>
          <a:prstGeom prst="rect">
            <a:avLst/>
          </a:prstGeom>
        </p:spPr>
        <p:txBody>
          <a:bodyPr wrap="square" lIns="0" tIns="0" rIns="0" bIns="0" anchor="ctr" anchorCtr="1">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ja-JP" altLang="en-US" sz="1400" b="0">
                <a:solidFill>
                  <a:schemeClr val="tx1"/>
                </a:solidFill>
                <a:latin typeface="+mj-lt"/>
                <a:ea typeface="BIZ UDP明朝 Medium" panose="02020500000000000000" pitchFamily="18" charset="-128"/>
              </a:rPr>
              <a:t>取締役</a:t>
            </a:r>
            <a:br>
              <a:rPr lang="en-US" altLang="ja-JP" sz="1400" b="0">
                <a:solidFill>
                  <a:schemeClr val="tx1"/>
                </a:solidFill>
                <a:latin typeface="+mj-lt"/>
                <a:ea typeface="BIZ UDP明朝 Medium" panose="02020500000000000000" pitchFamily="18" charset="-128"/>
              </a:rPr>
            </a:br>
            <a:r>
              <a:rPr lang="ja-JP" altLang="en-US" sz="1400" b="0">
                <a:solidFill>
                  <a:schemeClr val="tx1"/>
                </a:solidFill>
                <a:latin typeface="+mj-lt"/>
                <a:ea typeface="BIZ UDP明朝 Medium" panose="02020500000000000000" pitchFamily="18" charset="-128"/>
              </a:rPr>
              <a:t>執行役</a:t>
            </a:r>
            <a:endParaRPr lang="en-US" altLang="ja-JP" sz="1400" b="0">
              <a:solidFill>
                <a:schemeClr val="tx1"/>
              </a:solidFill>
              <a:latin typeface="+mj-lt"/>
              <a:ea typeface="BIZ UDP明朝 Medium" panose="02020500000000000000" pitchFamily="18" charset="-128"/>
            </a:endParaRPr>
          </a:p>
        </p:txBody>
      </p:sp>
      <p:sp>
        <p:nvSpPr>
          <p:cNvPr id="113" name="Text Placeholder 3">
            <a:extLst>
              <a:ext uri="{FF2B5EF4-FFF2-40B4-BE49-F238E27FC236}">
                <a16:creationId xmlns:a16="http://schemas.microsoft.com/office/drawing/2014/main" id="{7C1FBBA3-090B-1187-AF2C-220E37DB5453}"/>
              </a:ext>
            </a:extLst>
          </p:cNvPr>
          <p:cNvSpPr txBox="1">
            <a:spLocks/>
          </p:cNvSpPr>
          <p:nvPr/>
        </p:nvSpPr>
        <p:spPr>
          <a:xfrm>
            <a:off x="2204558" y="5110455"/>
            <a:ext cx="1119448" cy="430887"/>
          </a:xfrm>
          <a:prstGeom prst="rect">
            <a:avLst/>
          </a:prstGeom>
        </p:spPr>
        <p:txBody>
          <a:bodyPr wrap="square" lIns="0" tIns="0" rIns="0" bIns="0" anchor="ctr" anchorCtr="1">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ja-JP" altLang="en-US" sz="1400" b="0">
                <a:solidFill>
                  <a:schemeClr val="tx1"/>
                </a:solidFill>
                <a:latin typeface="+mj-lt"/>
                <a:ea typeface="BIZ UDP明朝 Medium" panose="02020500000000000000" pitchFamily="18" charset="-128"/>
              </a:rPr>
              <a:t>業務執行</a:t>
            </a:r>
            <a:br>
              <a:rPr lang="en-US" altLang="ja-JP" sz="1400" b="0">
                <a:solidFill>
                  <a:schemeClr val="tx1"/>
                </a:solidFill>
                <a:latin typeface="+mj-lt"/>
                <a:ea typeface="BIZ UDP明朝 Medium" panose="02020500000000000000" pitchFamily="18" charset="-128"/>
              </a:rPr>
            </a:br>
            <a:r>
              <a:rPr lang="ja-JP" altLang="en-US" sz="1400" b="0">
                <a:solidFill>
                  <a:schemeClr val="tx1"/>
                </a:solidFill>
                <a:latin typeface="+mj-lt"/>
                <a:ea typeface="BIZ UDP明朝 Medium" panose="02020500000000000000" pitchFamily="18" charset="-128"/>
              </a:rPr>
              <a:t>役員</a:t>
            </a:r>
            <a:endParaRPr lang="en-US" altLang="ja-JP" sz="1400" b="0">
              <a:solidFill>
                <a:schemeClr val="tx1"/>
              </a:solidFill>
              <a:latin typeface="+mj-lt"/>
              <a:ea typeface="BIZ UDP明朝 Medium" panose="02020500000000000000" pitchFamily="18" charset="-128"/>
            </a:endParaRPr>
          </a:p>
        </p:txBody>
      </p:sp>
      <p:sp>
        <p:nvSpPr>
          <p:cNvPr id="114" name="Text Placeholder 3">
            <a:extLst>
              <a:ext uri="{FF2B5EF4-FFF2-40B4-BE49-F238E27FC236}">
                <a16:creationId xmlns:a16="http://schemas.microsoft.com/office/drawing/2014/main" id="{03277EA0-2DA3-D994-8FD9-0A1CDE3EA350}"/>
              </a:ext>
            </a:extLst>
          </p:cNvPr>
          <p:cNvSpPr txBox="1">
            <a:spLocks/>
          </p:cNvSpPr>
          <p:nvPr/>
        </p:nvSpPr>
        <p:spPr>
          <a:xfrm>
            <a:off x="2968024" y="5101681"/>
            <a:ext cx="1119448" cy="430887"/>
          </a:xfrm>
          <a:prstGeom prst="rect">
            <a:avLst/>
          </a:prstGeom>
        </p:spPr>
        <p:txBody>
          <a:bodyPr wrap="square" lIns="0" tIns="0" rIns="0" bIns="0" anchor="ctr" anchorCtr="1">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ja-JP" altLang="en-US" sz="1400" b="0">
                <a:solidFill>
                  <a:schemeClr val="tx1"/>
                </a:solidFill>
                <a:latin typeface="+mj-lt"/>
                <a:ea typeface="BIZ UDP明朝 Medium" panose="02020500000000000000" pitchFamily="18" charset="-128"/>
              </a:rPr>
              <a:t>社外</a:t>
            </a:r>
            <a:br>
              <a:rPr lang="en-US" altLang="ja-JP" sz="1400" b="0">
                <a:solidFill>
                  <a:schemeClr val="tx1"/>
                </a:solidFill>
                <a:latin typeface="+mj-lt"/>
                <a:ea typeface="BIZ UDP明朝 Medium" panose="02020500000000000000" pitchFamily="18" charset="-128"/>
              </a:rPr>
            </a:br>
            <a:r>
              <a:rPr lang="ja-JP" altLang="en-US" sz="1400" b="0">
                <a:solidFill>
                  <a:schemeClr val="tx1"/>
                </a:solidFill>
                <a:latin typeface="+mj-lt"/>
                <a:ea typeface="BIZ UDP明朝 Medium" panose="02020500000000000000" pitchFamily="18" charset="-128"/>
              </a:rPr>
              <a:t>取締役</a:t>
            </a:r>
            <a:endParaRPr lang="en-US" sz="1400" b="0">
              <a:solidFill>
                <a:schemeClr val="tx1"/>
              </a:solidFill>
              <a:latin typeface="+mj-lt"/>
              <a:ea typeface="BIZ UDP明朝 Medium" panose="02020500000000000000" pitchFamily="18" charset="-128"/>
            </a:endParaRPr>
          </a:p>
        </p:txBody>
      </p:sp>
      <p:sp>
        <p:nvSpPr>
          <p:cNvPr id="115" name="テキスト ボックス 114">
            <a:extLst>
              <a:ext uri="{FF2B5EF4-FFF2-40B4-BE49-F238E27FC236}">
                <a16:creationId xmlns:a16="http://schemas.microsoft.com/office/drawing/2014/main" id="{BAFCBC9E-51E1-E1ED-7F5F-BE6BC5B332E0}"/>
              </a:ext>
            </a:extLst>
          </p:cNvPr>
          <p:cNvSpPr txBox="1"/>
          <p:nvPr/>
        </p:nvSpPr>
        <p:spPr>
          <a:xfrm>
            <a:off x="939361" y="1571038"/>
            <a:ext cx="2910469" cy="338554"/>
          </a:xfrm>
          <a:prstGeom prst="rect">
            <a:avLst/>
          </a:prstGeom>
          <a:noFill/>
        </p:spPr>
        <p:txBody>
          <a:bodyPr wrap="square">
            <a:spAutoFit/>
          </a:bodyPr>
          <a:lstStyle/>
          <a:p>
            <a:pPr algn="ctr"/>
            <a:r>
              <a:rPr lang="ja-JP" altLang="en-US" sz="1600" b="1">
                <a:solidFill>
                  <a:srgbClr val="2A2A2B"/>
                </a:solidFill>
                <a:latin typeface="+mj-lt"/>
                <a:ea typeface="BIZ UDP明朝 Medium" panose="02020500000000000000" pitchFamily="18" charset="-128"/>
              </a:rPr>
              <a:t>選解任</a:t>
            </a:r>
            <a:endParaRPr lang="ja-JP" altLang="en-US" sz="1600">
              <a:latin typeface="+mj-lt"/>
              <a:ea typeface="BIZ UDP明朝 Medium" panose="02020500000000000000" pitchFamily="18" charset="-128"/>
            </a:endParaRPr>
          </a:p>
        </p:txBody>
      </p:sp>
      <p:sp>
        <p:nvSpPr>
          <p:cNvPr id="116" name="Rectangle 37">
            <a:extLst>
              <a:ext uri="{FF2B5EF4-FFF2-40B4-BE49-F238E27FC236}">
                <a16:creationId xmlns:a16="http://schemas.microsoft.com/office/drawing/2014/main" id="{010F5009-3278-AFBF-BF35-DEC8CF135C02}"/>
              </a:ext>
            </a:extLst>
          </p:cNvPr>
          <p:cNvSpPr/>
          <p:nvPr/>
        </p:nvSpPr>
        <p:spPr bwMode="auto">
          <a:xfrm>
            <a:off x="928935" y="1998306"/>
            <a:ext cx="623307" cy="2736558"/>
          </a:xfrm>
          <a:prstGeom prst="rect">
            <a:avLst/>
          </a:prstGeom>
          <a:solidFill>
            <a:srgbClr val="E6E6E6"/>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117" name="Rectangle 38">
            <a:extLst>
              <a:ext uri="{FF2B5EF4-FFF2-40B4-BE49-F238E27FC236}">
                <a16:creationId xmlns:a16="http://schemas.microsoft.com/office/drawing/2014/main" id="{A917E16A-CF78-BAEA-EC9F-3E9612C910FD}"/>
              </a:ext>
            </a:extLst>
          </p:cNvPr>
          <p:cNvSpPr/>
          <p:nvPr/>
        </p:nvSpPr>
        <p:spPr bwMode="auto">
          <a:xfrm>
            <a:off x="928935" y="2071484"/>
            <a:ext cx="623307" cy="2663380"/>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t" anchorCtr="0" forceAA="0" compatLnSpc="1">
            <a:prstTxWarp prst="textNoShape">
              <a:avLst/>
            </a:prstTxWarp>
            <a:noAutofit/>
          </a:bodyPr>
          <a:lstStyle/>
          <a:p>
            <a:pPr algn="ctr"/>
            <a:endParaRPr lang="en-US" sz="1600" b="1" i="0">
              <a:solidFill>
                <a:schemeClr val="bg1"/>
              </a:solidFill>
              <a:latin typeface="+mj-lt"/>
              <a:ea typeface="BIZ UDP明朝 Medium" panose="02020500000000000000" pitchFamily="18" charset="-128"/>
              <a:cs typeface="Roboto" panose="02000000000000000000" pitchFamily="2" charset="0"/>
            </a:endParaRPr>
          </a:p>
        </p:txBody>
      </p:sp>
      <p:sp>
        <p:nvSpPr>
          <p:cNvPr id="118" name="Oval 114">
            <a:extLst>
              <a:ext uri="{FF2B5EF4-FFF2-40B4-BE49-F238E27FC236}">
                <a16:creationId xmlns:a16="http://schemas.microsoft.com/office/drawing/2014/main" id="{6EC86A62-0D0A-198E-307E-D5AF4675B111}"/>
              </a:ext>
            </a:extLst>
          </p:cNvPr>
          <p:cNvSpPr/>
          <p:nvPr/>
        </p:nvSpPr>
        <p:spPr>
          <a:xfrm>
            <a:off x="1173273" y="4862192"/>
            <a:ext cx="128151" cy="128151"/>
          </a:xfrm>
          <a:prstGeom prst="ellipse">
            <a:avLst/>
          </a:prstGeom>
          <a:solidFill>
            <a:srgbClr val="5213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mj-lt"/>
              <a:ea typeface="BIZ UDP明朝 Medium" panose="02020500000000000000" pitchFamily="18" charset="-128"/>
            </a:endParaRPr>
          </a:p>
        </p:txBody>
      </p:sp>
      <p:sp>
        <p:nvSpPr>
          <p:cNvPr id="119" name="Text Placeholder 3">
            <a:extLst>
              <a:ext uri="{FF2B5EF4-FFF2-40B4-BE49-F238E27FC236}">
                <a16:creationId xmlns:a16="http://schemas.microsoft.com/office/drawing/2014/main" id="{DA816BCB-9DA6-17C4-F8A5-2C6749CD6B11}"/>
              </a:ext>
            </a:extLst>
          </p:cNvPr>
          <p:cNvSpPr txBox="1">
            <a:spLocks/>
          </p:cNvSpPr>
          <p:nvPr/>
        </p:nvSpPr>
        <p:spPr>
          <a:xfrm>
            <a:off x="677624" y="5105697"/>
            <a:ext cx="1119448" cy="215444"/>
          </a:xfrm>
          <a:prstGeom prst="rect">
            <a:avLst/>
          </a:prstGeom>
        </p:spPr>
        <p:txBody>
          <a:bodyPr wrap="square" lIns="0" tIns="0" rIns="0" bIns="0" anchor="ctr" anchorCtr="1">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altLang="ja-JP" sz="1400" b="0">
                <a:solidFill>
                  <a:schemeClr val="tx1"/>
                </a:solidFill>
                <a:latin typeface="+mj-lt"/>
                <a:ea typeface="BIZ UDP明朝 Medium" panose="02020500000000000000" pitchFamily="18" charset="-128"/>
              </a:rPr>
              <a:t>CEO</a:t>
            </a:r>
          </a:p>
        </p:txBody>
      </p:sp>
      <p:sp>
        <p:nvSpPr>
          <p:cNvPr id="120" name="Text Placeholder 3">
            <a:extLst>
              <a:ext uri="{FF2B5EF4-FFF2-40B4-BE49-F238E27FC236}">
                <a16:creationId xmlns:a16="http://schemas.microsoft.com/office/drawing/2014/main" id="{C1C14F9A-E5CD-25CC-9923-82B1FDD66A37}"/>
              </a:ext>
            </a:extLst>
          </p:cNvPr>
          <p:cNvSpPr txBox="1">
            <a:spLocks/>
          </p:cNvSpPr>
          <p:nvPr/>
        </p:nvSpPr>
        <p:spPr>
          <a:xfrm>
            <a:off x="854826" y="2101877"/>
            <a:ext cx="771525" cy="215444"/>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altLang="ja-JP" sz="1400">
                <a:solidFill>
                  <a:schemeClr val="bg1"/>
                </a:solidFill>
                <a:latin typeface="+mj-lt"/>
                <a:ea typeface="BIZ UDP明朝 Medium" panose="02020500000000000000" pitchFamily="18" charset="-128"/>
              </a:rPr>
              <a:t>97</a:t>
            </a:r>
            <a:r>
              <a:rPr lang="en-US" sz="1400">
                <a:solidFill>
                  <a:schemeClr val="bg1"/>
                </a:solidFill>
                <a:latin typeface="+mj-lt"/>
                <a:ea typeface="BIZ UDP明朝 Medium" panose="02020500000000000000" pitchFamily="18" charset="-128"/>
              </a:rPr>
              <a:t>%</a:t>
            </a:r>
          </a:p>
        </p:txBody>
      </p:sp>
      <p:sp>
        <p:nvSpPr>
          <p:cNvPr id="121" name="Text Placeholder 3">
            <a:extLst>
              <a:ext uri="{FF2B5EF4-FFF2-40B4-BE49-F238E27FC236}">
                <a16:creationId xmlns:a16="http://schemas.microsoft.com/office/drawing/2014/main" id="{48ADB534-C44C-28A2-B82C-A0DD6BE1CF6A}"/>
              </a:ext>
            </a:extLst>
          </p:cNvPr>
          <p:cNvSpPr txBox="1">
            <a:spLocks/>
          </p:cNvSpPr>
          <p:nvPr/>
        </p:nvSpPr>
        <p:spPr>
          <a:xfrm>
            <a:off x="1625064" y="2157096"/>
            <a:ext cx="771525" cy="215444"/>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altLang="ja-JP" sz="1400">
                <a:solidFill>
                  <a:schemeClr val="bg1"/>
                </a:solidFill>
                <a:latin typeface="+mj-lt"/>
                <a:ea typeface="BIZ UDP明朝 Medium" panose="02020500000000000000" pitchFamily="18" charset="-128"/>
              </a:rPr>
              <a:t>92</a:t>
            </a:r>
            <a:r>
              <a:rPr lang="en-US" sz="1400">
                <a:solidFill>
                  <a:schemeClr val="bg1"/>
                </a:solidFill>
                <a:latin typeface="+mj-lt"/>
                <a:ea typeface="BIZ UDP明朝 Medium" panose="02020500000000000000" pitchFamily="18" charset="-128"/>
              </a:rPr>
              <a:t>%</a:t>
            </a:r>
          </a:p>
        </p:txBody>
      </p:sp>
      <p:sp>
        <p:nvSpPr>
          <p:cNvPr id="122" name="Text Placeholder 3">
            <a:extLst>
              <a:ext uri="{FF2B5EF4-FFF2-40B4-BE49-F238E27FC236}">
                <a16:creationId xmlns:a16="http://schemas.microsoft.com/office/drawing/2014/main" id="{39C0455B-C84E-7952-1862-F34C051492C4}"/>
              </a:ext>
            </a:extLst>
          </p:cNvPr>
          <p:cNvSpPr txBox="1">
            <a:spLocks/>
          </p:cNvSpPr>
          <p:nvPr/>
        </p:nvSpPr>
        <p:spPr>
          <a:xfrm>
            <a:off x="2379600" y="2876742"/>
            <a:ext cx="771525" cy="215444"/>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sz="1400">
                <a:solidFill>
                  <a:schemeClr val="bg1"/>
                </a:solidFill>
                <a:latin typeface="+mj-lt"/>
                <a:ea typeface="BIZ UDP明朝 Medium" panose="02020500000000000000" pitchFamily="18" charset="-128"/>
              </a:rPr>
              <a:t>70%</a:t>
            </a:r>
          </a:p>
        </p:txBody>
      </p:sp>
      <p:sp>
        <p:nvSpPr>
          <p:cNvPr id="123" name="Text Placeholder 3">
            <a:extLst>
              <a:ext uri="{FF2B5EF4-FFF2-40B4-BE49-F238E27FC236}">
                <a16:creationId xmlns:a16="http://schemas.microsoft.com/office/drawing/2014/main" id="{398C9AAE-34B9-1C5F-F8BE-F9D87E15218B}"/>
              </a:ext>
            </a:extLst>
          </p:cNvPr>
          <p:cNvSpPr txBox="1">
            <a:spLocks/>
          </p:cNvSpPr>
          <p:nvPr/>
        </p:nvSpPr>
        <p:spPr>
          <a:xfrm>
            <a:off x="3141172" y="2140352"/>
            <a:ext cx="771525" cy="215444"/>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altLang="ja-JP" sz="1400">
                <a:solidFill>
                  <a:schemeClr val="bg1"/>
                </a:solidFill>
                <a:latin typeface="+mj-lt"/>
                <a:ea typeface="BIZ UDP明朝 Medium" panose="02020500000000000000" pitchFamily="18" charset="-128"/>
              </a:rPr>
              <a:t>95</a:t>
            </a:r>
            <a:r>
              <a:rPr lang="en-US" sz="1400">
                <a:solidFill>
                  <a:schemeClr val="bg1"/>
                </a:solidFill>
                <a:latin typeface="+mj-lt"/>
                <a:ea typeface="BIZ UDP明朝 Medium" panose="02020500000000000000" pitchFamily="18" charset="-128"/>
              </a:rPr>
              <a:t>%</a:t>
            </a:r>
          </a:p>
        </p:txBody>
      </p:sp>
      <p:sp>
        <p:nvSpPr>
          <p:cNvPr id="124" name="Text Placeholder 3">
            <a:extLst>
              <a:ext uri="{FF2B5EF4-FFF2-40B4-BE49-F238E27FC236}">
                <a16:creationId xmlns:a16="http://schemas.microsoft.com/office/drawing/2014/main" id="{54423388-76A8-E5AE-ABE6-7E0CC07572E4}"/>
              </a:ext>
            </a:extLst>
          </p:cNvPr>
          <p:cNvSpPr txBox="1">
            <a:spLocks/>
          </p:cNvSpPr>
          <p:nvPr/>
        </p:nvSpPr>
        <p:spPr>
          <a:xfrm>
            <a:off x="4556230" y="2483967"/>
            <a:ext cx="771525" cy="215444"/>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altLang="ja-JP" sz="1400">
                <a:solidFill>
                  <a:schemeClr val="bg1"/>
                </a:solidFill>
                <a:latin typeface="+mj-lt"/>
                <a:ea typeface="BIZ UDP明朝 Medium" panose="02020500000000000000" pitchFamily="18" charset="-128"/>
              </a:rPr>
              <a:t>83</a:t>
            </a:r>
            <a:r>
              <a:rPr lang="en-US" sz="1400">
                <a:solidFill>
                  <a:schemeClr val="bg1"/>
                </a:solidFill>
                <a:latin typeface="+mj-lt"/>
                <a:ea typeface="BIZ UDP明朝 Medium" panose="02020500000000000000" pitchFamily="18" charset="-128"/>
              </a:rPr>
              <a:t>%</a:t>
            </a:r>
          </a:p>
        </p:txBody>
      </p:sp>
      <p:sp>
        <p:nvSpPr>
          <p:cNvPr id="125" name="Text Placeholder 3">
            <a:extLst>
              <a:ext uri="{FF2B5EF4-FFF2-40B4-BE49-F238E27FC236}">
                <a16:creationId xmlns:a16="http://schemas.microsoft.com/office/drawing/2014/main" id="{0EED8B3A-742C-3B97-B574-1E2A5928B0FE}"/>
              </a:ext>
            </a:extLst>
          </p:cNvPr>
          <p:cNvSpPr txBox="1">
            <a:spLocks/>
          </p:cNvSpPr>
          <p:nvPr/>
        </p:nvSpPr>
        <p:spPr>
          <a:xfrm>
            <a:off x="5292089" y="3173615"/>
            <a:ext cx="771525" cy="215444"/>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altLang="ja-JP" sz="1400">
                <a:solidFill>
                  <a:schemeClr val="bg1"/>
                </a:solidFill>
                <a:latin typeface="+mj-lt"/>
                <a:ea typeface="BIZ UDP明朝 Medium" panose="02020500000000000000" pitchFamily="18" charset="-128"/>
              </a:rPr>
              <a:t>62</a:t>
            </a:r>
            <a:r>
              <a:rPr lang="en-US" sz="1400">
                <a:solidFill>
                  <a:schemeClr val="bg1"/>
                </a:solidFill>
                <a:latin typeface="+mj-lt"/>
                <a:ea typeface="BIZ UDP明朝 Medium" panose="02020500000000000000" pitchFamily="18" charset="-128"/>
              </a:rPr>
              <a:t>%</a:t>
            </a:r>
          </a:p>
        </p:txBody>
      </p:sp>
      <p:sp>
        <p:nvSpPr>
          <p:cNvPr id="126" name="Text Placeholder 3">
            <a:extLst>
              <a:ext uri="{FF2B5EF4-FFF2-40B4-BE49-F238E27FC236}">
                <a16:creationId xmlns:a16="http://schemas.microsoft.com/office/drawing/2014/main" id="{61DA127D-45F9-32CA-765D-AC6B8FDB6904}"/>
              </a:ext>
            </a:extLst>
          </p:cNvPr>
          <p:cNvSpPr txBox="1">
            <a:spLocks/>
          </p:cNvSpPr>
          <p:nvPr/>
        </p:nvSpPr>
        <p:spPr>
          <a:xfrm>
            <a:off x="6092262" y="3434537"/>
            <a:ext cx="771525" cy="215444"/>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sz="1400">
                <a:solidFill>
                  <a:schemeClr val="bg1"/>
                </a:solidFill>
                <a:latin typeface="+mj-lt"/>
                <a:ea typeface="BIZ UDP明朝 Medium" panose="02020500000000000000" pitchFamily="18" charset="-128"/>
              </a:rPr>
              <a:t>48%</a:t>
            </a:r>
          </a:p>
        </p:txBody>
      </p:sp>
      <p:sp>
        <p:nvSpPr>
          <p:cNvPr id="127" name="Text Placeholder 3">
            <a:extLst>
              <a:ext uri="{FF2B5EF4-FFF2-40B4-BE49-F238E27FC236}">
                <a16:creationId xmlns:a16="http://schemas.microsoft.com/office/drawing/2014/main" id="{8A25916F-D14A-6C40-AF8C-3DAF8D2BB678}"/>
              </a:ext>
            </a:extLst>
          </p:cNvPr>
          <p:cNvSpPr txBox="1">
            <a:spLocks/>
          </p:cNvSpPr>
          <p:nvPr/>
        </p:nvSpPr>
        <p:spPr>
          <a:xfrm>
            <a:off x="6841271" y="2838556"/>
            <a:ext cx="771525" cy="215444"/>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altLang="ja-JP" sz="1400">
                <a:solidFill>
                  <a:schemeClr val="bg1"/>
                </a:solidFill>
                <a:latin typeface="+mj-lt"/>
                <a:ea typeface="BIZ UDP明朝 Medium" panose="02020500000000000000" pitchFamily="18" charset="-128"/>
              </a:rPr>
              <a:t>71</a:t>
            </a:r>
            <a:r>
              <a:rPr lang="en-US" sz="1400">
                <a:solidFill>
                  <a:schemeClr val="bg1"/>
                </a:solidFill>
                <a:latin typeface="+mj-lt"/>
                <a:ea typeface="BIZ UDP明朝 Medium" panose="02020500000000000000" pitchFamily="18" charset="-128"/>
              </a:rPr>
              <a:t>%</a:t>
            </a:r>
          </a:p>
        </p:txBody>
      </p:sp>
      <p:sp>
        <p:nvSpPr>
          <p:cNvPr id="128" name="Text Placeholder 3">
            <a:extLst>
              <a:ext uri="{FF2B5EF4-FFF2-40B4-BE49-F238E27FC236}">
                <a16:creationId xmlns:a16="http://schemas.microsoft.com/office/drawing/2014/main" id="{0B2227EB-A942-6EFF-6D48-2CF446EA0E44}"/>
              </a:ext>
            </a:extLst>
          </p:cNvPr>
          <p:cNvSpPr txBox="1">
            <a:spLocks/>
          </p:cNvSpPr>
          <p:nvPr/>
        </p:nvSpPr>
        <p:spPr>
          <a:xfrm>
            <a:off x="8022849" y="3305797"/>
            <a:ext cx="771525" cy="215444"/>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altLang="ja-JP" sz="1400">
                <a:solidFill>
                  <a:schemeClr val="bg1"/>
                </a:solidFill>
                <a:latin typeface="+mj-lt"/>
                <a:ea typeface="BIZ UDP明朝 Medium" panose="02020500000000000000" pitchFamily="18" charset="-128"/>
              </a:rPr>
              <a:t>56</a:t>
            </a:r>
            <a:r>
              <a:rPr lang="en-US" sz="1400">
                <a:solidFill>
                  <a:schemeClr val="bg1"/>
                </a:solidFill>
                <a:latin typeface="+mj-lt"/>
                <a:ea typeface="BIZ UDP明朝 Medium" panose="02020500000000000000" pitchFamily="18" charset="-128"/>
              </a:rPr>
              <a:t>%</a:t>
            </a:r>
          </a:p>
        </p:txBody>
      </p:sp>
      <p:sp>
        <p:nvSpPr>
          <p:cNvPr id="129" name="Text Placeholder 3">
            <a:extLst>
              <a:ext uri="{FF2B5EF4-FFF2-40B4-BE49-F238E27FC236}">
                <a16:creationId xmlns:a16="http://schemas.microsoft.com/office/drawing/2014/main" id="{5EE95C47-A8C8-85DF-8D09-0EAC47D9377F}"/>
              </a:ext>
            </a:extLst>
          </p:cNvPr>
          <p:cNvSpPr txBox="1">
            <a:spLocks/>
          </p:cNvSpPr>
          <p:nvPr/>
        </p:nvSpPr>
        <p:spPr>
          <a:xfrm>
            <a:off x="8766960" y="3305797"/>
            <a:ext cx="771525" cy="215444"/>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altLang="ja-JP" sz="1400">
                <a:solidFill>
                  <a:schemeClr val="bg1"/>
                </a:solidFill>
                <a:latin typeface="+mj-lt"/>
                <a:ea typeface="BIZ UDP明朝 Medium" panose="02020500000000000000" pitchFamily="18" charset="-128"/>
              </a:rPr>
              <a:t>55</a:t>
            </a:r>
            <a:r>
              <a:rPr lang="en-US" sz="1400">
                <a:solidFill>
                  <a:schemeClr val="bg1"/>
                </a:solidFill>
                <a:latin typeface="+mj-lt"/>
                <a:ea typeface="BIZ UDP明朝 Medium" panose="02020500000000000000" pitchFamily="18" charset="-128"/>
              </a:rPr>
              <a:t>%</a:t>
            </a:r>
          </a:p>
        </p:txBody>
      </p:sp>
      <p:sp>
        <p:nvSpPr>
          <p:cNvPr id="130" name="Text Placeholder 3">
            <a:extLst>
              <a:ext uri="{FF2B5EF4-FFF2-40B4-BE49-F238E27FC236}">
                <a16:creationId xmlns:a16="http://schemas.microsoft.com/office/drawing/2014/main" id="{AD105E2D-3D56-AD67-7B77-CF1A537212FB}"/>
              </a:ext>
            </a:extLst>
          </p:cNvPr>
          <p:cNvSpPr txBox="1">
            <a:spLocks/>
          </p:cNvSpPr>
          <p:nvPr/>
        </p:nvSpPr>
        <p:spPr>
          <a:xfrm>
            <a:off x="9538485" y="3473495"/>
            <a:ext cx="771525" cy="215444"/>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sz="1400">
                <a:solidFill>
                  <a:schemeClr val="bg1"/>
                </a:solidFill>
                <a:latin typeface="+mj-lt"/>
                <a:ea typeface="BIZ UDP明朝 Medium" panose="02020500000000000000" pitchFamily="18" charset="-128"/>
              </a:rPr>
              <a:t>44%</a:t>
            </a:r>
          </a:p>
        </p:txBody>
      </p:sp>
      <p:sp>
        <p:nvSpPr>
          <p:cNvPr id="131" name="Text Placeholder 3">
            <a:extLst>
              <a:ext uri="{FF2B5EF4-FFF2-40B4-BE49-F238E27FC236}">
                <a16:creationId xmlns:a16="http://schemas.microsoft.com/office/drawing/2014/main" id="{C1ECBA3C-1249-2C9C-80BF-73D4DE2418F5}"/>
              </a:ext>
            </a:extLst>
          </p:cNvPr>
          <p:cNvSpPr txBox="1">
            <a:spLocks/>
          </p:cNvSpPr>
          <p:nvPr/>
        </p:nvSpPr>
        <p:spPr>
          <a:xfrm>
            <a:off x="10305439" y="4133118"/>
            <a:ext cx="771525" cy="215444"/>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altLang="ja-JP" sz="1400">
                <a:solidFill>
                  <a:schemeClr val="bg1"/>
                </a:solidFill>
                <a:latin typeface="+mj-lt"/>
                <a:ea typeface="BIZ UDP明朝 Medium" panose="02020500000000000000" pitchFamily="18" charset="-128"/>
              </a:rPr>
              <a:t>22</a:t>
            </a:r>
            <a:r>
              <a:rPr lang="en-US" sz="1400">
                <a:solidFill>
                  <a:schemeClr val="bg1"/>
                </a:solidFill>
                <a:latin typeface="+mj-lt"/>
                <a:ea typeface="BIZ UDP明朝 Medium" panose="02020500000000000000" pitchFamily="18" charset="-128"/>
              </a:rPr>
              <a:t>%</a:t>
            </a:r>
          </a:p>
        </p:txBody>
      </p:sp>
      <p:sp>
        <p:nvSpPr>
          <p:cNvPr id="4" name="Slide Number Placeholder 2">
            <a:extLst>
              <a:ext uri="{FF2B5EF4-FFF2-40B4-BE49-F238E27FC236}">
                <a16:creationId xmlns:a16="http://schemas.microsoft.com/office/drawing/2014/main" id="{EFF829E3-287E-2A77-EC64-D470A6E40FB4}"/>
              </a:ext>
            </a:extLst>
          </p:cNvPr>
          <p:cNvSpPr>
            <a:spLocks noGrp="1"/>
          </p:cNvSpPr>
          <p:nvPr>
            <p:ph type="sldNum" sz="quarter" idx="18"/>
          </p:nvPr>
        </p:nvSpPr>
        <p:spPr>
          <a:xfrm>
            <a:off x="11427675" y="6437376"/>
            <a:ext cx="306387" cy="208758"/>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3DCA5C9-2E11-4C67-86EB-AE1DE127DC64}" type="slidenum">
              <a:rPr kumimoji="0" lang="en-US" sz="900" b="0" i="0" u="none" strike="noStrike" kern="1200" cap="none" spc="0" normalizeH="0" baseline="0" noProof="0" smtClean="0">
                <a:ln>
                  <a:noFill/>
                </a:ln>
                <a:solidFill>
                  <a:srgbClr val="000000"/>
                </a:solidFill>
                <a:effectLst/>
                <a:uLnTx/>
                <a:uFillTx/>
                <a:latin typeface="Times New Roman" panose="02020603050405020304"/>
                <a:ea typeface="BIZ UDP明朝 Medium" panose="02020500000000000000" pitchFamily="18" charset="-128"/>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900" b="0" i="0" u="none" strike="noStrike" kern="1200" cap="none" spc="0" normalizeH="0" baseline="0" noProof="0">
              <a:ln>
                <a:noFill/>
              </a:ln>
              <a:solidFill>
                <a:srgbClr val="000000"/>
              </a:solidFill>
              <a:effectLst/>
              <a:uLnTx/>
              <a:uFillTx/>
              <a:latin typeface="Times New Roman" panose="02020603050405020304"/>
              <a:ea typeface="BIZ UDP明朝 Medium" panose="02020500000000000000" pitchFamily="18" charset="-128"/>
            </a:endParaRPr>
          </a:p>
        </p:txBody>
      </p:sp>
    </p:spTree>
    <p:extLst>
      <p:ext uri="{BB962C8B-B14F-4D97-AF65-F5344CB8AC3E}">
        <p14:creationId xmlns:p14="http://schemas.microsoft.com/office/powerpoint/2010/main" val="1551944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20448-99A7-A46F-2A95-38D94207426F}"/>
            </a:ext>
          </a:extLst>
        </p:cNvPr>
        <p:cNvGrpSpPr/>
        <p:nvPr/>
      </p:nvGrpSpPr>
      <p:grpSpPr>
        <a:xfrm>
          <a:off x="0" y="0"/>
          <a:ext cx="0" cy="0"/>
          <a:chOff x="0" y="0"/>
          <a:chExt cx="0" cy="0"/>
        </a:xfrm>
      </p:grpSpPr>
      <p:sp>
        <p:nvSpPr>
          <p:cNvPr id="19" name="楕円 18">
            <a:extLst>
              <a:ext uri="{FF2B5EF4-FFF2-40B4-BE49-F238E27FC236}">
                <a16:creationId xmlns:a16="http://schemas.microsoft.com/office/drawing/2014/main" id="{0F3FA682-F117-2835-6395-C452D453BEE0}"/>
              </a:ext>
            </a:extLst>
          </p:cNvPr>
          <p:cNvSpPr/>
          <p:nvPr/>
        </p:nvSpPr>
        <p:spPr bwMode="auto">
          <a:xfrm>
            <a:off x="3605526" y="3250099"/>
            <a:ext cx="3330160" cy="1894720"/>
          </a:xfrm>
          <a:prstGeom prst="ellipse">
            <a:avLst/>
          </a:prstGeom>
          <a:solidFill>
            <a:schemeClr val="accent1">
              <a:lumMod val="40000"/>
              <a:lumOff val="60000"/>
              <a:alpha val="25000"/>
            </a:schemeClr>
          </a:solidFill>
          <a:ln>
            <a:solidFill>
              <a:schemeClr val="bg1">
                <a:lumMod val="75000"/>
              </a:schemeClr>
            </a:solidFill>
            <a:prstDash val="sysDot"/>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b="1">
                <a:solidFill>
                  <a:schemeClr val="accent1"/>
                </a:solidFill>
                <a:latin typeface="BIZ UDP明朝 Medium" panose="02020500000000000000" pitchFamily="18" charset="-128"/>
                <a:ea typeface="BIZ UDP明朝 Medium" panose="02020500000000000000" pitchFamily="18" charset="-128"/>
                <a:cs typeface="Roboto" panose="02000000000000000000" pitchFamily="2" charset="0"/>
              </a:rPr>
              <a:t>報酬制度設計</a:t>
            </a:r>
            <a:endParaRPr kumimoji="1" lang="en-US" altLang="ja-JP" b="1">
              <a:solidFill>
                <a:schemeClr val="accent1"/>
              </a:solidFill>
              <a:latin typeface="BIZ UDP明朝 Medium" panose="02020500000000000000" pitchFamily="18" charset="-128"/>
              <a:ea typeface="BIZ UDP明朝 Medium" panose="02020500000000000000" pitchFamily="18" charset="-128"/>
              <a:cs typeface="Roboto" panose="02000000000000000000" pitchFamily="2" charset="0"/>
            </a:endParaRPr>
          </a:p>
          <a:p>
            <a:pPr algn="ctr"/>
            <a:r>
              <a:rPr kumimoji="1" lang="ja-JP" altLang="en-US" b="1">
                <a:solidFill>
                  <a:schemeClr val="accent1"/>
                </a:solidFill>
                <a:latin typeface="BIZ UDP明朝 Medium" panose="02020500000000000000" pitchFamily="18" charset="-128"/>
                <a:ea typeface="BIZ UDP明朝 Medium" panose="02020500000000000000" pitchFamily="18" charset="-128"/>
                <a:cs typeface="Roboto" panose="02000000000000000000" pitchFamily="2" charset="0"/>
              </a:rPr>
              <a:t>委員会構成</a:t>
            </a:r>
            <a:endParaRPr kumimoji="1" lang="en-US" altLang="ja-JP" b="1">
              <a:solidFill>
                <a:schemeClr val="accent1"/>
              </a:solidFill>
              <a:latin typeface="BIZ UDP明朝 Medium" panose="02020500000000000000" pitchFamily="18" charset="-128"/>
              <a:ea typeface="BIZ UDP明朝 Medium" panose="02020500000000000000" pitchFamily="18" charset="-128"/>
              <a:cs typeface="Roboto" panose="02000000000000000000" pitchFamily="2" charset="0"/>
            </a:endParaRPr>
          </a:p>
        </p:txBody>
      </p:sp>
      <p:sp>
        <p:nvSpPr>
          <p:cNvPr id="13" name="Text Placeholder 3">
            <a:extLst>
              <a:ext uri="{FF2B5EF4-FFF2-40B4-BE49-F238E27FC236}">
                <a16:creationId xmlns:a16="http://schemas.microsoft.com/office/drawing/2014/main" id="{46A49E33-B909-FCB4-771F-AD35787A6BDB}"/>
              </a:ext>
            </a:extLst>
          </p:cNvPr>
          <p:cNvSpPr>
            <a:spLocks noGrp="1"/>
          </p:cNvSpPr>
          <p:nvPr>
            <p:ph type="body" sz="quarter" idx="17"/>
          </p:nvPr>
        </p:nvSpPr>
        <p:spPr>
          <a:xfrm>
            <a:off x="457200" y="950976"/>
            <a:ext cx="11247120" cy="365760"/>
          </a:xfrm>
        </p:spPr>
        <p:txBody>
          <a:bodyPr/>
          <a:lstStyle/>
          <a:p>
            <a:r>
              <a:rPr lang="ja-JP" altLang="en-US">
                <a:latin typeface="+mj-lt"/>
                <a:ea typeface="BIZ UDP明朝 Medium" panose="02020500000000000000" pitchFamily="18" charset="-128"/>
              </a:rPr>
              <a:t>報酬を「インセンティブ」から「経営者のパフォーマンス評価」へと捉え直し、指名ガバナンスと</a:t>
            </a:r>
            <a:r>
              <a:rPr lang="ja-JP" altLang="en-US">
                <a:latin typeface="+mj-lt"/>
              </a:rPr>
              <a:t>連動</a:t>
            </a:r>
            <a:r>
              <a:rPr lang="ja-JP" altLang="en-US">
                <a:latin typeface="+mj-lt"/>
                <a:ea typeface="BIZ UDP明朝 Medium" panose="02020500000000000000" pitchFamily="18" charset="-128"/>
              </a:rPr>
              <a:t>させる</a:t>
            </a:r>
            <a:endParaRPr lang="en-US" altLang="ja-JP">
              <a:latin typeface="+mj-lt"/>
              <a:ea typeface="BIZ UDP明朝 Medium" panose="02020500000000000000" pitchFamily="18" charset="-128"/>
            </a:endParaRPr>
          </a:p>
          <a:p>
            <a:r>
              <a:rPr lang="ja-JP" altLang="en-US">
                <a:latin typeface="+mj-lt"/>
              </a:rPr>
              <a:t>経営者評価の一貫性を確保する</a:t>
            </a:r>
            <a:r>
              <a:rPr lang="ja-JP" altLang="en-US">
                <a:latin typeface="+mj-lt"/>
                <a:ea typeface="BIZ UDP明朝 Medium" panose="02020500000000000000" pitchFamily="18" charset="-128"/>
              </a:rPr>
              <a:t>ことで、監督機能の実効性と説明責任を向上させる</a:t>
            </a:r>
          </a:p>
        </p:txBody>
      </p:sp>
      <p:sp>
        <p:nvSpPr>
          <p:cNvPr id="3" name="タイトル 2">
            <a:extLst>
              <a:ext uri="{FF2B5EF4-FFF2-40B4-BE49-F238E27FC236}">
                <a16:creationId xmlns:a16="http://schemas.microsoft.com/office/drawing/2014/main" id="{2B8640C3-1F30-3CA1-80AD-81711C7692E4}"/>
              </a:ext>
            </a:extLst>
          </p:cNvPr>
          <p:cNvSpPr>
            <a:spLocks noGrp="1"/>
          </p:cNvSpPr>
          <p:nvPr>
            <p:ph type="title"/>
          </p:nvPr>
        </p:nvSpPr>
        <p:spPr>
          <a:xfrm>
            <a:off x="457199" y="457199"/>
            <a:ext cx="11276863" cy="457200"/>
          </a:xfrm>
        </p:spPr>
        <p:txBody>
          <a:bodyPr anchor="t">
            <a:normAutofit/>
          </a:bodyPr>
          <a:lstStyle/>
          <a:p>
            <a:r>
              <a:rPr lang="ja-JP" altLang="en-US" sz="2800">
                <a:latin typeface="BIZ UDP明朝 Medium" panose="02020500000000000000" pitchFamily="18" charset="-128"/>
                <a:ea typeface="BIZ UDP明朝 Medium" panose="02020500000000000000" pitchFamily="18" charset="-128"/>
              </a:rPr>
              <a:t>報酬ガバナンス</a:t>
            </a:r>
            <a:r>
              <a:rPr lang="ja-JP" altLang="en-US"/>
              <a:t>への転換</a:t>
            </a:r>
            <a:r>
              <a:rPr lang="ja-JP" altLang="en-US" sz="2800">
                <a:latin typeface="BIZ UDP明朝 Medium" panose="02020500000000000000" pitchFamily="18" charset="-128"/>
                <a:ea typeface="BIZ UDP明朝 Medium" panose="02020500000000000000" pitchFamily="18" charset="-128"/>
              </a:rPr>
              <a:t>　</a:t>
            </a:r>
            <a:r>
              <a:rPr lang="en-US" altLang="ja-JP" sz="2800">
                <a:latin typeface="BIZ UDP明朝 Medium" panose="02020500000000000000" pitchFamily="18" charset="-128"/>
                <a:ea typeface="BIZ UDP明朝 Medium" panose="02020500000000000000" pitchFamily="18" charset="-128"/>
              </a:rPr>
              <a:t>― </a:t>
            </a:r>
            <a:r>
              <a:rPr lang="ja-JP" altLang="en-US" sz="2800">
                <a:latin typeface="BIZ UDP明朝 Medium" panose="02020500000000000000" pitchFamily="18" charset="-128"/>
                <a:ea typeface="BIZ UDP明朝 Medium" panose="02020500000000000000" pitchFamily="18" charset="-128"/>
              </a:rPr>
              <a:t>「パフォーマンス評価」の側面を重視</a:t>
            </a:r>
            <a:endParaRPr kumimoji="1" lang="ja-JP" altLang="en-US" sz="2800">
              <a:latin typeface="BIZ UDP明朝 Medium" panose="02020500000000000000" pitchFamily="18" charset="-128"/>
              <a:ea typeface="BIZ UDP明朝 Medium" panose="02020500000000000000" pitchFamily="18" charset="-128"/>
            </a:endParaRPr>
          </a:p>
        </p:txBody>
      </p:sp>
      <p:sp>
        <p:nvSpPr>
          <p:cNvPr id="5" name="フッター プレースホルダー 4">
            <a:extLst>
              <a:ext uri="{FF2B5EF4-FFF2-40B4-BE49-F238E27FC236}">
                <a16:creationId xmlns:a16="http://schemas.microsoft.com/office/drawing/2014/main" id="{C871F13B-E0EF-1DD1-2C02-B4953F36C893}"/>
              </a:ext>
            </a:extLst>
          </p:cNvPr>
          <p:cNvSpPr>
            <a:spLocks noGrp="1"/>
          </p:cNvSpPr>
          <p:nvPr>
            <p:ph type="ftr" sz="quarter" idx="10"/>
          </p:nvPr>
        </p:nvSpPr>
        <p:spPr>
          <a:xfrm>
            <a:off x="457199" y="6519672"/>
            <a:ext cx="3200400" cy="91440"/>
          </a:xfrm>
        </p:spPr>
        <p:txBody>
          <a:bodyPr anchor="t">
            <a:normAutofit/>
          </a:bodyPr>
          <a:lstStyle/>
          <a:p>
            <a:pPr lvl="6">
              <a:spcAft>
                <a:spcPts val="600"/>
              </a:spcAft>
            </a:pPr>
            <a:r>
              <a:rPr lang="en-US"/>
              <a:t>© 2025 WTW. Proprietary and confidential. For WTW and WTW client use only.</a:t>
            </a:r>
          </a:p>
        </p:txBody>
      </p:sp>
      <p:cxnSp>
        <p:nvCxnSpPr>
          <p:cNvPr id="2" name="直線矢印コネクタ 1">
            <a:extLst>
              <a:ext uri="{FF2B5EF4-FFF2-40B4-BE49-F238E27FC236}">
                <a16:creationId xmlns:a16="http://schemas.microsoft.com/office/drawing/2014/main" id="{67D383A1-4BF7-94A5-9EDF-E926B956CEF5}"/>
              </a:ext>
            </a:extLst>
          </p:cNvPr>
          <p:cNvCxnSpPr>
            <a:cxnSpLocks/>
          </p:cNvCxnSpPr>
          <p:nvPr/>
        </p:nvCxnSpPr>
        <p:spPr>
          <a:xfrm>
            <a:off x="3045561" y="2077278"/>
            <a:ext cx="0" cy="322506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 name="直線矢印コネクタ 5">
            <a:extLst>
              <a:ext uri="{FF2B5EF4-FFF2-40B4-BE49-F238E27FC236}">
                <a16:creationId xmlns:a16="http://schemas.microsoft.com/office/drawing/2014/main" id="{63B666AB-450C-5357-FD02-61165124744A}"/>
              </a:ext>
            </a:extLst>
          </p:cNvPr>
          <p:cNvCxnSpPr>
            <a:cxnSpLocks/>
            <a:endCxn id="8" idx="1"/>
          </p:cNvCxnSpPr>
          <p:nvPr/>
        </p:nvCxnSpPr>
        <p:spPr>
          <a:xfrm>
            <a:off x="3045561" y="5302338"/>
            <a:ext cx="7164523" cy="0"/>
          </a:xfrm>
          <a:prstGeom prst="straightConnector1">
            <a:avLst/>
          </a:prstGeom>
          <a:ln w="127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7" name="正方形/長方形 6">
            <a:extLst>
              <a:ext uri="{FF2B5EF4-FFF2-40B4-BE49-F238E27FC236}">
                <a16:creationId xmlns:a16="http://schemas.microsoft.com/office/drawing/2014/main" id="{B9C5C444-63F9-6983-B1F2-488DD4CAFBD9}"/>
              </a:ext>
            </a:extLst>
          </p:cNvPr>
          <p:cNvSpPr/>
          <p:nvPr/>
        </p:nvSpPr>
        <p:spPr bwMode="auto">
          <a:xfrm>
            <a:off x="2107097" y="1771389"/>
            <a:ext cx="1901879" cy="213940"/>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sz="1600" b="1" i="0">
                <a:latin typeface="BIZ UD明朝 Medium" panose="02020500000000000000" pitchFamily="17" charset="-128"/>
                <a:ea typeface="BIZ UD明朝 Medium" panose="02020500000000000000" pitchFamily="17" charset="-128"/>
                <a:cs typeface="Roboto" panose="02000000000000000000" pitchFamily="2" charset="0"/>
              </a:rPr>
              <a:t>実効性</a:t>
            </a:r>
          </a:p>
        </p:txBody>
      </p:sp>
      <p:sp>
        <p:nvSpPr>
          <p:cNvPr id="8" name="正方形/長方形 7">
            <a:extLst>
              <a:ext uri="{FF2B5EF4-FFF2-40B4-BE49-F238E27FC236}">
                <a16:creationId xmlns:a16="http://schemas.microsoft.com/office/drawing/2014/main" id="{92C05F0D-7FEE-609D-DECE-372929721B82}"/>
              </a:ext>
            </a:extLst>
          </p:cNvPr>
          <p:cNvSpPr/>
          <p:nvPr/>
        </p:nvSpPr>
        <p:spPr bwMode="auto">
          <a:xfrm>
            <a:off x="10210084" y="5171302"/>
            <a:ext cx="1277618" cy="26207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sz="1600" b="1" i="0">
                <a:latin typeface="BIZ UD明朝 Medium" panose="02020500000000000000" pitchFamily="17" charset="-128"/>
                <a:ea typeface="BIZ UD明朝 Medium" panose="02020500000000000000" pitchFamily="17" charset="-128"/>
                <a:cs typeface="Roboto" panose="02000000000000000000" pitchFamily="2" charset="0"/>
              </a:rPr>
              <a:t>説明責任</a:t>
            </a:r>
            <a:endParaRPr kumimoji="1" lang="en-US" altLang="ja-JP" sz="1600" b="1" i="0">
              <a:latin typeface="BIZ UD明朝 Medium" panose="02020500000000000000" pitchFamily="17" charset="-128"/>
              <a:ea typeface="BIZ UD明朝 Medium" panose="02020500000000000000" pitchFamily="17" charset="-128"/>
              <a:cs typeface="Roboto" panose="02000000000000000000" pitchFamily="2" charset="0"/>
            </a:endParaRPr>
          </a:p>
        </p:txBody>
      </p:sp>
      <p:sp>
        <p:nvSpPr>
          <p:cNvPr id="17" name="楕円 16">
            <a:extLst>
              <a:ext uri="{FF2B5EF4-FFF2-40B4-BE49-F238E27FC236}">
                <a16:creationId xmlns:a16="http://schemas.microsoft.com/office/drawing/2014/main" id="{988344F5-F873-A420-6D32-3273A8C4713C}"/>
              </a:ext>
            </a:extLst>
          </p:cNvPr>
          <p:cNvSpPr/>
          <p:nvPr/>
        </p:nvSpPr>
        <p:spPr bwMode="auto">
          <a:xfrm>
            <a:off x="6693538" y="2100110"/>
            <a:ext cx="3330160" cy="1894720"/>
          </a:xfrm>
          <a:prstGeom prst="ellipse">
            <a:avLst/>
          </a:prstGeom>
          <a:solidFill>
            <a:schemeClr val="accent2">
              <a:lumMod val="40000"/>
              <a:lumOff val="60000"/>
              <a:alpha val="25000"/>
            </a:schemeClr>
          </a:solidFill>
          <a:ln>
            <a:solidFill>
              <a:schemeClr val="bg1">
                <a:lumMod val="75000"/>
              </a:schemeClr>
            </a:solidFill>
            <a:prstDash val="sysDot"/>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b="1">
                <a:solidFill>
                  <a:schemeClr val="accent2"/>
                </a:solidFill>
                <a:latin typeface="BIZ UDP明朝 Medium" panose="02020500000000000000" pitchFamily="18" charset="-128"/>
                <a:ea typeface="BIZ UDP明朝 Medium" panose="02020500000000000000" pitchFamily="18" charset="-128"/>
                <a:cs typeface="Roboto" panose="02000000000000000000" pitchFamily="2" charset="0"/>
              </a:rPr>
              <a:t>報酬ガバナンス</a:t>
            </a:r>
            <a:endParaRPr kumimoji="1" lang="en-US" altLang="ja-JP" b="1">
              <a:solidFill>
                <a:schemeClr val="accent2"/>
              </a:solidFill>
              <a:latin typeface="BIZ UDP明朝 Medium" panose="02020500000000000000" pitchFamily="18" charset="-128"/>
              <a:ea typeface="BIZ UDP明朝 Medium" panose="02020500000000000000" pitchFamily="18" charset="-128"/>
              <a:cs typeface="Roboto" panose="02000000000000000000" pitchFamily="2" charset="0"/>
            </a:endParaRPr>
          </a:p>
        </p:txBody>
      </p:sp>
      <p:sp>
        <p:nvSpPr>
          <p:cNvPr id="18" name="四角形: 角を丸くする 17">
            <a:extLst>
              <a:ext uri="{FF2B5EF4-FFF2-40B4-BE49-F238E27FC236}">
                <a16:creationId xmlns:a16="http://schemas.microsoft.com/office/drawing/2014/main" id="{D334645A-0D2E-85F2-0D71-18E5A55F6166}"/>
              </a:ext>
            </a:extLst>
          </p:cNvPr>
          <p:cNvSpPr/>
          <p:nvPr/>
        </p:nvSpPr>
        <p:spPr bwMode="auto">
          <a:xfrm>
            <a:off x="4324270" y="5502838"/>
            <a:ext cx="1793282" cy="432360"/>
          </a:xfrm>
          <a:prstGeom prst="round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sz="1600">
                <a:solidFill>
                  <a:schemeClr val="bg1"/>
                </a:solidFill>
                <a:latin typeface="BIZ UDP明朝 Medium" panose="02020500000000000000" pitchFamily="18" charset="-128"/>
                <a:ea typeface="BIZ UDP明朝 Medium" panose="02020500000000000000" pitchFamily="18" charset="-128"/>
                <a:cs typeface="Roboto" panose="02000000000000000000" pitchFamily="2" charset="0"/>
              </a:rPr>
              <a:t>独立性・客観性</a:t>
            </a:r>
            <a:endParaRPr kumimoji="1" lang="ja-JP" altLang="en-US" sz="1600" b="0" i="0">
              <a:solidFill>
                <a:schemeClr val="bg1"/>
              </a:solidFill>
              <a:latin typeface="BIZ UDP明朝 Medium" panose="02020500000000000000" pitchFamily="18" charset="-128"/>
              <a:ea typeface="BIZ UDP明朝 Medium" panose="02020500000000000000" pitchFamily="18" charset="-128"/>
              <a:cs typeface="Roboto" panose="02000000000000000000" pitchFamily="2" charset="0"/>
            </a:endParaRPr>
          </a:p>
        </p:txBody>
      </p:sp>
      <p:sp>
        <p:nvSpPr>
          <p:cNvPr id="20" name="四角形: 角を丸くする 19">
            <a:extLst>
              <a:ext uri="{FF2B5EF4-FFF2-40B4-BE49-F238E27FC236}">
                <a16:creationId xmlns:a16="http://schemas.microsoft.com/office/drawing/2014/main" id="{47E58B01-71F0-9AEE-10C1-0ACE748A8B0B}"/>
              </a:ext>
            </a:extLst>
          </p:cNvPr>
          <p:cNvSpPr/>
          <p:nvPr/>
        </p:nvSpPr>
        <p:spPr bwMode="auto">
          <a:xfrm>
            <a:off x="7654430" y="5502838"/>
            <a:ext cx="1793282" cy="432360"/>
          </a:xfrm>
          <a:prstGeom prst="roundRect">
            <a:avLst/>
          </a:prstGeom>
          <a:solidFill>
            <a:schemeClr val="accent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sz="1600" b="0" i="0">
                <a:solidFill>
                  <a:schemeClr val="bg1"/>
                </a:solidFill>
                <a:latin typeface="BIZ UDP明朝 Medium" panose="02020500000000000000" pitchFamily="18" charset="-128"/>
                <a:ea typeface="BIZ UDP明朝 Medium" panose="02020500000000000000" pitchFamily="18" charset="-128"/>
                <a:cs typeface="Roboto" panose="02000000000000000000" pitchFamily="2" charset="0"/>
              </a:rPr>
              <a:t>監督機能</a:t>
            </a:r>
          </a:p>
        </p:txBody>
      </p:sp>
      <p:sp>
        <p:nvSpPr>
          <p:cNvPr id="21" name="四角形: 角を丸くする 20">
            <a:extLst>
              <a:ext uri="{FF2B5EF4-FFF2-40B4-BE49-F238E27FC236}">
                <a16:creationId xmlns:a16="http://schemas.microsoft.com/office/drawing/2014/main" id="{20383AAB-E737-ED85-8877-0533E44A2784}"/>
              </a:ext>
            </a:extLst>
          </p:cNvPr>
          <p:cNvSpPr/>
          <p:nvPr/>
        </p:nvSpPr>
        <p:spPr bwMode="auto">
          <a:xfrm>
            <a:off x="701149" y="4194481"/>
            <a:ext cx="2131501" cy="590984"/>
          </a:xfrm>
          <a:prstGeom prst="round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sz="1600" b="0" i="0">
                <a:solidFill>
                  <a:schemeClr val="bg1"/>
                </a:solidFill>
                <a:latin typeface="BIZ UDP明朝 Medium" panose="02020500000000000000" pitchFamily="18" charset="-128"/>
                <a:ea typeface="BIZ UDP明朝 Medium" panose="02020500000000000000" pitchFamily="18" charset="-128"/>
                <a:cs typeface="Roboto" panose="02000000000000000000" pitchFamily="2" charset="0"/>
              </a:rPr>
              <a:t>経営者に対する</a:t>
            </a:r>
            <a:endParaRPr kumimoji="1" lang="en-US" altLang="ja-JP" sz="1600" b="0" i="0">
              <a:solidFill>
                <a:schemeClr val="bg1"/>
              </a:solidFill>
              <a:latin typeface="BIZ UDP明朝 Medium" panose="02020500000000000000" pitchFamily="18" charset="-128"/>
              <a:ea typeface="BIZ UDP明朝 Medium" panose="02020500000000000000" pitchFamily="18" charset="-128"/>
              <a:cs typeface="Roboto" panose="02000000000000000000" pitchFamily="2" charset="0"/>
            </a:endParaRPr>
          </a:p>
          <a:p>
            <a:pPr algn="ctr"/>
            <a:r>
              <a:rPr kumimoji="1" lang="ja-JP" altLang="en-US" sz="1600" b="0" i="0">
                <a:solidFill>
                  <a:schemeClr val="bg1"/>
                </a:solidFill>
                <a:latin typeface="BIZ UDP明朝 Medium" panose="02020500000000000000" pitchFamily="18" charset="-128"/>
                <a:ea typeface="BIZ UDP明朝 Medium" panose="02020500000000000000" pitchFamily="18" charset="-128"/>
                <a:cs typeface="Roboto" panose="02000000000000000000" pitchFamily="2" charset="0"/>
              </a:rPr>
              <a:t>インセンティブ</a:t>
            </a:r>
          </a:p>
        </p:txBody>
      </p:sp>
      <p:sp>
        <p:nvSpPr>
          <p:cNvPr id="22" name="四角形: 角を丸くする 21">
            <a:extLst>
              <a:ext uri="{FF2B5EF4-FFF2-40B4-BE49-F238E27FC236}">
                <a16:creationId xmlns:a16="http://schemas.microsoft.com/office/drawing/2014/main" id="{4B226FFE-0DD9-96D0-47C0-7A6B715A8F6B}"/>
              </a:ext>
            </a:extLst>
          </p:cNvPr>
          <p:cNvSpPr/>
          <p:nvPr/>
        </p:nvSpPr>
        <p:spPr bwMode="auto">
          <a:xfrm>
            <a:off x="701149" y="2553843"/>
            <a:ext cx="2131501" cy="590984"/>
          </a:xfrm>
          <a:prstGeom prst="roundRect">
            <a:avLst/>
          </a:prstGeom>
          <a:solidFill>
            <a:schemeClr val="accent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sz="1600" b="0" i="0">
                <a:solidFill>
                  <a:schemeClr val="bg1"/>
                </a:solidFill>
                <a:latin typeface="BIZ UDP明朝 Medium" panose="02020500000000000000" pitchFamily="18" charset="-128"/>
                <a:ea typeface="BIZ UDP明朝 Medium" panose="02020500000000000000" pitchFamily="18" charset="-128"/>
                <a:cs typeface="Roboto" panose="02000000000000000000" pitchFamily="2" charset="0"/>
              </a:rPr>
              <a:t>経営者の</a:t>
            </a:r>
            <a:endParaRPr kumimoji="1" lang="en-US" altLang="ja-JP" sz="1600" b="0" i="0">
              <a:solidFill>
                <a:schemeClr val="bg1"/>
              </a:solidFill>
              <a:latin typeface="BIZ UDP明朝 Medium" panose="02020500000000000000" pitchFamily="18" charset="-128"/>
              <a:ea typeface="BIZ UDP明朝 Medium" panose="02020500000000000000" pitchFamily="18" charset="-128"/>
              <a:cs typeface="Roboto" panose="02000000000000000000" pitchFamily="2" charset="0"/>
            </a:endParaRPr>
          </a:p>
          <a:p>
            <a:pPr algn="ctr"/>
            <a:r>
              <a:rPr kumimoji="1" lang="ja-JP" altLang="en-US" sz="1600" b="0" i="0">
                <a:solidFill>
                  <a:schemeClr val="bg1"/>
                </a:solidFill>
                <a:latin typeface="BIZ UDP明朝 Medium" panose="02020500000000000000" pitchFamily="18" charset="-128"/>
                <a:ea typeface="BIZ UDP明朝 Medium" panose="02020500000000000000" pitchFamily="18" charset="-128"/>
                <a:cs typeface="Roboto" panose="02000000000000000000" pitchFamily="2" charset="0"/>
              </a:rPr>
              <a:t>パフォーマンス評価</a:t>
            </a:r>
          </a:p>
        </p:txBody>
      </p:sp>
      <p:sp>
        <p:nvSpPr>
          <p:cNvPr id="10" name="正方形/長方形 9">
            <a:extLst>
              <a:ext uri="{FF2B5EF4-FFF2-40B4-BE49-F238E27FC236}">
                <a16:creationId xmlns:a16="http://schemas.microsoft.com/office/drawing/2014/main" id="{311D6E97-F103-D3C4-84E8-076FE08BF532}"/>
              </a:ext>
            </a:extLst>
          </p:cNvPr>
          <p:cNvSpPr/>
          <p:nvPr/>
        </p:nvSpPr>
        <p:spPr bwMode="auto">
          <a:xfrm>
            <a:off x="3982269" y="3404923"/>
            <a:ext cx="2576674" cy="365760"/>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sz="1600" b="1" i="0">
                <a:latin typeface="+mj-lt"/>
                <a:ea typeface="BIZ UD明朝 Medium" panose="02020500000000000000" pitchFamily="17" charset="-128"/>
                <a:cs typeface="Roboto" panose="02000000000000000000" pitchFamily="2" charset="0"/>
              </a:rPr>
              <a:t>経営戦略に連動した</a:t>
            </a:r>
            <a:r>
              <a:rPr kumimoji="1" lang="en-US" altLang="ja-JP" sz="1600" b="1" i="0">
                <a:latin typeface="+mj-lt"/>
                <a:ea typeface="BIZ UD明朝 Medium" panose="02020500000000000000" pitchFamily="17" charset="-128"/>
                <a:cs typeface="Roboto" panose="02000000000000000000" pitchFamily="2" charset="0"/>
              </a:rPr>
              <a:t>KPI</a:t>
            </a:r>
          </a:p>
        </p:txBody>
      </p:sp>
      <p:sp>
        <p:nvSpPr>
          <p:cNvPr id="14" name="正方形/長方形 13">
            <a:extLst>
              <a:ext uri="{FF2B5EF4-FFF2-40B4-BE49-F238E27FC236}">
                <a16:creationId xmlns:a16="http://schemas.microsoft.com/office/drawing/2014/main" id="{1579868D-E264-DF28-CB74-6E564E476DEF}"/>
              </a:ext>
            </a:extLst>
          </p:cNvPr>
          <p:cNvSpPr/>
          <p:nvPr/>
        </p:nvSpPr>
        <p:spPr bwMode="auto">
          <a:xfrm>
            <a:off x="5920662" y="2341053"/>
            <a:ext cx="2437090" cy="365760"/>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sz="1600" b="1" i="0">
                <a:latin typeface="+mj-lt"/>
                <a:ea typeface="BIZ UD明朝 Medium" panose="02020500000000000000" pitchFamily="17" charset="-128"/>
                <a:cs typeface="Roboto" panose="02000000000000000000" pitchFamily="2" charset="0"/>
              </a:rPr>
              <a:t>報酬実績の妥当性検証</a:t>
            </a:r>
          </a:p>
        </p:txBody>
      </p:sp>
      <p:sp>
        <p:nvSpPr>
          <p:cNvPr id="25" name="正方形/長方形 24">
            <a:extLst>
              <a:ext uri="{FF2B5EF4-FFF2-40B4-BE49-F238E27FC236}">
                <a16:creationId xmlns:a16="http://schemas.microsoft.com/office/drawing/2014/main" id="{9CCB22C1-B588-5273-897F-ABD68A83707F}"/>
              </a:ext>
            </a:extLst>
          </p:cNvPr>
          <p:cNvSpPr/>
          <p:nvPr/>
        </p:nvSpPr>
        <p:spPr bwMode="auto">
          <a:xfrm>
            <a:off x="3095256" y="4646319"/>
            <a:ext cx="2305878" cy="365760"/>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sz="1600" b="1" i="0">
                <a:latin typeface="+mj-lt"/>
                <a:ea typeface="BIZ UD明朝 Medium" panose="02020500000000000000" pitchFamily="17" charset="-128"/>
                <a:cs typeface="Roboto" panose="02000000000000000000" pitchFamily="2" charset="0"/>
              </a:rPr>
              <a:t>報酬水準・構成割合</a:t>
            </a:r>
          </a:p>
        </p:txBody>
      </p:sp>
      <p:sp>
        <p:nvSpPr>
          <p:cNvPr id="26" name="正方形/長方形 25">
            <a:extLst>
              <a:ext uri="{FF2B5EF4-FFF2-40B4-BE49-F238E27FC236}">
                <a16:creationId xmlns:a16="http://schemas.microsoft.com/office/drawing/2014/main" id="{5421E21F-CAA2-08BE-694E-6CECAB6B056D}"/>
              </a:ext>
            </a:extLst>
          </p:cNvPr>
          <p:cNvSpPr/>
          <p:nvPr/>
        </p:nvSpPr>
        <p:spPr bwMode="auto">
          <a:xfrm>
            <a:off x="5665304" y="4646319"/>
            <a:ext cx="2041708" cy="365760"/>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sz="1600" b="1" i="0">
                <a:latin typeface="+mj-lt"/>
                <a:ea typeface="BIZ UD明朝 Medium" panose="02020500000000000000" pitchFamily="17" charset="-128"/>
                <a:cs typeface="Roboto" panose="02000000000000000000" pitchFamily="2" charset="0"/>
              </a:rPr>
              <a:t>社外取締役の関与</a:t>
            </a:r>
          </a:p>
        </p:txBody>
      </p:sp>
      <p:pic>
        <p:nvPicPr>
          <p:cNvPr id="27" name="グラフィックス 26" descr="山形の矢印 単色塗りつぶし">
            <a:extLst>
              <a:ext uri="{FF2B5EF4-FFF2-40B4-BE49-F238E27FC236}">
                <a16:creationId xmlns:a16="http://schemas.microsoft.com/office/drawing/2014/main" id="{5842B57D-2CE2-9DDA-7733-9104D6924B8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1386540" y="3347286"/>
            <a:ext cx="760720" cy="644735"/>
          </a:xfrm>
          <a:prstGeom prst="rect">
            <a:avLst/>
          </a:prstGeom>
        </p:spPr>
      </p:pic>
      <p:pic>
        <p:nvPicPr>
          <p:cNvPr id="28" name="グラフィックス 27" descr="山形の矢印 単色塗りつぶし">
            <a:extLst>
              <a:ext uri="{FF2B5EF4-FFF2-40B4-BE49-F238E27FC236}">
                <a16:creationId xmlns:a16="http://schemas.microsoft.com/office/drawing/2014/main" id="{A7CA6B29-D0E0-6111-50FA-EFEE2287C8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05631" y="5411845"/>
            <a:ext cx="760720" cy="614345"/>
          </a:xfrm>
          <a:prstGeom prst="rect">
            <a:avLst/>
          </a:prstGeom>
        </p:spPr>
      </p:pic>
      <p:sp>
        <p:nvSpPr>
          <p:cNvPr id="29" name="正方形/長方形 28">
            <a:extLst>
              <a:ext uri="{FF2B5EF4-FFF2-40B4-BE49-F238E27FC236}">
                <a16:creationId xmlns:a16="http://schemas.microsoft.com/office/drawing/2014/main" id="{C707F68E-E745-920B-5765-4A4F3C39666C}"/>
              </a:ext>
            </a:extLst>
          </p:cNvPr>
          <p:cNvSpPr/>
          <p:nvPr/>
        </p:nvSpPr>
        <p:spPr bwMode="auto">
          <a:xfrm>
            <a:off x="7140073" y="3404923"/>
            <a:ext cx="2437090" cy="365760"/>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sz="1600" b="1" i="0">
                <a:latin typeface="+mj-lt"/>
                <a:ea typeface="BIZ UD明朝 Medium" panose="02020500000000000000" pitchFamily="17" charset="-128"/>
                <a:cs typeface="Roboto" panose="02000000000000000000" pitchFamily="2" charset="0"/>
              </a:rPr>
              <a:t>社外取締役の質的向上</a:t>
            </a:r>
          </a:p>
        </p:txBody>
      </p:sp>
      <p:sp>
        <p:nvSpPr>
          <p:cNvPr id="31" name="正方形/長方形 30">
            <a:extLst>
              <a:ext uri="{FF2B5EF4-FFF2-40B4-BE49-F238E27FC236}">
                <a16:creationId xmlns:a16="http://schemas.microsoft.com/office/drawing/2014/main" id="{82A7D349-DD69-7F53-AF94-8E2D96A17BF7}"/>
              </a:ext>
            </a:extLst>
          </p:cNvPr>
          <p:cNvSpPr/>
          <p:nvPr/>
        </p:nvSpPr>
        <p:spPr bwMode="auto">
          <a:xfrm>
            <a:off x="8601822" y="2321514"/>
            <a:ext cx="2634160" cy="365760"/>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sz="1600" b="1" i="0">
                <a:latin typeface="+mj-lt"/>
                <a:ea typeface="BIZ UD明朝 Medium" panose="02020500000000000000" pitchFamily="17" charset="-128"/>
                <a:cs typeface="Roboto" panose="02000000000000000000" pitchFamily="2" charset="0"/>
              </a:rPr>
              <a:t>経営者評価の一貫性確保</a:t>
            </a:r>
          </a:p>
        </p:txBody>
      </p:sp>
      <p:cxnSp>
        <p:nvCxnSpPr>
          <p:cNvPr id="42" name="直線矢印コネクタ 41">
            <a:extLst>
              <a:ext uri="{FF2B5EF4-FFF2-40B4-BE49-F238E27FC236}">
                <a16:creationId xmlns:a16="http://schemas.microsoft.com/office/drawing/2014/main" id="{497F83A8-E514-9AE7-F3A3-2D5FE814317E}"/>
              </a:ext>
            </a:extLst>
          </p:cNvPr>
          <p:cNvCxnSpPr>
            <a:cxnSpLocks/>
          </p:cNvCxnSpPr>
          <p:nvPr/>
        </p:nvCxnSpPr>
        <p:spPr>
          <a:xfrm flipV="1">
            <a:off x="6617009" y="3882956"/>
            <a:ext cx="1420004" cy="657324"/>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A8E84B27-6978-460E-4E4B-2C57E4EDA1F7}"/>
              </a:ext>
            </a:extLst>
          </p:cNvPr>
          <p:cNvCxnSpPr>
            <a:cxnSpLocks/>
          </p:cNvCxnSpPr>
          <p:nvPr/>
        </p:nvCxnSpPr>
        <p:spPr>
          <a:xfrm flipV="1">
            <a:off x="5624003" y="2726320"/>
            <a:ext cx="1420004" cy="657324"/>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2">
            <a:extLst>
              <a:ext uri="{FF2B5EF4-FFF2-40B4-BE49-F238E27FC236}">
                <a16:creationId xmlns:a16="http://schemas.microsoft.com/office/drawing/2014/main" id="{6EE7B354-F2CB-AD98-D900-3BAF3C394A09}"/>
              </a:ext>
            </a:extLst>
          </p:cNvPr>
          <p:cNvSpPr txBox="1">
            <a:spLocks/>
          </p:cNvSpPr>
          <p:nvPr/>
        </p:nvSpPr>
        <p:spPr>
          <a:xfrm>
            <a:off x="11427675" y="6437376"/>
            <a:ext cx="306387" cy="208758"/>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fld id="{63DCA5C9-2E11-4C67-86EB-AE1DE127DC64}" type="slidenum">
              <a:rPr lang="en-US" sz="900" smtClean="0">
                <a:solidFill>
                  <a:srgbClr val="000000"/>
                </a:solidFill>
                <a:latin typeface="Times New Roman" panose="02020603050405020304"/>
                <a:ea typeface="BIZ UDP明朝 Medium" panose="02020500000000000000" pitchFamily="18" charset="-128"/>
              </a:rPr>
              <a:pPr algn="r">
                <a:defRPr/>
              </a:pPr>
              <a:t>6</a:t>
            </a:fld>
            <a:endParaRPr lang="en-US" sz="900">
              <a:solidFill>
                <a:srgbClr val="000000"/>
              </a:solidFill>
              <a:latin typeface="Times New Roman" panose="02020603050405020304"/>
              <a:ea typeface="BIZ UDP明朝 Medium" panose="02020500000000000000" pitchFamily="18" charset="-128"/>
            </a:endParaRPr>
          </a:p>
        </p:txBody>
      </p:sp>
    </p:spTree>
    <p:extLst>
      <p:ext uri="{BB962C8B-B14F-4D97-AF65-F5344CB8AC3E}">
        <p14:creationId xmlns:p14="http://schemas.microsoft.com/office/powerpoint/2010/main" val="106384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0EFE2-E7FA-DECA-0473-9C473F60DB5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722433B-4033-DAE6-2318-9C06A1D25865}"/>
              </a:ext>
            </a:extLst>
          </p:cNvPr>
          <p:cNvSpPr>
            <a:spLocks noGrp="1"/>
          </p:cNvSpPr>
          <p:nvPr>
            <p:ph type="ftr" sz="quarter" idx="10"/>
          </p:nvPr>
        </p:nvSpPr>
        <p:spPr/>
        <p:txBody>
          <a:bodyPr/>
          <a:lstStyle/>
          <a:p>
            <a:pPr marL="0" marR="0" lvl="6"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panose="020B0604020202020204"/>
                <a:ea typeface="BIZ UDP明朝 Medium" panose="02020500000000000000" pitchFamily="18" charset="-128"/>
              </a:rPr>
              <a:t>© 2025 WTW. Proprietary and confidential. For WTW and WTW client use only.</a:t>
            </a:r>
          </a:p>
        </p:txBody>
      </p:sp>
      <p:sp>
        <p:nvSpPr>
          <p:cNvPr id="10" name="Title 2">
            <a:extLst>
              <a:ext uri="{FF2B5EF4-FFF2-40B4-BE49-F238E27FC236}">
                <a16:creationId xmlns:a16="http://schemas.microsoft.com/office/drawing/2014/main" id="{ECD8D6F5-A00B-F858-653A-3C495F062021}"/>
              </a:ext>
            </a:extLst>
          </p:cNvPr>
          <p:cNvSpPr txBox="1">
            <a:spLocks/>
          </p:cNvSpPr>
          <p:nvPr/>
        </p:nvSpPr>
        <p:spPr>
          <a:xfrm>
            <a:off x="3729182" y="797109"/>
            <a:ext cx="4457700" cy="957428"/>
          </a:xfrm>
          <a:prstGeom prst="rect">
            <a:avLst/>
          </a:prstGeom>
        </p:spPr>
        <p:txBody>
          <a:bodyPr/>
          <a:lstStyle>
            <a:lvl1pPr algn="l" defTabSz="914400" rtl="0" eaLnBrk="1" latinLnBrk="0" hangingPunct="1">
              <a:lnSpc>
                <a:spcPct val="90000"/>
              </a:lnSpc>
              <a:spcBef>
                <a:spcPct val="0"/>
              </a:spcBef>
              <a:buNone/>
              <a:defRPr kumimoji="1" sz="2800" b="0" i="0" kern="1200">
                <a:solidFill>
                  <a:schemeClr val="tx1"/>
                </a:solidFill>
                <a:latin typeface="+mj-lt"/>
                <a:ea typeface="Roboto Medium" panose="02000000000000000000" pitchFamily="2" charset="0"/>
                <a:cs typeface="Verdana" panose="020B060403050404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800" b="1" i="0" u="none" strike="noStrike" kern="1200" cap="none" spc="0" normalizeH="0" baseline="0" noProof="0">
                <a:ln>
                  <a:noFill/>
                </a:ln>
                <a:solidFill>
                  <a:srgbClr val="7F35B2"/>
                </a:solidFill>
                <a:effectLst/>
                <a:uLnTx/>
                <a:uFillTx/>
                <a:latin typeface="Times New Roman" panose="02020603050405020304"/>
                <a:ea typeface="BIZ UDP明朝 Medium" panose="02020500000000000000" pitchFamily="18" charset="-128"/>
              </a:rPr>
              <a:t>Agenda.</a:t>
            </a:r>
            <a:endParaRPr kumimoji="1" lang="en-GB" sz="1600" b="1" i="0" u="none" strike="noStrike" kern="1200" cap="none" spc="0" normalizeH="0" baseline="0" noProof="0">
              <a:ln>
                <a:noFill/>
              </a:ln>
              <a:solidFill>
                <a:srgbClr val="7F35B2"/>
              </a:solidFill>
              <a:effectLst/>
              <a:uLnTx/>
              <a:uFillTx/>
              <a:latin typeface="Times New Roman" panose="02020603050405020304"/>
              <a:ea typeface="BIZ UDP明朝 Medium" panose="02020500000000000000" pitchFamily="18" charset="-128"/>
            </a:endParaRPr>
          </a:p>
        </p:txBody>
      </p:sp>
      <p:graphicFrame>
        <p:nvGraphicFramePr>
          <p:cNvPr id="11" name="Table 8">
            <a:extLst>
              <a:ext uri="{FF2B5EF4-FFF2-40B4-BE49-F238E27FC236}">
                <a16:creationId xmlns:a16="http://schemas.microsoft.com/office/drawing/2014/main" id="{49DD0645-04E2-C6A1-536E-A72B25C74EDD}"/>
              </a:ext>
            </a:extLst>
          </p:cNvPr>
          <p:cNvGraphicFramePr>
            <a:graphicFrameLocks noGrp="1"/>
          </p:cNvGraphicFramePr>
          <p:nvPr>
            <p:extLst>
              <p:ext uri="{D42A27DB-BD31-4B8C-83A1-F6EECF244321}">
                <p14:modId xmlns:p14="http://schemas.microsoft.com/office/powerpoint/2010/main" val="1698415163"/>
              </p:ext>
            </p:extLst>
          </p:nvPr>
        </p:nvGraphicFramePr>
        <p:xfrm>
          <a:off x="6096000" y="1754537"/>
          <a:ext cx="5316324" cy="2016000"/>
        </p:xfrm>
        <a:graphic>
          <a:graphicData uri="http://schemas.openxmlformats.org/drawingml/2006/table">
            <a:tbl>
              <a:tblPr firstRow="1" bandRow="1">
                <a:tableStyleId>{6E25E649-3F16-4E02-A733-19D2CDBF48F0}</a:tableStyleId>
              </a:tblPr>
              <a:tblGrid>
                <a:gridCol w="468000">
                  <a:extLst>
                    <a:ext uri="{9D8B030D-6E8A-4147-A177-3AD203B41FA5}">
                      <a16:colId xmlns:a16="http://schemas.microsoft.com/office/drawing/2014/main" val="1724741912"/>
                    </a:ext>
                  </a:extLst>
                </a:gridCol>
                <a:gridCol w="3924000">
                  <a:extLst>
                    <a:ext uri="{9D8B030D-6E8A-4147-A177-3AD203B41FA5}">
                      <a16:colId xmlns:a16="http://schemas.microsoft.com/office/drawing/2014/main" val="690414594"/>
                    </a:ext>
                  </a:extLst>
                </a:gridCol>
                <a:gridCol w="468000">
                  <a:extLst>
                    <a:ext uri="{9D8B030D-6E8A-4147-A177-3AD203B41FA5}">
                      <a16:colId xmlns:a16="http://schemas.microsoft.com/office/drawing/2014/main" val="1167426784"/>
                    </a:ext>
                  </a:extLst>
                </a:gridCol>
                <a:gridCol w="456324">
                  <a:extLst>
                    <a:ext uri="{9D8B030D-6E8A-4147-A177-3AD203B41FA5}">
                      <a16:colId xmlns:a16="http://schemas.microsoft.com/office/drawing/2014/main" val="1550253320"/>
                    </a:ext>
                  </a:extLst>
                </a:gridCol>
              </a:tblGrid>
              <a:tr h="504000">
                <a:tc>
                  <a:txBody>
                    <a:bodyPr/>
                    <a:lstStyle/>
                    <a:p>
                      <a:pPr algn="ctr"/>
                      <a:r>
                        <a:rPr kumimoji="1" lang="en-US" altLang="ja-JP"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rPr>
                        <a:t>01</a:t>
                      </a:r>
                      <a:endParaRPr kumimoji="1" lang="ja-JP" altLang="en-US"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w="25400" cmpd="sng">
                      <a:noFill/>
                    </a:lnB>
                    <a:lnTlToBr w="12700" cmpd="sng">
                      <a:noFill/>
                      <a:prstDash val="solid"/>
                    </a:lnTlToBr>
                    <a:lnBlToTr w="12700" cmpd="sng">
                      <a:noFill/>
                      <a:prstDash val="solid"/>
                    </a:lnBlToTr>
                    <a:noFill/>
                  </a:tcPr>
                </a:tc>
                <a:tc>
                  <a:txBody>
                    <a:bodyPr/>
                    <a:lstStyle/>
                    <a:p>
                      <a:r>
                        <a:rPr kumimoji="1" lang="ja-JP" altLang="en-US" sz="14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rPr>
                        <a:t>報酬ガバナンスとは何か</a:t>
                      </a:r>
                    </a:p>
                  </a:txBody>
                  <a:tcPr anchor="ctr">
                    <a:lnL>
                      <a:noFill/>
                    </a:lnL>
                    <a:lnR>
                      <a:noFill/>
                    </a:lnR>
                    <a:lnT w="25400" cmpd="sng">
                      <a:noFill/>
                    </a:lnT>
                    <a:lnB w="25400" cmpd="sng">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w="25400" cmpd="sng">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w="254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12982622"/>
                  </a:ext>
                </a:extLst>
              </a:tr>
              <a:tr h="504000">
                <a:tc>
                  <a:txBody>
                    <a:bodyPr/>
                    <a:lstStyle/>
                    <a:p>
                      <a:pPr algn="ctr"/>
                      <a:r>
                        <a:rPr kumimoji="1" lang="en-US" altLang="ja-JP" sz="1600" b="1">
                          <a:solidFill>
                            <a:schemeClr val="bg1"/>
                          </a:solidFill>
                          <a:latin typeface="BIZ UDP明朝 Medium" panose="02020500000000000000" pitchFamily="18" charset="-128"/>
                          <a:ea typeface="BIZ UDP明朝 Medium" panose="02020500000000000000" pitchFamily="18" charset="-128"/>
                          <a:cs typeface="Times New Roman" panose="02020603050405020304" pitchFamily="18" charset="0"/>
                        </a:rPr>
                        <a:t>02</a:t>
                      </a:r>
                      <a:endParaRPr kumimoji="1" lang="ja-JP" altLang="en-US" sz="1600" b="1">
                        <a:solidFill>
                          <a:schemeClr val="bg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a:noFill/>
                    </a:lnB>
                    <a:lnTlToBr w="12700" cmpd="sng">
                      <a:noFill/>
                      <a:prstDash val="solid"/>
                    </a:lnTlToBr>
                    <a:lnBlToTr w="12700" cmpd="sng">
                      <a:noFill/>
                      <a:prstDash val="solid"/>
                    </a:lnBlToTr>
                    <a:solidFill>
                      <a:schemeClr val="tx2"/>
                    </a:solidFill>
                  </a:tcPr>
                </a:tc>
                <a:tc>
                  <a:txBody>
                    <a:bodyPr/>
                    <a:lstStyle/>
                    <a:p>
                      <a:r>
                        <a:rPr kumimoji="1" lang="ja-JP" altLang="en-US" sz="1400" b="0">
                          <a:solidFill>
                            <a:schemeClr val="bg1"/>
                          </a:solidFill>
                          <a:latin typeface="BIZ UDP明朝 Medium" panose="02020500000000000000" pitchFamily="18" charset="-128"/>
                          <a:ea typeface="BIZ UDP明朝 Medium" panose="02020500000000000000" pitchFamily="18" charset="-128"/>
                          <a:cs typeface="Times New Roman" panose="02020603050405020304" pitchFamily="18" charset="0"/>
                        </a:rPr>
                        <a:t>取締役会のあり方</a:t>
                      </a:r>
                    </a:p>
                  </a:txBody>
                  <a:tcPr anchor="ctr">
                    <a:lnL>
                      <a:noFill/>
                    </a:lnL>
                    <a:lnR>
                      <a:noFill/>
                    </a:lnR>
                    <a:lnT w="25400" cmpd="sng">
                      <a:noFill/>
                    </a:lnT>
                    <a:lnB>
                      <a:noFill/>
                    </a:lnB>
                    <a:lnTlToBr w="12700" cmpd="sng">
                      <a:noFill/>
                      <a:prstDash val="solid"/>
                    </a:lnTlToBr>
                    <a:lnBlToTr w="12700" cmpd="sng">
                      <a:noFill/>
                      <a:prstDash val="solid"/>
                    </a:lnBlToTr>
                    <a:solidFill>
                      <a:schemeClr val="tx2"/>
                    </a:solidFill>
                  </a:tcPr>
                </a:tc>
                <a:tc>
                  <a:txBody>
                    <a:bodyPr/>
                    <a:lstStyle/>
                    <a:p>
                      <a:pPr algn="r"/>
                      <a:endParaRPr kumimoji="1" lang="ja-JP" altLang="en-US" sz="1100" b="0">
                        <a:solidFill>
                          <a:schemeClr val="bg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a:noFill/>
                    </a:lnB>
                    <a:lnTlToBr w="12700" cmpd="sng">
                      <a:noFill/>
                      <a:prstDash val="solid"/>
                    </a:lnTlToBr>
                    <a:lnBlToTr w="12700" cmpd="sng">
                      <a:noFill/>
                      <a:prstDash val="solid"/>
                    </a:lnBlToTr>
                    <a:solidFill>
                      <a:schemeClr val="tx2"/>
                    </a:solidFill>
                  </a:tcPr>
                </a:tc>
                <a:tc>
                  <a:txBody>
                    <a:bodyPr/>
                    <a:lstStyle/>
                    <a:p>
                      <a:pPr algn="r"/>
                      <a:endParaRPr kumimoji="1" lang="ja-JP" altLang="en-US" sz="1100" b="0">
                        <a:solidFill>
                          <a:schemeClr val="bg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7312518"/>
                  </a:ext>
                </a:extLst>
              </a:tr>
              <a:tr h="504000">
                <a:tc>
                  <a:txBody>
                    <a:bodyPr/>
                    <a:lstStyle/>
                    <a:p>
                      <a:pPr algn="ctr"/>
                      <a:r>
                        <a:rPr kumimoji="1" lang="en-US" altLang="ja-JP"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rPr>
                        <a:t>03</a:t>
                      </a:r>
                      <a:endParaRPr kumimoji="1" lang="ja-JP" altLang="en-US"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r>
                        <a:rPr kumimoji="1" lang="ja-JP" altLang="en-US" sz="14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rPr>
                        <a:t>経営者評価と実効性向上の戦略的実践</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877567461"/>
                  </a:ext>
                </a:extLst>
              </a:tr>
              <a:tr h="504000">
                <a:tc>
                  <a:txBody>
                    <a:bodyPr/>
                    <a:lstStyle/>
                    <a:p>
                      <a:pPr algn="ctr"/>
                      <a:endParaRPr kumimoji="1" lang="ja-JP" altLang="en-US"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w="25400" cmpd="sng">
                      <a:noFill/>
                    </a:lnB>
                    <a:lnTlToBr w="12700" cmpd="sng">
                      <a:noFill/>
                      <a:prstDash val="solid"/>
                    </a:lnTlToBr>
                    <a:lnBlToTr w="12700" cmpd="sng">
                      <a:noFill/>
                      <a:prstDash val="solid"/>
                    </a:lnBlToTr>
                    <a:noFill/>
                  </a:tcPr>
                </a:tc>
                <a:tc>
                  <a:txBody>
                    <a:bodyPr/>
                    <a:lstStyle/>
                    <a:p>
                      <a:endParaRPr kumimoji="1" lang="ja-JP" altLang="en-US" sz="14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w="25400" cmpd="sng">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w="25400" cmpd="sng">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w="254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83102566"/>
                  </a:ext>
                </a:extLst>
              </a:tr>
            </a:tbl>
          </a:graphicData>
        </a:graphic>
      </p:graphicFrame>
      <p:sp>
        <p:nvSpPr>
          <p:cNvPr id="3" name="Slide Number Placeholder 2">
            <a:extLst>
              <a:ext uri="{FF2B5EF4-FFF2-40B4-BE49-F238E27FC236}">
                <a16:creationId xmlns:a16="http://schemas.microsoft.com/office/drawing/2014/main" id="{3026F306-D529-A33E-CDF6-FFB831378DCA}"/>
              </a:ext>
            </a:extLst>
          </p:cNvPr>
          <p:cNvSpPr>
            <a:spLocks noGrp="1"/>
          </p:cNvSpPr>
          <p:nvPr>
            <p:ph type="sldNum" sz="quarter" idx="18"/>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3DCA5C9-2E11-4C67-86EB-AE1DE127DC64}" type="slidenum">
              <a:rPr kumimoji="0" lang="en-US" sz="900" b="0" i="0" u="none" strike="noStrike" kern="1200" cap="none" spc="0" normalizeH="0" baseline="0" noProof="0" smtClean="0">
                <a:ln>
                  <a:noFill/>
                </a:ln>
                <a:solidFill>
                  <a:srgbClr val="000000"/>
                </a:solidFill>
                <a:effectLst/>
                <a:uLnTx/>
                <a:uFillTx/>
                <a:latin typeface="Times New Roman" panose="02020603050405020304"/>
                <a:ea typeface="BIZ UDP明朝 Medium" panose="02020500000000000000" pitchFamily="18" charset="-128"/>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000000"/>
              </a:solidFill>
              <a:effectLst/>
              <a:uLnTx/>
              <a:uFillTx/>
              <a:latin typeface="Times New Roman" panose="02020603050405020304"/>
              <a:ea typeface="BIZ UDP明朝 Medium" panose="02020500000000000000" pitchFamily="18" charset="-128"/>
            </a:endParaRPr>
          </a:p>
        </p:txBody>
      </p:sp>
    </p:spTree>
    <p:extLst>
      <p:ext uri="{BB962C8B-B14F-4D97-AF65-F5344CB8AC3E}">
        <p14:creationId xmlns:p14="http://schemas.microsoft.com/office/powerpoint/2010/main" val="2117298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990D9-3C2F-952F-2A5A-A397B9CECD80}"/>
            </a:ext>
          </a:extLst>
        </p:cNvPr>
        <p:cNvGrpSpPr/>
        <p:nvPr/>
      </p:nvGrpSpPr>
      <p:grpSpPr>
        <a:xfrm>
          <a:off x="0" y="0"/>
          <a:ext cx="0" cy="0"/>
          <a:chOff x="0" y="0"/>
          <a:chExt cx="0" cy="0"/>
        </a:xfrm>
      </p:grpSpPr>
      <p:sp>
        <p:nvSpPr>
          <p:cNvPr id="13" name="Text Placeholder 3">
            <a:extLst>
              <a:ext uri="{FF2B5EF4-FFF2-40B4-BE49-F238E27FC236}">
                <a16:creationId xmlns:a16="http://schemas.microsoft.com/office/drawing/2014/main" id="{FC019551-4CE4-6F2B-0EF5-A5BB6C82BE97}"/>
              </a:ext>
            </a:extLst>
          </p:cNvPr>
          <p:cNvSpPr>
            <a:spLocks noGrp="1"/>
          </p:cNvSpPr>
          <p:nvPr>
            <p:ph type="body" sz="quarter" idx="17"/>
          </p:nvPr>
        </p:nvSpPr>
        <p:spPr>
          <a:xfrm>
            <a:off x="457200" y="950976"/>
            <a:ext cx="11247120" cy="365760"/>
          </a:xfrm>
        </p:spPr>
        <p:txBody>
          <a:bodyPr/>
          <a:lstStyle/>
          <a:p>
            <a:r>
              <a:rPr lang="ja-JP" altLang="en-US"/>
              <a:t>監督機能の向上へと焦点が移行していることを示唆、</a:t>
            </a:r>
            <a:r>
              <a:rPr lang="ja-JP" altLang="en-US">
                <a:latin typeface="+mj-lt"/>
                <a:ea typeface="BIZ UDP明朝 Medium" panose="02020500000000000000" pitchFamily="18" charset="-128"/>
              </a:rPr>
              <a:t>アクションプランに結び付ける検証へと移りつつある</a:t>
            </a:r>
            <a:endParaRPr lang="en-US">
              <a:latin typeface="+mj-lt"/>
              <a:ea typeface="BIZ UDP明朝 Medium" panose="02020500000000000000" pitchFamily="18" charset="-128"/>
            </a:endParaRPr>
          </a:p>
        </p:txBody>
      </p:sp>
      <p:sp>
        <p:nvSpPr>
          <p:cNvPr id="3" name="タイトル 2">
            <a:extLst>
              <a:ext uri="{FF2B5EF4-FFF2-40B4-BE49-F238E27FC236}">
                <a16:creationId xmlns:a16="http://schemas.microsoft.com/office/drawing/2014/main" id="{2E71C70F-242F-FDE0-97B7-F519D24084A4}"/>
              </a:ext>
            </a:extLst>
          </p:cNvPr>
          <p:cNvSpPr>
            <a:spLocks noGrp="1"/>
          </p:cNvSpPr>
          <p:nvPr>
            <p:ph type="title"/>
          </p:nvPr>
        </p:nvSpPr>
        <p:spPr>
          <a:xfrm>
            <a:off x="457200" y="457199"/>
            <a:ext cx="11247120" cy="457200"/>
          </a:xfrm>
        </p:spPr>
        <p:txBody>
          <a:bodyPr anchor="t">
            <a:normAutofit/>
          </a:bodyPr>
          <a:lstStyle/>
          <a:p>
            <a:r>
              <a:rPr lang="ja-JP" altLang="en-US" sz="2800">
                <a:latin typeface="BIZ UDP明朝 Medium" panose="02020500000000000000" pitchFamily="18" charset="-128"/>
                <a:ea typeface="BIZ UDP明朝 Medium" panose="02020500000000000000" pitchFamily="18" charset="-128"/>
              </a:rPr>
              <a:t>実効性評価の進化　</a:t>
            </a:r>
            <a:r>
              <a:rPr lang="en-US" altLang="ja-JP" sz="2800">
                <a:latin typeface="BIZ UDP明朝 Medium" panose="02020500000000000000" pitchFamily="18" charset="-128"/>
                <a:ea typeface="BIZ UDP明朝 Medium" panose="02020500000000000000" pitchFamily="18" charset="-128"/>
              </a:rPr>
              <a:t>― </a:t>
            </a:r>
            <a:r>
              <a:rPr lang="ja-JP" altLang="en-US" sz="2800">
                <a:latin typeface="BIZ UDP明朝 Medium" panose="02020500000000000000" pitchFamily="18" charset="-128"/>
                <a:ea typeface="BIZ UDP明朝 Medium" panose="02020500000000000000" pitchFamily="18" charset="-128"/>
              </a:rPr>
              <a:t>「個人評価」が示す新たなステージ</a:t>
            </a:r>
            <a:endParaRPr kumimoji="1" lang="ja-JP" altLang="en-US" sz="2800">
              <a:latin typeface="BIZ UDP明朝 Medium" panose="02020500000000000000" pitchFamily="18" charset="-128"/>
              <a:ea typeface="BIZ UDP明朝 Medium" panose="02020500000000000000" pitchFamily="18" charset="-128"/>
            </a:endParaRPr>
          </a:p>
        </p:txBody>
      </p:sp>
      <p:sp>
        <p:nvSpPr>
          <p:cNvPr id="5" name="フッター プレースホルダー 4">
            <a:extLst>
              <a:ext uri="{FF2B5EF4-FFF2-40B4-BE49-F238E27FC236}">
                <a16:creationId xmlns:a16="http://schemas.microsoft.com/office/drawing/2014/main" id="{407615D3-2C34-CEA7-C230-0429D1DFFA60}"/>
              </a:ext>
            </a:extLst>
          </p:cNvPr>
          <p:cNvSpPr>
            <a:spLocks noGrp="1"/>
          </p:cNvSpPr>
          <p:nvPr>
            <p:ph type="ftr" sz="quarter" idx="10"/>
          </p:nvPr>
        </p:nvSpPr>
        <p:spPr>
          <a:xfrm>
            <a:off x="457199" y="6519672"/>
            <a:ext cx="3200400" cy="91440"/>
          </a:xfrm>
        </p:spPr>
        <p:txBody>
          <a:bodyPr anchor="t">
            <a:normAutofit/>
          </a:bodyPr>
          <a:lstStyle/>
          <a:p>
            <a:pPr lvl="6">
              <a:spcAft>
                <a:spcPts val="600"/>
              </a:spcAft>
            </a:pPr>
            <a:r>
              <a:rPr lang="en-US"/>
              <a:t>© 2025 WTW. Proprietary and confidential. For WTW and WTW client use only.</a:t>
            </a:r>
          </a:p>
        </p:txBody>
      </p:sp>
      <p:sp>
        <p:nvSpPr>
          <p:cNvPr id="15" name="Text Placeholder 3">
            <a:extLst>
              <a:ext uri="{FF2B5EF4-FFF2-40B4-BE49-F238E27FC236}">
                <a16:creationId xmlns:a16="http://schemas.microsoft.com/office/drawing/2014/main" id="{C88478CA-3A51-857B-D79E-F0783CB55A0E}"/>
              </a:ext>
            </a:extLst>
          </p:cNvPr>
          <p:cNvSpPr txBox="1">
            <a:spLocks/>
          </p:cNvSpPr>
          <p:nvPr/>
        </p:nvSpPr>
        <p:spPr>
          <a:xfrm>
            <a:off x="4520918" y="5721009"/>
            <a:ext cx="6965038" cy="20971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kumimoji="1" sz="2000" b="0" i="0" kern="1200">
                <a:solidFill>
                  <a:schemeClr val="tx1"/>
                </a:solidFill>
                <a:latin typeface="+mn-lt"/>
                <a:ea typeface="Roboto" panose="02000000000000000000" pitchFamily="2" charset="0"/>
                <a:cs typeface="Times New Roman" panose="02020603050405020304" pitchFamily="18" charset="0"/>
              </a:defRPr>
            </a:lvl1pPr>
            <a:lvl2pPr marL="0" indent="0" algn="l" defTabSz="914400" rtl="0" eaLnBrk="1" latinLnBrk="0" hangingPunct="1">
              <a:lnSpc>
                <a:spcPct val="100000"/>
              </a:lnSpc>
              <a:spcBef>
                <a:spcPts val="0"/>
              </a:spcBef>
              <a:spcAft>
                <a:spcPts val="300"/>
              </a:spcAft>
              <a:buClr>
                <a:schemeClr val="accent1"/>
              </a:buClr>
              <a:buFontTx/>
              <a:buNone/>
              <a:tabLst>
                <a:tab pos="280988" algn="l"/>
              </a:tabLst>
              <a:defRPr kumimoji="1" sz="2000" b="0" i="0" kern="1200">
                <a:solidFill>
                  <a:schemeClr val="tx1"/>
                </a:solidFill>
                <a:latin typeface="+mn-lt"/>
                <a:ea typeface="Roboto" panose="02000000000000000000" pitchFamily="2" charset="0"/>
                <a:cs typeface="Arial" panose="020B0604020202020204" pitchFamily="34" charset="0"/>
              </a:defRPr>
            </a:lvl2pPr>
            <a:lvl3pPr marL="0" indent="0" algn="l" defTabSz="292608" rtl="0" eaLnBrk="1" latinLnBrk="0" hangingPunct="1">
              <a:lnSpc>
                <a:spcPct val="100000"/>
              </a:lnSpc>
              <a:spcBef>
                <a:spcPts val="0"/>
              </a:spcBef>
              <a:spcAft>
                <a:spcPts val="300"/>
              </a:spcAft>
              <a:buClr>
                <a:schemeClr val="tx2"/>
              </a:buClr>
              <a:buFontTx/>
              <a:buNone/>
              <a:tabLst>
                <a:tab pos="276225" algn="l"/>
                <a:tab pos="584200" algn="l"/>
              </a:tabLst>
              <a:defRPr kumimoji="1" sz="2000" b="0" i="0" kern="1200">
                <a:solidFill>
                  <a:schemeClr val="tx1"/>
                </a:solidFill>
                <a:latin typeface="+mn-lt"/>
                <a:ea typeface="Roboto" panose="02000000000000000000" pitchFamily="2" charset="0"/>
                <a:cs typeface="Times New Roman" panose="02020603050405020304" pitchFamily="18" charset="0"/>
              </a:defRPr>
            </a:lvl3pPr>
            <a:lvl4pPr marL="0" marR="0" indent="0" algn="l" defTabSz="292608" rtl="0" eaLnBrk="1" fontAlgn="auto" latinLnBrk="0" hangingPunct="1">
              <a:lnSpc>
                <a:spcPct val="100000"/>
              </a:lnSpc>
              <a:spcBef>
                <a:spcPts val="0"/>
              </a:spcBef>
              <a:spcAft>
                <a:spcPts val="300"/>
              </a:spcAft>
              <a:buClr>
                <a:schemeClr val="tx2"/>
              </a:buClr>
              <a:buSzPct val="100000"/>
              <a:buFontTx/>
              <a:buNone/>
              <a:tabLst/>
              <a:defRPr kumimoji="1" sz="2000" b="0" i="0" kern="1200">
                <a:solidFill>
                  <a:schemeClr val="tx1"/>
                </a:solidFill>
                <a:latin typeface="+mn-lt"/>
                <a:ea typeface="Roboto" panose="02000000000000000000" pitchFamily="2" charset="0"/>
                <a:cs typeface="Times New Roman" panose="02020603050405020304" pitchFamily="18" charset="0"/>
              </a:defRPr>
            </a:lvl4pPr>
            <a:lvl5pPr marL="0" indent="0" algn="l" defTabSz="292608" rtl="0" eaLnBrk="1" latinLnBrk="0" hangingPunct="1">
              <a:lnSpc>
                <a:spcPct val="100000"/>
              </a:lnSpc>
              <a:spcBef>
                <a:spcPts val="0"/>
              </a:spcBef>
              <a:spcAft>
                <a:spcPts val="300"/>
              </a:spcAft>
              <a:buClr>
                <a:schemeClr val="tx2"/>
              </a:buClr>
              <a:buSzPct val="100000"/>
              <a:buFontTx/>
              <a:buNone/>
              <a:tabLst>
                <a:tab pos="292608" algn="l"/>
                <a:tab pos="585216" algn="l"/>
              </a:tabLst>
              <a:defRPr kumimoji="1" sz="2000" b="0" i="0" kern="1200">
                <a:solidFill>
                  <a:schemeClr val="tx1"/>
                </a:solidFill>
                <a:latin typeface="+mn-lt"/>
                <a:ea typeface="Roboto" panose="02000000000000000000" pitchFamily="2" charset="0"/>
                <a:cs typeface="Times New Roman" panose="02020603050405020304" pitchFamily="18" charset="0"/>
              </a:defRPr>
            </a:lvl5pPr>
            <a:lvl6pPr marL="0" indent="0" algn="l" defTabSz="914400" rtl="0" eaLnBrk="1" latinLnBrk="0" hangingPunct="1">
              <a:lnSpc>
                <a:spcPct val="100000"/>
              </a:lnSpc>
              <a:spcBef>
                <a:spcPts val="0"/>
              </a:spcBef>
              <a:spcAft>
                <a:spcPts val="300"/>
              </a:spcAft>
              <a:buClr>
                <a:schemeClr val="tx2"/>
              </a:buClr>
              <a:buSzPct val="100000"/>
              <a:buFontTx/>
              <a:buNone/>
              <a:tabLst/>
              <a:defRPr kumimoji="1" sz="2000" b="0" i="0" kern="1200">
                <a:solidFill>
                  <a:schemeClr val="tx1"/>
                </a:solidFill>
                <a:latin typeface="+mn-lt"/>
                <a:ea typeface="Roboto" panose="02000000000000000000" pitchFamily="2" charset="0"/>
                <a:cs typeface="Times New Roman" panose="02020603050405020304" pitchFamily="18" charset="0"/>
              </a:defRPr>
            </a:lvl6pPr>
            <a:lvl7pPr marL="0" indent="0" algn="l" defTabSz="914400" rtl="0" eaLnBrk="1" latinLnBrk="0" hangingPunct="1">
              <a:lnSpc>
                <a:spcPct val="100000"/>
              </a:lnSpc>
              <a:spcBef>
                <a:spcPts val="0"/>
              </a:spcBef>
              <a:spcAft>
                <a:spcPts val="300"/>
              </a:spcAft>
              <a:buClr>
                <a:schemeClr val="tx2"/>
              </a:buClr>
              <a:buSzPct val="100000"/>
              <a:buFontTx/>
              <a:buNone/>
              <a:tabLst/>
              <a:defRPr kumimoji="1" sz="2000" b="0" i="0" kern="1200">
                <a:solidFill>
                  <a:schemeClr val="tx1"/>
                </a:solidFill>
                <a:latin typeface="+mn-lt"/>
                <a:ea typeface="Roboto" panose="02000000000000000000" pitchFamily="2" charset="0"/>
                <a:cs typeface="Times New Roman" panose="02020603050405020304" pitchFamily="18" charset="0"/>
              </a:defRPr>
            </a:lvl7pPr>
            <a:lvl8pPr marL="0" indent="0" algn="l" defTabSz="914400" rtl="0" eaLnBrk="1" latinLnBrk="0" hangingPunct="1">
              <a:lnSpc>
                <a:spcPct val="100000"/>
              </a:lnSpc>
              <a:spcBef>
                <a:spcPts val="0"/>
              </a:spcBef>
              <a:spcAft>
                <a:spcPts val="300"/>
              </a:spcAft>
              <a:buClr>
                <a:schemeClr val="tx2"/>
              </a:buClr>
              <a:buSzPct val="100000"/>
              <a:buFontTx/>
              <a:buNone/>
              <a:tabLst/>
              <a:defRPr kumimoji="1" sz="2000" b="0" i="0" kern="1200">
                <a:solidFill>
                  <a:schemeClr val="tx1"/>
                </a:solidFill>
                <a:latin typeface="+mn-lt"/>
                <a:ea typeface="Roboto" panose="02000000000000000000" pitchFamily="2" charset="0"/>
                <a:cs typeface="Times New Roman" panose="02020603050405020304" pitchFamily="18" charset="0"/>
              </a:defRPr>
            </a:lvl8pPr>
            <a:lvl9pPr marL="0" indent="0" algn="l" defTabSz="914400" rtl="0" eaLnBrk="1" latinLnBrk="0" hangingPunct="1">
              <a:lnSpc>
                <a:spcPct val="100000"/>
              </a:lnSpc>
              <a:spcBef>
                <a:spcPts val="0"/>
              </a:spcBef>
              <a:spcAft>
                <a:spcPts val="300"/>
              </a:spcAft>
              <a:buClr>
                <a:schemeClr val="tx2"/>
              </a:buClr>
              <a:buSzPct val="100000"/>
              <a:buFontTx/>
              <a:buNone/>
              <a:tabLst/>
              <a:defRPr kumimoji="1" sz="2000" b="0" i="0" kern="1200">
                <a:solidFill>
                  <a:schemeClr val="tx1"/>
                </a:solidFill>
                <a:latin typeface="+mn-lt"/>
                <a:ea typeface="Roboto" panose="02000000000000000000" pitchFamily="2" charset="0"/>
                <a:cs typeface="Times New Roman" panose="02020603050405020304" pitchFamily="18" charset="0"/>
              </a:defRPr>
            </a:lvl9pPr>
          </a:lstStyle>
          <a:p>
            <a:pPr algn="r"/>
            <a:r>
              <a:rPr lang="ja-JP" altLang="en-US" sz="1200">
                <a:latin typeface="+mj-lt"/>
                <a:ea typeface="BIZ UDP明朝 Medium" panose="02020500000000000000" pitchFamily="18" charset="-128"/>
              </a:rPr>
              <a:t>（出所） </a:t>
            </a:r>
            <a:r>
              <a:rPr lang="en-US" altLang="ja-JP" sz="1200">
                <a:latin typeface="+mj-lt"/>
                <a:ea typeface="BIZ UDP明朝 Medium" panose="02020500000000000000" pitchFamily="18" charset="-128"/>
              </a:rPr>
              <a:t>WTW</a:t>
            </a:r>
            <a:r>
              <a:rPr lang="ja-JP" altLang="en-US" sz="1200">
                <a:latin typeface="+mj-lt"/>
                <a:ea typeface="BIZ UDP明朝 Medium" panose="02020500000000000000" pitchFamily="18" charset="-128"/>
              </a:rPr>
              <a:t>「</a:t>
            </a:r>
            <a:r>
              <a:rPr lang="en-US" altLang="ja-JP" sz="1200">
                <a:latin typeface="+mj-lt"/>
                <a:ea typeface="BIZ UDP明朝 Medium" panose="02020500000000000000" pitchFamily="18" charset="-128"/>
              </a:rPr>
              <a:t>2025</a:t>
            </a:r>
            <a:r>
              <a:rPr lang="ja-JP" altLang="en-US" sz="1200">
                <a:latin typeface="+mj-lt"/>
                <a:ea typeface="BIZ UDP明朝 Medium" panose="02020500000000000000" pitchFamily="18" charset="-128"/>
              </a:rPr>
              <a:t>年経営者報酬データベース 結果集計レポート」に基づき作成</a:t>
            </a:r>
            <a:endParaRPr lang="en-US" sz="1200">
              <a:latin typeface="+mj-lt"/>
              <a:ea typeface="BIZ UDP明朝 Medium" panose="02020500000000000000" pitchFamily="18" charset="-128"/>
            </a:endParaRPr>
          </a:p>
        </p:txBody>
      </p:sp>
      <p:graphicFrame>
        <p:nvGraphicFramePr>
          <p:cNvPr id="11" name="グラフ 10">
            <a:extLst>
              <a:ext uri="{FF2B5EF4-FFF2-40B4-BE49-F238E27FC236}">
                <a16:creationId xmlns:a16="http://schemas.microsoft.com/office/drawing/2014/main" id="{B73FA915-4C55-DF15-B4E5-C705D9ADB4EC}"/>
              </a:ext>
            </a:extLst>
          </p:cNvPr>
          <p:cNvGraphicFramePr>
            <a:graphicFrameLocks/>
          </p:cNvGraphicFramePr>
          <p:nvPr/>
        </p:nvGraphicFramePr>
        <p:xfrm>
          <a:off x="487680" y="1306513"/>
          <a:ext cx="11216640" cy="4266514"/>
        </p:xfrm>
        <a:graphic>
          <a:graphicData uri="http://schemas.openxmlformats.org/drawingml/2006/chart">
            <c:chart xmlns:c="http://schemas.openxmlformats.org/drawingml/2006/chart" xmlns:r="http://schemas.openxmlformats.org/officeDocument/2006/relationships" r:id="rId3"/>
          </a:graphicData>
        </a:graphic>
      </p:graphicFrame>
      <p:sp>
        <p:nvSpPr>
          <p:cNvPr id="7" name="楕円 6">
            <a:extLst>
              <a:ext uri="{FF2B5EF4-FFF2-40B4-BE49-F238E27FC236}">
                <a16:creationId xmlns:a16="http://schemas.microsoft.com/office/drawing/2014/main" id="{B7F51D37-816C-7622-FE14-F19F094B9A72}"/>
              </a:ext>
            </a:extLst>
          </p:cNvPr>
          <p:cNvSpPr/>
          <p:nvPr/>
        </p:nvSpPr>
        <p:spPr bwMode="auto">
          <a:xfrm>
            <a:off x="5630779" y="3830855"/>
            <a:ext cx="548640" cy="567890"/>
          </a:xfrm>
          <a:prstGeom prst="ellipse">
            <a:avLst/>
          </a:prstGeom>
          <a:noFill/>
          <a:ln w="22225">
            <a:solidFill>
              <a:schemeClr val="accent2"/>
            </a:solidFill>
            <a:prstDash val="sysDash"/>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kumimoji="1" lang="ja-JP" altLang="en-US" sz="1600" b="0" i="0">
              <a:solidFill>
                <a:schemeClr val="bg1"/>
              </a:solidFill>
              <a:latin typeface="+mn-lt"/>
              <a:ea typeface="Roboto" panose="02000000000000000000" pitchFamily="2" charset="0"/>
              <a:cs typeface="Roboto" panose="02000000000000000000" pitchFamily="2" charset="0"/>
            </a:endParaRPr>
          </a:p>
        </p:txBody>
      </p:sp>
      <p:sp>
        <p:nvSpPr>
          <p:cNvPr id="14" name="正方形/長方形 13">
            <a:extLst>
              <a:ext uri="{FF2B5EF4-FFF2-40B4-BE49-F238E27FC236}">
                <a16:creationId xmlns:a16="http://schemas.microsoft.com/office/drawing/2014/main" id="{D36E1597-A8E2-64F1-89E7-8EB82DE4E423}"/>
              </a:ext>
            </a:extLst>
          </p:cNvPr>
          <p:cNvSpPr/>
          <p:nvPr/>
        </p:nvSpPr>
        <p:spPr bwMode="auto">
          <a:xfrm>
            <a:off x="1478272" y="5694206"/>
            <a:ext cx="3295049" cy="234358"/>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r>
              <a:rPr kumimoji="1" lang="ja-JP" altLang="en-US" sz="1200" b="0" i="0">
                <a:latin typeface="+mj-lt"/>
                <a:ea typeface="BIZ UDP明朝 Medium" panose="02020500000000000000" pitchFamily="18" charset="-128"/>
                <a:cs typeface="Roboto" panose="02000000000000000000" pitchFamily="2" charset="0"/>
              </a:rPr>
              <a:t>単位：社数、調査対象企業：</a:t>
            </a:r>
            <a:r>
              <a:rPr kumimoji="1" lang="en-US" altLang="ja-JP" sz="1200" b="0" i="0">
                <a:latin typeface="+mj-lt"/>
                <a:ea typeface="BIZ UDP明朝 Medium" panose="02020500000000000000" pitchFamily="18" charset="-128"/>
                <a:cs typeface="Roboto" panose="02000000000000000000" pitchFamily="2" charset="0"/>
              </a:rPr>
              <a:t>309</a:t>
            </a:r>
            <a:r>
              <a:rPr kumimoji="1" lang="ja-JP" altLang="en-US" sz="1200" b="0" i="0">
                <a:latin typeface="+mj-lt"/>
                <a:ea typeface="BIZ UDP明朝 Medium" panose="02020500000000000000" pitchFamily="18" charset="-128"/>
                <a:cs typeface="Roboto" panose="02000000000000000000" pitchFamily="2" charset="0"/>
              </a:rPr>
              <a:t>社</a:t>
            </a:r>
          </a:p>
        </p:txBody>
      </p:sp>
      <p:sp>
        <p:nvSpPr>
          <p:cNvPr id="6" name="Slide Number Placeholder 2">
            <a:extLst>
              <a:ext uri="{FF2B5EF4-FFF2-40B4-BE49-F238E27FC236}">
                <a16:creationId xmlns:a16="http://schemas.microsoft.com/office/drawing/2014/main" id="{DE58B154-041D-CF14-0DB4-1D6FA49C9833}"/>
              </a:ext>
            </a:extLst>
          </p:cNvPr>
          <p:cNvSpPr txBox="1">
            <a:spLocks/>
          </p:cNvSpPr>
          <p:nvPr/>
        </p:nvSpPr>
        <p:spPr>
          <a:xfrm>
            <a:off x="11427675" y="6437376"/>
            <a:ext cx="306387" cy="208758"/>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fld id="{63DCA5C9-2E11-4C67-86EB-AE1DE127DC64}" type="slidenum">
              <a:rPr lang="en-US" sz="900" smtClean="0">
                <a:solidFill>
                  <a:srgbClr val="000000"/>
                </a:solidFill>
                <a:latin typeface="Times New Roman" panose="02020603050405020304"/>
                <a:ea typeface="BIZ UDP明朝 Medium" panose="02020500000000000000" pitchFamily="18" charset="-128"/>
              </a:rPr>
              <a:pPr algn="r">
                <a:defRPr/>
              </a:pPr>
              <a:t>8</a:t>
            </a:fld>
            <a:endParaRPr lang="en-US" sz="900">
              <a:solidFill>
                <a:srgbClr val="000000"/>
              </a:solidFill>
              <a:latin typeface="Times New Roman" panose="02020603050405020304"/>
              <a:ea typeface="BIZ UDP明朝 Medium" panose="02020500000000000000" pitchFamily="18" charset="-128"/>
            </a:endParaRPr>
          </a:p>
        </p:txBody>
      </p:sp>
    </p:spTree>
    <p:extLst>
      <p:ext uri="{BB962C8B-B14F-4D97-AF65-F5344CB8AC3E}">
        <p14:creationId xmlns:p14="http://schemas.microsoft.com/office/powerpoint/2010/main" val="3587605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4A908-7AD3-2FEC-810D-53E47B36ED34}"/>
            </a:ext>
          </a:extLst>
        </p:cNvPr>
        <p:cNvGrpSpPr/>
        <p:nvPr/>
      </p:nvGrpSpPr>
      <p:grpSpPr>
        <a:xfrm>
          <a:off x="0" y="0"/>
          <a:ext cx="0" cy="0"/>
          <a:chOff x="0" y="0"/>
          <a:chExt cx="0" cy="0"/>
        </a:xfrm>
      </p:grpSpPr>
      <p:sp>
        <p:nvSpPr>
          <p:cNvPr id="13" name="Text Placeholder 3">
            <a:extLst>
              <a:ext uri="{FF2B5EF4-FFF2-40B4-BE49-F238E27FC236}">
                <a16:creationId xmlns:a16="http://schemas.microsoft.com/office/drawing/2014/main" id="{87F7CA7D-4F45-0CB5-6317-68AEC45DB5B0}"/>
              </a:ext>
            </a:extLst>
          </p:cNvPr>
          <p:cNvSpPr>
            <a:spLocks noGrp="1"/>
          </p:cNvSpPr>
          <p:nvPr>
            <p:ph type="body" sz="quarter" idx="17"/>
          </p:nvPr>
        </p:nvSpPr>
        <p:spPr>
          <a:xfrm>
            <a:off x="457200" y="950976"/>
            <a:ext cx="11247120" cy="365760"/>
          </a:xfrm>
        </p:spPr>
        <p:txBody>
          <a:bodyPr/>
          <a:lstStyle/>
          <a:p>
            <a:r>
              <a:rPr lang="ja-JP" altLang="en-US">
                <a:latin typeface="+mj-lt"/>
                <a:ea typeface="BIZ UDP明朝 Medium" panose="02020500000000000000" pitchFamily="18" charset="-128"/>
              </a:rPr>
              <a:t>特に、個々の取締役のパフォーマンス評価の難しさ（社外取締役への配慮など）が伺える</a:t>
            </a:r>
          </a:p>
        </p:txBody>
      </p:sp>
      <p:sp>
        <p:nvSpPr>
          <p:cNvPr id="3" name="タイトル 2">
            <a:extLst>
              <a:ext uri="{FF2B5EF4-FFF2-40B4-BE49-F238E27FC236}">
                <a16:creationId xmlns:a16="http://schemas.microsoft.com/office/drawing/2014/main" id="{E3D6ACBC-302E-5FA7-A8B8-61CF47B77D5D}"/>
              </a:ext>
            </a:extLst>
          </p:cNvPr>
          <p:cNvSpPr>
            <a:spLocks noGrp="1"/>
          </p:cNvSpPr>
          <p:nvPr>
            <p:ph type="title"/>
          </p:nvPr>
        </p:nvSpPr>
        <p:spPr>
          <a:xfrm>
            <a:off x="457200" y="457199"/>
            <a:ext cx="11247120" cy="457200"/>
          </a:xfrm>
        </p:spPr>
        <p:txBody>
          <a:bodyPr anchor="t">
            <a:normAutofit/>
          </a:bodyPr>
          <a:lstStyle/>
          <a:p>
            <a:r>
              <a:rPr lang="ja-JP" altLang="en-US" sz="2800">
                <a:latin typeface="BIZ UDP明朝 Medium" panose="02020500000000000000" pitchFamily="18" charset="-128"/>
                <a:ea typeface="BIZ UDP明朝 Medium" panose="02020500000000000000" pitchFamily="18" charset="-128"/>
              </a:rPr>
              <a:t>実効性向上のボトルネック　</a:t>
            </a:r>
            <a:r>
              <a:rPr lang="en-US" altLang="ja-JP" sz="2800">
                <a:latin typeface="BIZ UDP明朝 Medium" panose="02020500000000000000" pitchFamily="18" charset="-128"/>
                <a:ea typeface="BIZ UDP明朝 Medium" panose="02020500000000000000" pitchFamily="18" charset="-128"/>
              </a:rPr>
              <a:t>― </a:t>
            </a:r>
            <a:r>
              <a:rPr lang="ja-JP" altLang="en-US" sz="2800">
                <a:latin typeface="BIZ UDP明朝 Medium" panose="02020500000000000000" pitchFamily="18" charset="-128"/>
                <a:ea typeface="BIZ UDP明朝 Medium" panose="02020500000000000000" pitchFamily="18" charset="-128"/>
              </a:rPr>
              <a:t>「取締役個人評価」の壁</a:t>
            </a:r>
            <a:endParaRPr kumimoji="1" lang="ja-JP" altLang="en-US" sz="2800">
              <a:latin typeface="BIZ UDP明朝 Medium" panose="02020500000000000000" pitchFamily="18" charset="-128"/>
              <a:ea typeface="BIZ UDP明朝 Medium" panose="02020500000000000000" pitchFamily="18" charset="-128"/>
            </a:endParaRPr>
          </a:p>
        </p:txBody>
      </p:sp>
      <p:sp>
        <p:nvSpPr>
          <p:cNvPr id="5" name="フッター プレースホルダー 4">
            <a:extLst>
              <a:ext uri="{FF2B5EF4-FFF2-40B4-BE49-F238E27FC236}">
                <a16:creationId xmlns:a16="http://schemas.microsoft.com/office/drawing/2014/main" id="{EF777DC3-6EF1-F785-B846-8F711FB470E6}"/>
              </a:ext>
            </a:extLst>
          </p:cNvPr>
          <p:cNvSpPr>
            <a:spLocks noGrp="1"/>
          </p:cNvSpPr>
          <p:nvPr>
            <p:ph type="ftr" sz="quarter" idx="10"/>
          </p:nvPr>
        </p:nvSpPr>
        <p:spPr>
          <a:xfrm>
            <a:off x="457199" y="6519672"/>
            <a:ext cx="3200400" cy="91440"/>
          </a:xfrm>
        </p:spPr>
        <p:txBody>
          <a:bodyPr anchor="t">
            <a:normAutofit/>
          </a:bodyPr>
          <a:lstStyle/>
          <a:p>
            <a:pPr lvl="6">
              <a:spcAft>
                <a:spcPts val="600"/>
              </a:spcAft>
            </a:pPr>
            <a:r>
              <a:rPr lang="en-US"/>
              <a:t>© 2025 WTW. Proprietary and confidential. For WTW and WTW client use only.</a:t>
            </a:r>
          </a:p>
        </p:txBody>
      </p:sp>
      <p:sp>
        <p:nvSpPr>
          <p:cNvPr id="15" name="Text Placeholder 3">
            <a:extLst>
              <a:ext uri="{FF2B5EF4-FFF2-40B4-BE49-F238E27FC236}">
                <a16:creationId xmlns:a16="http://schemas.microsoft.com/office/drawing/2014/main" id="{D03B4A6A-AC1E-4BF1-2C66-83659B6DDB2D}"/>
              </a:ext>
            </a:extLst>
          </p:cNvPr>
          <p:cNvSpPr txBox="1">
            <a:spLocks/>
          </p:cNvSpPr>
          <p:nvPr/>
        </p:nvSpPr>
        <p:spPr>
          <a:xfrm>
            <a:off x="4963680" y="5721009"/>
            <a:ext cx="6965038" cy="20971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kumimoji="1" sz="2000" b="0" i="0" kern="1200">
                <a:solidFill>
                  <a:schemeClr val="tx1"/>
                </a:solidFill>
                <a:latin typeface="+mn-lt"/>
                <a:ea typeface="Roboto" panose="02000000000000000000" pitchFamily="2" charset="0"/>
                <a:cs typeface="Times New Roman" panose="02020603050405020304" pitchFamily="18" charset="0"/>
              </a:defRPr>
            </a:lvl1pPr>
            <a:lvl2pPr marL="0" indent="0" algn="l" defTabSz="914400" rtl="0" eaLnBrk="1" latinLnBrk="0" hangingPunct="1">
              <a:lnSpc>
                <a:spcPct val="100000"/>
              </a:lnSpc>
              <a:spcBef>
                <a:spcPts val="0"/>
              </a:spcBef>
              <a:spcAft>
                <a:spcPts val="300"/>
              </a:spcAft>
              <a:buClr>
                <a:schemeClr val="accent1"/>
              </a:buClr>
              <a:buFontTx/>
              <a:buNone/>
              <a:tabLst>
                <a:tab pos="280988" algn="l"/>
              </a:tabLst>
              <a:defRPr kumimoji="1" sz="2000" b="0" i="0" kern="1200">
                <a:solidFill>
                  <a:schemeClr val="tx1"/>
                </a:solidFill>
                <a:latin typeface="+mn-lt"/>
                <a:ea typeface="Roboto" panose="02000000000000000000" pitchFamily="2" charset="0"/>
                <a:cs typeface="Arial" panose="020B0604020202020204" pitchFamily="34" charset="0"/>
              </a:defRPr>
            </a:lvl2pPr>
            <a:lvl3pPr marL="0" indent="0" algn="l" defTabSz="292608" rtl="0" eaLnBrk="1" latinLnBrk="0" hangingPunct="1">
              <a:lnSpc>
                <a:spcPct val="100000"/>
              </a:lnSpc>
              <a:spcBef>
                <a:spcPts val="0"/>
              </a:spcBef>
              <a:spcAft>
                <a:spcPts val="300"/>
              </a:spcAft>
              <a:buClr>
                <a:schemeClr val="tx2"/>
              </a:buClr>
              <a:buFontTx/>
              <a:buNone/>
              <a:tabLst>
                <a:tab pos="276225" algn="l"/>
                <a:tab pos="584200" algn="l"/>
              </a:tabLst>
              <a:defRPr kumimoji="1" sz="2000" b="0" i="0" kern="1200">
                <a:solidFill>
                  <a:schemeClr val="tx1"/>
                </a:solidFill>
                <a:latin typeface="+mn-lt"/>
                <a:ea typeface="Roboto" panose="02000000000000000000" pitchFamily="2" charset="0"/>
                <a:cs typeface="Times New Roman" panose="02020603050405020304" pitchFamily="18" charset="0"/>
              </a:defRPr>
            </a:lvl3pPr>
            <a:lvl4pPr marL="0" marR="0" indent="0" algn="l" defTabSz="292608" rtl="0" eaLnBrk="1" fontAlgn="auto" latinLnBrk="0" hangingPunct="1">
              <a:lnSpc>
                <a:spcPct val="100000"/>
              </a:lnSpc>
              <a:spcBef>
                <a:spcPts val="0"/>
              </a:spcBef>
              <a:spcAft>
                <a:spcPts val="300"/>
              </a:spcAft>
              <a:buClr>
                <a:schemeClr val="tx2"/>
              </a:buClr>
              <a:buSzPct val="100000"/>
              <a:buFontTx/>
              <a:buNone/>
              <a:tabLst/>
              <a:defRPr kumimoji="1" sz="2000" b="0" i="0" kern="1200">
                <a:solidFill>
                  <a:schemeClr val="tx1"/>
                </a:solidFill>
                <a:latin typeface="+mn-lt"/>
                <a:ea typeface="Roboto" panose="02000000000000000000" pitchFamily="2" charset="0"/>
                <a:cs typeface="Times New Roman" panose="02020603050405020304" pitchFamily="18" charset="0"/>
              </a:defRPr>
            </a:lvl4pPr>
            <a:lvl5pPr marL="0" indent="0" algn="l" defTabSz="292608" rtl="0" eaLnBrk="1" latinLnBrk="0" hangingPunct="1">
              <a:lnSpc>
                <a:spcPct val="100000"/>
              </a:lnSpc>
              <a:spcBef>
                <a:spcPts val="0"/>
              </a:spcBef>
              <a:spcAft>
                <a:spcPts val="300"/>
              </a:spcAft>
              <a:buClr>
                <a:schemeClr val="tx2"/>
              </a:buClr>
              <a:buSzPct val="100000"/>
              <a:buFontTx/>
              <a:buNone/>
              <a:tabLst>
                <a:tab pos="292608" algn="l"/>
                <a:tab pos="585216" algn="l"/>
              </a:tabLst>
              <a:defRPr kumimoji="1" sz="2000" b="0" i="0" kern="1200">
                <a:solidFill>
                  <a:schemeClr val="tx1"/>
                </a:solidFill>
                <a:latin typeface="+mn-lt"/>
                <a:ea typeface="Roboto" panose="02000000000000000000" pitchFamily="2" charset="0"/>
                <a:cs typeface="Times New Roman" panose="02020603050405020304" pitchFamily="18" charset="0"/>
              </a:defRPr>
            </a:lvl5pPr>
            <a:lvl6pPr marL="0" indent="0" algn="l" defTabSz="914400" rtl="0" eaLnBrk="1" latinLnBrk="0" hangingPunct="1">
              <a:lnSpc>
                <a:spcPct val="100000"/>
              </a:lnSpc>
              <a:spcBef>
                <a:spcPts val="0"/>
              </a:spcBef>
              <a:spcAft>
                <a:spcPts val="300"/>
              </a:spcAft>
              <a:buClr>
                <a:schemeClr val="tx2"/>
              </a:buClr>
              <a:buSzPct val="100000"/>
              <a:buFontTx/>
              <a:buNone/>
              <a:tabLst/>
              <a:defRPr kumimoji="1" sz="2000" b="0" i="0" kern="1200">
                <a:solidFill>
                  <a:schemeClr val="tx1"/>
                </a:solidFill>
                <a:latin typeface="+mn-lt"/>
                <a:ea typeface="Roboto" panose="02000000000000000000" pitchFamily="2" charset="0"/>
                <a:cs typeface="Times New Roman" panose="02020603050405020304" pitchFamily="18" charset="0"/>
              </a:defRPr>
            </a:lvl6pPr>
            <a:lvl7pPr marL="0" indent="0" algn="l" defTabSz="914400" rtl="0" eaLnBrk="1" latinLnBrk="0" hangingPunct="1">
              <a:lnSpc>
                <a:spcPct val="100000"/>
              </a:lnSpc>
              <a:spcBef>
                <a:spcPts val="0"/>
              </a:spcBef>
              <a:spcAft>
                <a:spcPts val="300"/>
              </a:spcAft>
              <a:buClr>
                <a:schemeClr val="tx2"/>
              </a:buClr>
              <a:buSzPct val="100000"/>
              <a:buFontTx/>
              <a:buNone/>
              <a:tabLst/>
              <a:defRPr kumimoji="1" sz="2000" b="0" i="0" kern="1200">
                <a:solidFill>
                  <a:schemeClr val="tx1"/>
                </a:solidFill>
                <a:latin typeface="+mn-lt"/>
                <a:ea typeface="Roboto" panose="02000000000000000000" pitchFamily="2" charset="0"/>
                <a:cs typeface="Times New Roman" panose="02020603050405020304" pitchFamily="18" charset="0"/>
              </a:defRPr>
            </a:lvl7pPr>
            <a:lvl8pPr marL="0" indent="0" algn="l" defTabSz="914400" rtl="0" eaLnBrk="1" latinLnBrk="0" hangingPunct="1">
              <a:lnSpc>
                <a:spcPct val="100000"/>
              </a:lnSpc>
              <a:spcBef>
                <a:spcPts val="0"/>
              </a:spcBef>
              <a:spcAft>
                <a:spcPts val="300"/>
              </a:spcAft>
              <a:buClr>
                <a:schemeClr val="tx2"/>
              </a:buClr>
              <a:buSzPct val="100000"/>
              <a:buFontTx/>
              <a:buNone/>
              <a:tabLst/>
              <a:defRPr kumimoji="1" sz="2000" b="0" i="0" kern="1200">
                <a:solidFill>
                  <a:schemeClr val="tx1"/>
                </a:solidFill>
                <a:latin typeface="+mn-lt"/>
                <a:ea typeface="Roboto" panose="02000000000000000000" pitchFamily="2" charset="0"/>
                <a:cs typeface="Times New Roman" panose="02020603050405020304" pitchFamily="18" charset="0"/>
              </a:defRPr>
            </a:lvl8pPr>
            <a:lvl9pPr marL="0" indent="0" algn="l" defTabSz="914400" rtl="0" eaLnBrk="1" latinLnBrk="0" hangingPunct="1">
              <a:lnSpc>
                <a:spcPct val="100000"/>
              </a:lnSpc>
              <a:spcBef>
                <a:spcPts val="0"/>
              </a:spcBef>
              <a:spcAft>
                <a:spcPts val="300"/>
              </a:spcAft>
              <a:buClr>
                <a:schemeClr val="tx2"/>
              </a:buClr>
              <a:buSzPct val="100000"/>
              <a:buFontTx/>
              <a:buNone/>
              <a:tabLst/>
              <a:defRPr kumimoji="1" sz="2000" b="0" i="0" kern="1200">
                <a:solidFill>
                  <a:schemeClr val="tx1"/>
                </a:solidFill>
                <a:latin typeface="+mn-lt"/>
                <a:ea typeface="Roboto" panose="02000000000000000000" pitchFamily="2" charset="0"/>
                <a:cs typeface="Times New Roman" panose="02020603050405020304" pitchFamily="18" charset="0"/>
              </a:defRPr>
            </a:lvl9pPr>
          </a:lstStyle>
          <a:p>
            <a:pPr algn="r"/>
            <a:r>
              <a:rPr lang="ja-JP" altLang="en-US" sz="1200">
                <a:latin typeface="+mj-lt"/>
                <a:ea typeface="BIZ UDP明朝 Medium" panose="02020500000000000000" pitchFamily="18" charset="-128"/>
              </a:rPr>
              <a:t>（出所） </a:t>
            </a:r>
            <a:r>
              <a:rPr lang="en-US" altLang="ja-JP" sz="1200">
                <a:latin typeface="+mj-lt"/>
                <a:ea typeface="BIZ UDP明朝 Medium" panose="02020500000000000000" pitchFamily="18" charset="-128"/>
              </a:rPr>
              <a:t>WTW</a:t>
            </a:r>
            <a:r>
              <a:rPr lang="ja-JP" altLang="en-US" sz="1200">
                <a:latin typeface="+mj-lt"/>
                <a:ea typeface="BIZ UDP明朝 Medium" panose="02020500000000000000" pitchFamily="18" charset="-128"/>
              </a:rPr>
              <a:t>「</a:t>
            </a:r>
            <a:r>
              <a:rPr lang="en-US" altLang="ja-JP" sz="1200">
                <a:latin typeface="+mj-lt"/>
                <a:ea typeface="BIZ UDP明朝 Medium" panose="02020500000000000000" pitchFamily="18" charset="-128"/>
              </a:rPr>
              <a:t>2025</a:t>
            </a:r>
            <a:r>
              <a:rPr lang="ja-JP" altLang="en-US" sz="1200">
                <a:latin typeface="+mj-lt"/>
                <a:ea typeface="BIZ UDP明朝 Medium" panose="02020500000000000000" pitchFamily="18" charset="-128"/>
              </a:rPr>
              <a:t>年経営者報酬データベース 結果集計レポート」に基づき作成</a:t>
            </a:r>
            <a:endParaRPr lang="en-US" sz="1200">
              <a:latin typeface="+mj-lt"/>
              <a:ea typeface="BIZ UDP明朝 Medium" panose="02020500000000000000" pitchFamily="18" charset="-128"/>
            </a:endParaRPr>
          </a:p>
        </p:txBody>
      </p:sp>
      <p:graphicFrame>
        <p:nvGraphicFramePr>
          <p:cNvPr id="2" name="グラフ 1">
            <a:extLst>
              <a:ext uri="{FF2B5EF4-FFF2-40B4-BE49-F238E27FC236}">
                <a16:creationId xmlns:a16="http://schemas.microsoft.com/office/drawing/2014/main" id="{E799FF05-C6D1-7F3A-5CB9-074C6593279A}"/>
              </a:ext>
            </a:extLst>
          </p:cNvPr>
          <p:cNvGraphicFramePr>
            <a:graphicFrameLocks/>
          </p:cNvGraphicFramePr>
          <p:nvPr/>
        </p:nvGraphicFramePr>
        <p:xfrm>
          <a:off x="457199" y="1467462"/>
          <a:ext cx="5428446" cy="4096810"/>
        </p:xfrm>
        <a:graphic>
          <a:graphicData uri="http://schemas.openxmlformats.org/drawingml/2006/chart">
            <c:chart xmlns:c="http://schemas.openxmlformats.org/drawingml/2006/chart" xmlns:r="http://schemas.openxmlformats.org/officeDocument/2006/relationships" r:id="rId3"/>
          </a:graphicData>
        </a:graphic>
      </p:graphicFrame>
      <p:sp>
        <p:nvSpPr>
          <p:cNvPr id="7" name="楕円 6">
            <a:extLst>
              <a:ext uri="{FF2B5EF4-FFF2-40B4-BE49-F238E27FC236}">
                <a16:creationId xmlns:a16="http://schemas.microsoft.com/office/drawing/2014/main" id="{8C67E961-41DA-369F-0D77-3750B15C2000}"/>
              </a:ext>
            </a:extLst>
          </p:cNvPr>
          <p:cNvSpPr/>
          <p:nvPr/>
        </p:nvSpPr>
        <p:spPr bwMode="auto">
          <a:xfrm>
            <a:off x="4870981" y="3805098"/>
            <a:ext cx="641990" cy="615862"/>
          </a:xfrm>
          <a:prstGeom prst="ellipse">
            <a:avLst/>
          </a:prstGeom>
          <a:noFill/>
          <a:ln w="22225">
            <a:solidFill>
              <a:schemeClr val="accent2"/>
            </a:solidFill>
            <a:prstDash val="sysDash"/>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kumimoji="1" lang="ja-JP" altLang="en-US" sz="1600" b="0" i="0">
              <a:solidFill>
                <a:schemeClr val="bg1"/>
              </a:solidFill>
              <a:latin typeface="+mn-lt"/>
              <a:ea typeface="Roboto" panose="02000000000000000000" pitchFamily="2" charset="0"/>
              <a:cs typeface="Roboto" panose="02000000000000000000" pitchFamily="2" charset="0"/>
            </a:endParaRPr>
          </a:p>
        </p:txBody>
      </p:sp>
      <p:graphicFrame>
        <p:nvGraphicFramePr>
          <p:cNvPr id="4" name="グラフ 3">
            <a:extLst>
              <a:ext uri="{FF2B5EF4-FFF2-40B4-BE49-F238E27FC236}">
                <a16:creationId xmlns:a16="http://schemas.microsoft.com/office/drawing/2014/main" id="{E9A23AF6-B13F-AF98-B05E-29822C9857D2}"/>
              </a:ext>
            </a:extLst>
          </p:cNvPr>
          <p:cNvGraphicFramePr>
            <a:graphicFrameLocks/>
          </p:cNvGraphicFramePr>
          <p:nvPr/>
        </p:nvGraphicFramePr>
        <p:xfrm>
          <a:off x="5977288" y="1545830"/>
          <a:ext cx="6121669" cy="4096810"/>
        </p:xfrm>
        <a:graphic>
          <a:graphicData uri="http://schemas.openxmlformats.org/drawingml/2006/chart">
            <c:chart xmlns:c="http://schemas.openxmlformats.org/drawingml/2006/chart" xmlns:r="http://schemas.openxmlformats.org/officeDocument/2006/relationships" r:id="rId4"/>
          </a:graphicData>
        </a:graphic>
      </p:graphicFrame>
      <p:sp>
        <p:nvSpPr>
          <p:cNvPr id="6" name="正方形/長方形 5">
            <a:extLst>
              <a:ext uri="{FF2B5EF4-FFF2-40B4-BE49-F238E27FC236}">
                <a16:creationId xmlns:a16="http://schemas.microsoft.com/office/drawing/2014/main" id="{E56F66AD-9F6F-9BF4-2187-43E4928F7EFE}"/>
              </a:ext>
            </a:extLst>
          </p:cNvPr>
          <p:cNvSpPr/>
          <p:nvPr/>
        </p:nvSpPr>
        <p:spPr bwMode="auto">
          <a:xfrm>
            <a:off x="457199" y="5675118"/>
            <a:ext cx="5428446" cy="234358"/>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r>
              <a:rPr kumimoji="1" lang="ja-JP" altLang="en-US" sz="1200" b="0" i="0">
                <a:latin typeface="+mj-lt"/>
                <a:ea typeface="BIZ UDP明朝 Medium" panose="02020500000000000000" pitchFamily="18" charset="-128"/>
                <a:cs typeface="Roboto" panose="02000000000000000000" pitchFamily="2" charset="0"/>
              </a:rPr>
              <a:t>単位：社数、調査対象企業：「検討されたが実施できていない」と回答した</a:t>
            </a:r>
            <a:r>
              <a:rPr kumimoji="1" lang="en-US" altLang="ja-JP" sz="1200" b="0" i="0">
                <a:latin typeface="+mj-lt"/>
                <a:ea typeface="BIZ UDP明朝 Medium" panose="02020500000000000000" pitchFamily="18" charset="-128"/>
                <a:cs typeface="Roboto" panose="02000000000000000000" pitchFamily="2" charset="0"/>
              </a:rPr>
              <a:t>25</a:t>
            </a:r>
            <a:r>
              <a:rPr kumimoji="1" lang="ja-JP" altLang="en-US" sz="1200" b="0" i="0">
                <a:latin typeface="+mj-lt"/>
                <a:ea typeface="BIZ UDP明朝 Medium" panose="02020500000000000000" pitchFamily="18" charset="-128"/>
                <a:cs typeface="Roboto" panose="02000000000000000000" pitchFamily="2" charset="0"/>
              </a:rPr>
              <a:t>社</a:t>
            </a:r>
          </a:p>
        </p:txBody>
      </p:sp>
      <p:sp>
        <p:nvSpPr>
          <p:cNvPr id="10" name="Slide Number Placeholder 2">
            <a:extLst>
              <a:ext uri="{FF2B5EF4-FFF2-40B4-BE49-F238E27FC236}">
                <a16:creationId xmlns:a16="http://schemas.microsoft.com/office/drawing/2014/main" id="{D97426B7-34AD-3741-15DB-D536E19B1CB2}"/>
              </a:ext>
            </a:extLst>
          </p:cNvPr>
          <p:cNvSpPr txBox="1">
            <a:spLocks/>
          </p:cNvSpPr>
          <p:nvPr/>
        </p:nvSpPr>
        <p:spPr>
          <a:xfrm>
            <a:off x="11427675" y="6437376"/>
            <a:ext cx="306387" cy="208758"/>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fld id="{63DCA5C9-2E11-4C67-86EB-AE1DE127DC64}" type="slidenum">
              <a:rPr lang="en-US" sz="900" smtClean="0">
                <a:solidFill>
                  <a:srgbClr val="000000"/>
                </a:solidFill>
                <a:latin typeface="Times New Roman" panose="02020603050405020304"/>
                <a:ea typeface="BIZ UDP明朝 Medium" panose="02020500000000000000" pitchFamily="18" charset="-128"/>
              </a:rPr>
              <a:pPr algn="r">
                <a:defRPr/>
              </a:pPr>
              <a:t>9</a:t>
            </a:fld>
            <a:endParaRPr lang="en-US" sz="900">
              <a:solidFill>
                <a:srgbClr val="000000"/>
              </a:solidFill>
              <a:latin typeface="Times New Roman" panose="02020603050405020304"/>
              <a:ea typeface="BIZ UDP明朝 Medium" panose="02020500000000000000" pitchFamily="18" charset="-128"/>
            </a:endParaRPr>
          </a:p>
        </p:txBody>
      </p:sp>
    </p:spTree>
    <p:extLst>
      <p:ext uri="{BB962C8B-B14F-4D97-AF65-F5344CB8AC3E}">
        <p14:creationId xmlns:p14="http://schemas.microsoft.com/office/powerpoint/2010/main" val="649445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D4A9B-2D8D-BAC7-70A3-4680F1D50FF3}"/>
            </a:ext>
          </a:extLst>
        </p:cNvPr>
        <p:cNvGrpSpPr/>
        <p:nvPr/>
      </p:nvGrpSpPr>
      <p:grpSpPr>
        <a:xfrm>
          <a:off x="0" y="0"/>
          <a:ext cx="0" cy="0"/>
          <a:chOff x="0" y="0"/>
          <a:chExt cx="0" cy="0"/>
        </a:xfrm>
      </p:grpSpPr>
      <p:sp>
        <p:nvSpPr>
          <p:cNvPr id="13" name="Text Placeholder 3">
            <a:extLst>
              <a:ext uri="{FF2B5EF4-FFF2-40B4-BE49-F238E27FC236}">
                <a16:creationId xmlns:a16="http://schemas.microsoft.com/office/drawing/2014/main" id="{DCC6651A-8FA1-241E-025D-9B159857554F}"/>
              </a:ext>
            </a:extLst>
          </p:cNvPr>
          <p:cNvSpPr>
            <a:spLocks noGrp="1"/>
          </p:cNvSpPr>
          <p:nvPr>
            <p:ph type="body" sz="quarter" idx="17"/>
          </p:nvPr>
        </p:nvSpPr>
        <p:spPr>
          <a:xfrm>
            <a:off x="457200" y="950976"/>
            <a:ext cx="11247120" cy="365760"/>
          </a:xfrm>
        </p:spPr>
        <p:txBody>
          <a:bodyPr/>
          <a:lstStyle/>
          <a:p>
            <a:r>
              <a:rPr lang="ja-JP" altLang="en-US">
                <a:latin typeface="+mj-lt"/>
                <a:ea typeface="BIZ UDP明朝 Medium" panose="02020500000000000000" pitchFamily="18" charset="-128"/>
              </a:rPr>
              <a:t>モニタリングモデルでは、取締役会（委員会を含む）とその構成員が、役割・機能を果たしているかを評価</a:t>
            </a:r>
            <a:endParaRPr lang="en-US" altLang="ja-JP">
              <a:latin typeface="+mj-lt"/>
              <a:ea typeface="BIZ UDP明朝 Medium" panose="02020500000000000000" pitchFamily="18" charset="-128"/>
            </a:endParaRPr>
          </a:p>
          <a:p>
            <a:r>
              <a:rPr lang="ja-JP" altLang="en-US">
                <a:latin typeface="+mj-lt"/>
                <a:ea typeface="BIZ UDP明朝 Medium" panose="02020500000000000000" pitchFamily="18" charset="-128"/>
              </a:rPr>
              <a:t>取締役個人の評価は、監督機能の持続性を担保するためには不可欠な要素</a:t>
            </a:r>
          </a:p>
        </p:txBody>
      </p:sp>
      <p:sp>
        <p:nvSpPr>
          <p:cNvPr id="3" name="タイトル 2">
            <a:extLst>
              <a:ext uri="{FF2B5EF4-FFF2-40B4-BE49-F238E27FC236}">
                <a16:creationId xmlns:a16="http://schemas.microsoft.com/office/drawing/2014/main" id="{E21A088A-E9A4-110E-6230-9A33D98759BC}"/>
              </a:ext>
            </a:extLst>
          </p:cNvPr>
          <p:cNvSpPr>
            <a:spLocks noGrp="1"/>
          </p:cNvSpPr>
          <p:nvPr>
            <p:ph type="title"/>
          </p:nvPr>
        </p:nvSpPr>
        <p:spPr>
          <a:xfrm>
            <a:off x="457200" y="457199"/>
            <a:ext cx="11247120" cy="457200"/>
          </a:xfrm>
        </p:spPr>
        <p:txBody>
          <a:bodyPr anchor="t">
            <a:normAutofit/>
          </a:bodyPr>
          <a:lstStyle/>
          <a:p>
            <a:r>
              <a:rPr lang="ja-JP" altLang="en-US" sz="2800">
                <a:latin typeface="BIZ UDP明朝 Medium" panose="02020500000000000000" pitchFamily="18" charset="-128"/>
                <a:ea typeface="BIZ UDP明朝 Medium" panose="02020500000000000000" pitchFamily="18" charset="-128"/>
              </a:rPr>
              <a:t>取締役会のあり方　</a:t>
            </a:r>
            <a:r>
              <a:rPr lang="en-US" altLang="ja-JP" sz="2800">
                <a:latin typeface="BIZ UDP明朝 Medium" panose="02020500000000000000" pitchFamily="18" charset="-128"/>
                <a:ea typeface="BIZ UDP明朝 Medium" panose="02020500000000000000" pitchFamily="18" charset="-128"/>
              </a:rPr>
              <a:t>―</a:t>
            </a:r>
            <a:r>
              <a:rPr lang="ja-JP" altLang="en-US"/>
              <a:t> 監督機能の持続性の担保</a:t>
            </a:r>
            <a:endParaRPr kumimoji="1" lang="ja-JP" altLang="en-US" sz="2800">
              <a:latin typeface="BIZ UDP明朝 Medium" panose="02020500000000000000" pitchFamily="18" charset="-128"/>
              <a:ea typeface="BIZ UDP明朝 Medium" panose="02020500000000000000" pitchFamily="18" charset="-128"/>
            </a:endParaRPr>
          </a:p>
        </p:txBody>
      </p:sp>
      <p:sp>
        <p:nvSpPr>
          <p:cNvPr id="5" name="フッター プレースホルダー 4">
            <a:extLst>
              <a:ext uri="{FF2B5EF4-FFF2-40B4-BE49-F238E27FC236}">
                <a16:creationId xmlns:a16="http://schemas.microsoft.com/office/drawing/2014/main" id="{85481BB7-BA78-9267-938E-E6847D153F72}"/>
              </a:ext>
            </a:extLst>
          </p:cNvPr>
          <p:cNvSpPr>
            <a:spLocks noGrp="1"/>
          </p:cNvSpPr>
          <p:nvPr>
            <p:ph type="ftr" sz="quarter" idx="10"/>
          </p:nvPr>
        </p:nvSpPr>
        <p:spPr>
          <a:xfrm>
            <a:off x="457199" y="6519672"/>
            <a:ext cx="3200400" cy="91440"/>
          </a:xfrm>
        </p:spPr>
        <p:txBody>
          <a:bodyPr anchor="t">
            <a:normAutofit/>
          </a:bodyPr>
          <a:lstStyle/>
          <a:p>
            <a:pPr lvl="6">
              <a:spcAft>
                <a:spcPts val="600"/>
              </a:spcAft>
            </a:pPr>
            <a:r>
              <a:rPr lang="en-US"/>
              <a:t>© 2025 WTW. Proprietary and confidential. For WTW and WTW client use only.</a:t>
            </a:r>
          </a:p>
        </p:txBody>
      </p:sp>
      <p:sp>
        <p:nvSpPr>
          <p:cNvPr id="2" name="Slide Number Placeholder 2">
            <a:extLst>
              <a:ext uri="{FF2B5EF4-FFF2-40B4-BE49-F238E27FC236}">
                <a16:creationId xmlns:a16="http://schemas.microsoft.com/office/drawing/2014/main" id="{5EDFC41F-84B1-97FC-EFF6-5DD1E90E23C7}"/>
              </a:ext>
            </a:extLst>
          </p:cNvPr>
          <p:cNvSpPr txBox="1">
            <a:spLocks/>
          </p:cNvSpPr>
          <p:nvPr/>
        </p:nvSpPr>
        <p:spPr>
          <a:xfrm>
            <a:off x="11427675" y="6437376"/>
            <a:ext cx="306387" cy="208758"/>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fld id="{63DCA5C9-2E11-4C67-86EB-AE1DE127DC64}" type="slidenum">
              <a:rPr lang="en-US" sz="900" smtClean="0">
                <a:solidFill>
                  <a:srgbClr val="000000"/>
                </a:solidFill>
                <a:latin typeface="Times New Roman" panose="02020603050405020304"/>
                <a:ea typeface="BIZ UDP明朝 Medium" panose="02020500000000000000" pitchFamily="18" charset="-128"/>
              </a:rPr>
              <a:pPr algn="r">
                <a:defRPr/>
              </a:pPr>
              <a:t>10</a:t>
            </a:fld>
            <a:endParaRPr lang="en-US" sz="900">
              <a:solidFill>
                <a:srgbClr val="000000"/>
              </a:solidFill>
              <a:latin typeface="Times New Roman" panose="02020603050405020304"/>
              <a:ea typeface="BIZ UDP明朝 Medium" panose="02020500000000000000" pitchFamily="18" charset="-128"/>
            </a:endParaRPr>
          </a:p>
        </p:txBody>
      </p:sp>
      <p:graphicFrame>
        <p:nvGraphicFramePr>
          <p:cNvPr id="4" name="表 3">
            <a:extLst>
              <a:ext uri="{FF2B5EF4-FFF2-40B4-BE49-F238E27FC236}">
                <a16:creationId xmlns:a16="http://schemas.microsoft.com/office/drawing/2014/main" id="{5FA5FB09-7641-E06E-6AD1-C3F45549132F}"/>
              </a:ext>
            </a:extLst>
          </p:cNvPr>
          <p:cNvGraphicFramePr>
            <a:graphicFrameLocks noGrp="1"/>
          </p:cNvGraphicFramePr>
          <p:nvPr>
            <p:extLst>
              <p:ext uri="{D42A27DB-BD31-4B8C-83A1-F6EECF244321}">
                <p14:modId xmlns:p14="http://schemas.microsoft.com/office/powerpoint/2010/main" val="1063847630"/>
              </p:ext>
            </p:extLst>
          </p:nvPr>
        </p:nvGraphicFramePr>
        <p:xfrm>
          <a:off x="457199" y="1706543"/>
          <a:ext cx="11231880" cy="4258730"/>
        </p:xfrm>
        <a:graphic>
          <a:graphicData uri="http://schemas.openxmlformats.org/drawingml/2006/table">
            <a:tbl>
              <a:tblPr firstRow="1" firstCol="1" bandRow="1">
                <a:tableStyleId>{5C22544A-7EE6-4342-B048-85BDC9FD1C3A}</a:tableStyleId>
              </a:tblPr>
              <a:tblGrid>
                <a:gridCol w="1844041">
                  <a:extLst>
                    <a:ext uri="{9D8B030D-6E8A-4147-A177-3AD203B41FA5}">
                      <a16:colId xmlns:a16="http://schemas.microsoft.com/office/drawing/2014/main" val="1565714448"/>
                    </a:ext>
                  </a:extLst>
                </a:gridCol>
                <a:gridCol w="4676503">
                  <a:extLst>
                    <a:ext uri="{9D8B030D-6E8A-4147-A177-3AD203B41FA5}">
                      <a16:colId xmlns:a16="http://schemas.microsoft.com/office/drawing/2014/main" val="1827442224"/>
                    </a:ext>
                  </a:extLst>
                </a:gridCol>
                <a:gridCol w="4711336">
                  <a:extLst>
                    <a:ext uri="{9D8B030D-6E8A-4147-A177-3AD203B41FA5}">
                      <a16:colId xmlns:a16="http://schemas.microsoft.com/office/drawing/2014/main" val="847478089"/>
                    </a:ext>
                  </a:extLst>
                </a:gridCol>
              </a:tblGrid>
              <a:tr h="3137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ja-JP" sz="1400" kern="100">
                        <a:solidFill>
                          <a:schemeClr val="bg1"/>
                        </a:solidFill>
                        <a:effectLst/>
                        <a:latin typeface="+mj-lt"/>
                        <a:ea typeface="BIZ UDP明朝 Medium" panose="02020500000000000000" pitchFamily="18" charset="-128"/>
                        <a:cs typeface="Times New Roman" panose="02020603050405020304" pitchFamily="18" charset="0"/>
                      </a:endParaRPr>
                    </a:p>
                  </a:txBody>
                  <a:tcPr marL="68580" marR="68580" marT="0" marB="0" anchor="ct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400" kern="100">
                          <a:solidFill>
                            <a:schemeClr val="bg1"/>
                          </a:solidFill>
                          <a:effectLst/>
                          <a:latin typeface="+mj-lt"/>
                          <a:ea typeface="BIZ UDP明朝 Medium" panose="02020500000000000000" pitchFamily="18" charset="-128"/>
                          <a:cs typeface="Times New Roman" panose="02020603050405020304" pitchFamily="18" charset="0"/>
                        </a:rPr>
                        <a:t>モニタリングモデル</a:t>
                      </a:r>
                      <a:endParaRPr lang="ja-JP" altLang="ja-JP" sz="1400" kern="100">
                        <a:solidFill>
                          <a:schemeClr val="bg1"/>
                        </a:solidFill>
                        <a:effectLst/>
                        <a:latin typeface="+mj-lt"/>
                        <a:ea typeface="BIZ UDP明朝 Medium" panose="02020500000000000000" pitchFamily="18" charset="-128"/>
                        <a:cs typeface="Times New Roman" panose="02020603050405020304" pitchFamily="18" charset="0"/>
                      </a:endParaRP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2"/>
                    </a:solidFill>
                  </a:tcPr>
                </a:tc>
                <a:tc>
                  <a:txBody>
                    <a:bodyPr/>
                    <a:lstStyle/>
                    <a:p>
                      <a:pPr algn="ctr">
                        <a:buNone/>
                      </a:pPr>
                      <a:r>
                        <a:rPr lang="ja-JP" altLang="en-US" sz="1400" kern="100">
                          <a:solidFill>
                            <a:schemeClr val="bg1"/>
                          </a:solidFill>
                          <a:effectLst/>
                          <a:latin typeface="+mj-lt"/>
                          <a:ea typeface="BIZ UDP明朝 Medium" panose="02020500000000000000" pitchFamily="18" charset="-128"/>
                          <a:cs typeface="Times New Roman" panose="02020603050405020304" pitchFamily="18" charset="0"/>
                        </a:rPr>
                        <a:t>日本企業の特徴</a:t>
                      </a:r>
                      <a:endParaRPr lang="ja-JP" sz="1400" kern="100">
                        <a:solidFill>
                          <a:schemeClr val="bg1"/>
                        </a:solidFill>
                        <a:effectLst/>
                        <a:latin typeface="+mj-lt"/>
                        <a:ea typeface="BIZ UDP明朝 Medium" panose="02020500000000000000" pitchFamily="18" charset="-128"/>
                        <a:cs typeface="Times New Roman" panose="02020603050405020304" pitchFamily="18" charset="0"/>
                      </a:endParaRP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2608274833"/>
                  </a:ext>
                </a:extLst>
              </a:tr>
              <a:tr h="352698">
                <a:tc>
                  <a:txBody>
                    <a:bodyPr/>
                    <a:lstStyle/>
                    <a:p>
                      <a:pPr algn="l">
                        <a:buNone/>
                      </a:pPr>
                      <a:r>
                        <a:rPr lang="ja-JP" altLang="en-US" sz="1400" b="0" kern="100">
                          <a:solidFill>
                            <a:schemeClr val="tx1"/>
                          </a:solidFill>
                          <a:effectLst/>
                          <a:latin typeface="+mj-lt"/>
                          <a:ea typeface="BIZ UDP明朝 Medium" panose="02020500000000000000" pitchFamily="18" charset="-128"/>
                          <a:cs typeface="Times New Roman" panose="02020603050405020304" pitchFamily="18" charset="0"/>
                        </a:rPr>
                        <a:t>前提条件</a:t>
                      </a:r>
                      <a:endParaRPr lang="en-US" altLang="ja-JP" sz="1400" b="0" kern="100">
                        <a:solidFill>
                          <a:schemeClr val="tx1"/>
                        </a:solidFill>
                        <a:effectLst/>
                        <a:latin typeface="+mj-lt"/>
                        <a:ea typeface="BIZ UDP明朝 Medium" panose="02020500000000000000" pitchFamily="18" charset="-128"/>
                        <a:cs typeface="Times New Roman" panose="02020603050405020304" pitchFamily="18" charset="0"/>
                      </a:endParaRP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7800" indent="-177800" algn="l" defTabSz="914400" rtl="0" eaLnBrk="1" latinLnBrk="0" hangingPunct="1">
                        <a:spcAft>
                          <a:spcPts val="300"/>
                        </a:spcAft>
                        <a:buFont typeface="Arial" panose="020B0604020202020204" pitchFamily="34" charset="0"/>
                        <a:buChar char="•"/>
                      </a:pPr>
                      <a:r>
                        <a:rPr kumimoji="1" lang="ja-JP" altLang="en-US" sz="1400" b="0" kern="100">
                          <a:solidFill>
                            <a:schemeClr val="tx1"/>
                          </a:solidFill>
                          <a:effectLst/>
                          <a:latin typeface="+mj-lt"/>
                          <a:ea typeface="BIZ UDP明朝 Medium" panose="02020500000000000000" pitchFamily="18" charset="-128"/>
                          <a:cs typeface="Times New Roman" panose="02020603050405020304" pitchFamily="18" charset="0"/>
                        </a:rPr>
                        <a:t>執行と監督の分離が定着</a:t>
                      </a: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7800" indent="-177800" algn="l" defTabSz="914400" rtl="0" eaLnBrk="1" latinLnBrk="0" hangingPunct="1">
                        <a:spcAft>
                          <a:spcPts val="300"/>
                        </a:spcAft>
                        <a:buFont typeface="Arial" panose="020B0604020202020204" pitchFamily="34" charset="0"/>
                        <a:buChar char="•"/>
                      </a:pPr>
                      <a:r>
                        <a:rPr kumimoji="1" lang="ja-JP" altLang="en-US" sz="1400" b="0" kern="100">
                          <a:solidFill>
                            <a:schemeClr val="tx1"/>
                          </a:solidFill>
                          <a:effectLst/>
                          <a:latin typeface="+mj-lt"/>
                          <a:ea typeface="BIZ UDP明朝 Medium" panose="02020500000000000000" pitchFamily="18" charset="-128"/>
                          <a:cs typeface="Times New Roman" panose="02020603050405020304" pitchFamily="18" charset="0"/>
                        </a:rPr>
                        <a:t>執行と監督を分離し監督機能を強化する動きが加速</a:t>
                      </a:r>
                      <a:endParaRPr kumimoji="1" lang="ja-JP" altLang="ja-JP" sz="1400" b="0" kern="100">
                        <a:solidFill>
                          <a:schemeClr val="tx1"/>
                        </a:solidFill>
                        <a:effectLst/>
                        <a:latin typeface="+mj-lt"/>
                        <a:ea typeface="BIZ UDP明朝 Medium" panose="02020500000000000000" pitchFamily="18" charset="-128"/>
                        <a:cs typeface="Times New Roman" panose="02020603050405020304" pitchFamily="18" charset="0"/>
                      </a:endParaRP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41813133"/>
                  </a:ext>
                </a:extLst>
              </a:tr>
              <a:tr h="644725">
                <a:tc>
                  <a:txBody>
                    <a:bodyPr/>
                    <a:lstStyle/>
                    <a:p>
                      <a:pPr algn="l">
                        <a:buNone/>
                      </a:pPr>
                      <a:r>
                        <a:rPr lang="ja-JP" altLang="en-US" sz="1400" b="0" kern="100">
                          <a:solidFill>
                            <a:schemeClr val="tx1"/>
                          </a:solidFill>
                          <a:effectLst/>
                          <a:latin typeface="+mj-lt"/>
                          <a:ea typeface="BIZ UDP明朝 Medium" panose="02020500000000000000" pitchFamily="18" charset="-128"/>
                        </a:rPr>
                        <a:t>取締役会のコンセプト</a:t>
                      </a: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7800" indent="-177800" algn="l" defTabSz="914400" rtl="0" eaLnBrk="1" latinLnBrk="0" hangingPunct="1">
                        <a:spcAft>
                          <a:spcPts val="300"/>
                        </a:spcAft>
                        <a:buFont typeface="Arial" panose="020B0604020202020204" pitchFamily="34" charset="0"/>
                        <a:buChar char="•"/>
                      </a:pPr>
                      <a:r>
                        <a:rPr kumimoji="1" lang="ja-JP" altLang="en-US" sz="1400" b="0" kern="100">
                          <a:solidFill>
                            <a:schemeClr val="tx1"/>
                          </a:solidFill>
                          <a:effectLst/>
                          <a:latin typeface="+mj-lt"/>
                          <a:ea typeface="BIZ UDP明朝 Medium" panose="02020500000000000000" pitchFamily="18" charset="-128"/>
                          <a:cs typeface="Times New Roman" panose="02020603050405020304" pitchFamily="18" charset="0"/>
                        </a:rPr>
                        <a:t>「社外取締役で構成される取締役会に、社内取締役が情報を入れる」</a:t>
                      </a: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7800" marR="0" lvl="0" indent="-1778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ja-JP" altLang="en-US" sz="1400" b="0" kern="100">
                          <a:solidFill>
                            <a:schemeClr val="tx1"/>
                          </a:solidFill>
                          <a:effectLst/>
                          <a:latin typeface="+mj-lt"/>
                          <a:ea typeface="BIZ UDP明朝 Medium" panose="02020500000000000000" pitchFamily="18" charset="-128"/>
                          <a:cs typeface="Times New Roman" panose="02020603050405020304" pitchFamily="18" charset="0"/>
                        </a:rPr>
                        <a:t>社外取締役の数は増えたが、あくまでも「取締役会に、</a:t>
                      </a:r>
                      <a:r>
                        <a:rPr kumimoji="1" lang="ja-JP" altLang="en-US" sz="1400" b="0" kern="100">
                          <a:solidFill>
                            <a:schemeClr val="tx2"/>
                          </a:solidFill>
                          <a:effectLst/>
                          <a:latin typeface="+mj-lt"/>
                          <a:ea typeface="BIZ UDP明朝 Medium" panose="02020500000000000000" pitchFamily="18" charset="-128"/>
                          <a:cs typeface="Times New Roman" panose="02020603050405020304" pitchFamily="18" charset="0"/>
                        </a:rPr>
                        <a:t>外部（社外取締役）の目線を取り入れる</a:t>
                      </a:r>
                      <a:r>
                        <a:rPr kumimoji="1" lang="ja-JP" altLang="en-US" sz="1400" b="0" kern="100">
                          <a:solidFill>
                            <a:schemeClr val="tx1"/>
                          </a:solidFill>
                          <a:effectLst/>
                          <a:latin typeface="+mj-lt"/>
                          <a:ea typeface="BIZ UDP明朝 Medium" panose="02020500000000000000" pitchFamily="18" charset="-128"/>
                          <a:cs typeface="Times New Roman" panose="02020603050405020304" pitchFamily="18" charset="0"/>
                        </a:rPr>
                        <a:t>」</a:t>
                      </a: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47382662"/>
                  </a:ext>
                </a:extLst>
              </a:tr>
              <a:tr h="348052">
                <a:tc>
                  <a:txBody>
                    <a:bodyPr/>
                    <a:lstStyle/>
                    <a:p>
                      <a:pPr algn="l">
                        <a:buNone/>
                      </a:pPr>
                      <a:r>
                        <a:rPr lang="ja-JP" altLang="en-US" sz="1400" b="0" kern="100">
                          <a:solidFill>
                            <a:schemeClr val="tx1"/>
                          </a:solidFill>
                          <a:effectLst/>
                          <a:latin typeface="+mj-lt"/>
                          <a:ea typeface="BIZ UDP明朝 Medium" panose="02020500000000000000" pitchFamily="18" charset="-128"/>
                        </a:rPr>
                        <a:t>各種委員会</a:t>
                      </a: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7800" indent="-177800" algn="l" defTabSz="914400" rtl="0" eaLnBrk="1" latinLnBrk="0" hangingPunct="1">
                        <a:spcAft>
                          <a:spcPts val="300"/>
                        </a:spcAft>
                        <a:buFont typeface="Arial" panose="020B0604020202020204" pitchFamily="34" charset="0"/>
                        <a:buChar char="•"/>
                      </a:pPr>
                      <a:r>
                        <a:rPr kumimoji="1" lang="ja-JP" altLang="en-US" sz="1400" b="0" kern="100">
                          <a:solidFill>
                            <a:schemeClr val="tx1"/>
                          </a:solidFill>
                          <a:effectLst/>
                          <a:latin typeface="+mj-lt"/>
                          <a:ea typeface="BIZ UDP明朝 Medium" panose="02020500000000000000" pitchFamily="18" charset="-128"/>
                          <a:cs typeface="Times New Roman" panose="02020603050405020304" pitchFamily="18" charset="0"/>
                        </a:rPr>
                        <a:t>取締役会の</a:t>
                      </a:r>
                      <a:r>
                        <a:rPr kumimoji="1" lang="ja-JP" altLang="en-US" sz="1400" b="0" kern="100">
                          <a:solidFill>
                            <a:schemeClr val="accent2"/>
                          </a:solidFill>
                          <a:effectLst/>
                          <a:latin typeface="+mj-lt"/>
                          <a:ea typeface="BIZ UDP明朝 Medium" panose="02020500000000000000" pitchFamily="18" charset="-128"/>
                          <a:cs typeface="Times New Roman" panose="02020603050405020304" pitchFamily="18" charset="0"/>
                        </a:rPr>
                        <a:t>監督機能を補完</a:t>
                      </a: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7800" marR="0" lvl="0" indent="-1778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ja-JP" altLang="en-US" sz="1400" b="0" kern="100">
                          <a:solidFill>
                            <a:schemeClr val="tx1"/>
                          </a:solidFill>
                          <a:effectLst/>
                          <a:latin typeface="+mj-lt"/>
                          <a:ea typeface="BIZ UDP明朝 Medium" panose="02020500000000000000" pitchFamily="18" charset="-128"/>
                          <a:cs typeface="Times New Roman" panose="02020603050405020304" pitchFamily="18" charset="0"/>
                        </a:rPr>
                        <a:t>指名、報酬、監査委員会を設置</a:t>
                      </a: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0481356"/>
                  </a:ext>
                </a:extLst>
              </a:tr>
              <a:tr h="365760">
                <a:tc>
                  <a:txBody>
                    <a:bodyPr/>
                    <a:lstStyle/>
                    <a:p>
                      <a:pPr algn="l">
                        <a:buNone/>
                      </a:pPr>
                      <a:r>
                        <a:rPr lang="ja-JP" altLang="en-US" sz="1400" b="0" kern="100">
                          <a:solidFill>
                            <a:schemeClr val="tx1"/>
                          </a:solidFill>
                          <a:effectLst/>
                          <a:latin typeface="+mj-lt"/>
                          <a:ea typeface="BIZ UDP明朝 Medium" panose="02020500000000000000" pitchFamily="18" charset="-128"/>
                        </a:rPr>
                        <a:t>指名・サクセッション</a:t>
                      </a:r>
                      <a:endParaRPr lang="en-US" altLang="ja-JP" sz="1400" b="0" kern="100">
                        <a:solidFill>
                          <a:schemeClr val="tx1"/>
                        </a:solidFill>
                        <a:effectLst/>
                        <a:latin typeface="+mj-lt"/>
                        <a:ea typeface="BIZ UDP明朝 Medium" panose="02020500000000000000" pitchFamily="18" charset="-128"/>
                      </a:endParaRP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7800" indent="-177800" algn="l" defTabSz="914400" rtl="0" eaLnBrk="1" latinLnBrk="0" hangingPunct="1">
                        <a:spcAft>
                          <a:spcPts val="300"/>
                        </a:spcAft>
                        <a:buFont typeface="Arial" panose="020B0604020202020204" pitchFamily="34" charset="0"/>
                        <a:buChar char="•"/>
                      </a:pPr>
                      <a:r>
                        <a:rPr kumimoji="1" lang="ja-JP" altLang="en-US" sz="1400" b="0" kern="100">
                          <a:solidFill>
                            <a:schemeClr val="tx1"/>
                          </a:solidFill>
                          <a:effectLst/>
                          <a:latin typeface="+mj-lt"/>
                          <a:ea typeface="BIZ UDP明朝 Medium" panose="02020500000000000000" pitchFamily="18" charset="-128"/>
                          <a:cs typeface="Times New Roman" panose="02020603050405020304" pitchFamily="18" charset="0"/>
                        </a:rPr>
                        <a:t>取締役会の</a:t>
                      </a:r>
                      <a:r>
                        <a:rPr kumimoji="1" lang="ja-JP" altLang="en-US" sz="1400" b="0" kern="100">
                          <a:solidFill>
                            <a:schemeClr val="accent2"/>
                          </a:solidFill>
                          <a:effectLst/>
                          <a:latin typeface="+mj-lt"/>
                          <a:ea typeface="BIZ UDP明朝 Medium" panose="02020500000000000000" pitchFamily="18" charset="-128"/>
                          <a:cs typeface="Times New Roman" panose="02020603050405020304" pitchFamily="18" charset="0"/>
                        </a:rPr>
                        <a:t>監督機能の維持</a:t>
                      </a:r>
                      <a:r>
                        <a:rPr kumimoji="1" lang="ja-JP" altLang="en-US" sz="1400" b="0" kern="100">
                          <a:solidFill>
                            <a:schemeClr val="tx1"/>
                          </a:solidFill>
                          <a:effectLst/>
                          <a:latin typeface="+mj-lt"/>
                          <a:ea typeface="BIZ UDP明朝 Medium" panose="02020500000000000000" pitchFamily="18" charset="-128"/>
                          <a:cs typeface="Times New Roman" panose="02020603050405020304" pitchFamily="18" charset="0"/>
                        </a:rPr>
                        <a:t>が目的</a:t>
                      </a:r>
                      <a:endParaRPr kumimoji="1" lang="en-US" altLang="ja-JP" sz="1400" b="0" kern="100">
                        <a:solidFill>
                          <a:schemeClr val="tx1"/>
                        </a:solidFill>
                        <a:effectLst/>
                        <a:latin typeface="+mj-lt"/>
                        <a:ea typeface="BIZ UDP明朝 Medium" panose="02020500000000000000" pitchFamily="18" charset="-128"/>
                        <a:cs typeface="Times New Roman" panose="02020603050405020304" pitchFamily="18" charset="0"/>
                      </a:endParaRP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7800" marR="0" lvl="0" indent="-1778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en-US" altLang="ja-JP" sz="1400" b="0" kern="100">
                          <a:solidFill>
                            <a:schemeClr val="tx1"/>
                          </a:solidFill>
                          <a:effectLst/>
                          <a:latin typeface="+mj-lt"/>
                          <a:ea typeface="BIZ UDP明朝 Medium" panose="02020500000000000000" pitchFamily="18" charset="-128"/>
                          <a:cs typeface="Times New Roman" panose="02020603050405020304" pitchFamily="18" charset="0"/>
                        </a:rPr>
                        <a:t>CEO</a:t>
                      </a:r>
                      <a:r>
                        <a:rPr kumimoji="1" lang="ja-JP" altLang="en-US" sz="1400" b="0" kern="100">
                          <a:solidFill>
                            <a:schemeClr val="tx1"/>
                          </a:solidFill>
                          <a:effectLst/>
                          <a:latin typeface="+mj-lt"/>
                          <a:ea typeface="BIZ UDP明朝 Medium" panose="02020500000000000000" pitchFamily="18" charset="-128"/>
                          <a:cs typeface="Times New Roman" panose="02020603050405020304" pitchFamily="18" charset="0"/>
                        </a:rPr>
                        <a:t>、業務執行取締役の指名・後継者計画が主体</a:t>
                      </a:r>
                      <a:endParaRPr kumimoji="1" lang="en-US" altLang="ja-JP" sz="1400" b="0" kern="100">
                        <a:solidFill>
                          <a:schemeClr val="tx1"/>
                        </a:solidFill>
                        <a:effectLst/>
                        <a:latin typeface="+mj-lt"/>
                        <a:ea typeface="BIZ UDP明朝 Medium" panose="02020500000000000000" pitchFamily="18" charset="-128"/>
                        <a:cs typeface="Times New Roman" panose="02020603050405020304" pitchFamily="18" charset="0"/>
                      </a:endParaRP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0113927"/>
                  </a:ext>
                </a:extLst>
              </a:tr>
              <a:tr h="6447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kern="100">
                          <a:solidFill>
                            <a:schemeClr val="tx1"/>
                          </a:solidFill>
                          <a:effectLst/>
                          <a:latin typeface="+mj-lt"/>
                          <a:ea typeface="BIZ UDP明朝 Medium" panose="02020500000000000000" pitchFamily="18" charset="-128"/>
                          <a:cs typeface="+mn-cs"/>
                        </a:rPr>
                        <a:t>スキルマトリックス</a:t>
                      </a:r>
                      <a:endParaRPr kumimoji="1" lang="en-US" altLang="ja-JP" sz="1400" b="0" kern="100">
                        <a:solidFill>
                          <a:schemeClr val="tx1"/>
                        </a:solidFill>
                        <a:effectLst/>
                        <a:latin typeface="+mj-lt"/>
                        <a:ea typeface="BIZ UDP明朝 Medium" panose="02020500000000000000" pitchFamily="18" charset="-128"/>
                        <a:cs typeface="+mn-cs"/>
                      </a:endParaRP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7800" indent="-177800" algn="l" defTabSz="914400" rtl="0" eaLnBrk="1" latinLnBrk="0" hangingPunct="1">
                        <a:spcAft>
                          <a:spcPts val="300"/>
                        </a:spcAft>
                        <a:buFont typeface="Arial" panose="020B0604020202020204" pitchFamily="34" charset="0"/>
                        <a:buChar char="•"/>
                      </a:pPr>
                      <a:r>
                        <a:rPr kumimoji="1" lang="ja-JP" altLang="en-US" sz="1400" b="0" kern="100">
                          <a:solidFill>
                            <a:schemeClr val="tx1"/>
                          </a:solidFill>
                          <a:effectLst/>
                          <a:latin typeface="+mj-lt"/>
                          <a:ea typeface="BIZ UDP明朝 Medium" panose="02020500000000000000" pitchFamily="18" charset="-128"/>
                          <a:cs typeface="Times New Roman" panose="02020603050405020304" pitchFamily="18" charset="0"/>
                        </a:rPr>
                        <a:t>社外取締役中心の取締役会・委員会が、</a:t>
                      </a:r>
                      <a:r>
                        <a:rPr kumimoji="1" lang="ja-JP" altLang="en-US" sz="1400" b="0" kern="100">
                          <a:solidFill>
                            <a:schemeClr val="accent2"/>
                          </a:solidFill>
                          <a:effectLst/>
                          <a:latin typeface="+mj-lt"/>
                          <a:ea typeface="BIZ UDP明朝 Medium" panose="02020500000000000000" pitchFamily="18" charset="-128"/>
                          <a:cs typeface="Times New Roman" panose="02020603050405020304" pitchFamily="18" charset="0"/>
                        </a:rPr>
                        <a:t>監督機能を果たすことができるか</a:t>
                      </a:r>
                      <a:r>
                        <a:rPr kumimoji="1" lang="ja-JP" altLang="en-US" sz="1400" b="0" kern="100">
                          <a:solidFill>
                            <a:schemeClr val="tx1"/>
                          </a:solidFill>
                          <a:effectLst/>
                          <a:latin typeface="+mj-lt"/>
                          <a:ea typeface="BIZ UDP明朝 Medium" panose="02020500000000000000" pitchFamily="18" charset="-128"/>
                          <a:cs typeface="Times New Roman" panose="02020603050405020304" pitchFamily="18" charset="0"/>
                        </a:rPr>
                        <a:t>を確認・評価するために活用</a:t>
                      </a: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7800" marR="0" lvl="0" indent="-1778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ja-JP" altLang="en-US" sz="1400" b="0" kern="100">
                          <a:solidFill>
                            <a:schemeClr val="tx1"/>
                          </a:solidFill>
                          <a:effectLst/>
                          <a:latin typeface="+mj-lt"/>
                          <a:ea typeface="BIZ UDP明朝 Medium" panose="02020500000000000000" pitchFamily="18" charset="-128"/>
                          <a:cs typeface="Times New Roman" panose="02020603050405020304" pitchFamily="18" charset="0"/>
                        </a:rPr>
                        <a:t>幅広い議論を可能にするため、取締役会メンバーの網羅性を確認するものとされているが、</a:t>
                      </a:r>
                      <a:r>
                        <a:rPr kumimoji="1" lang="ja-JP" altLang="en-US" sz="1400" b="0" kern="100">
                          <a:solidFill>
                            <a:schemeClr val="tx2"/>
                          </a:solidFill>
                          <a:effectLst/>
                          <a:latin typeface="+mj-lt"/>
                          <a:ea typeface="BIZ UDP明朝 Medium" panose="02020500000000000000" pitchFamily="18" charset="-128"/>
                          <a:cs typeface="Times New Roman" panose="02020603050405020304" pitchFamily="18" charset="0"/>
                        </a:rPr>
                        <a:t>実際の目的は曖昧</a:t>
                      </a: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74933331"/>
                  </a:ext>
                </a:extLst>
              </a:tr>
              <a:tr h="644725">
                <a:tc>
                  <a:txBody>
                    <a:bodyPr/>
                    <a:lstStyle/>
                    <a:p>
                      <a:pPr algn="l">
                        <a:buNone/>
                      </a:pPr>
                      <a:r>
                        <a:rPr lang="ja-JP" altLang="en-US" sz="1400" b="1" kern="100">
                          <a:solidFill>
                            <a:schemeClr val="tx1"/>
                          </a:solidFill>
                          <a:effectLst/>
                          <a:latin typeface="+mj-lt"/>
                          <a:ea typeface="BIZ UDP明朝 Medium" panose="02020500000000000000" pitchFamily="18" charset="-128"/>
                        </a:rPr>
                        <a:t>取締役個人評価</a:t>
                      </a: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7800" indent="-177800" algn="l" defTabSz="914400" rtl="0" eaLnBrk="1" latinLnBrk="0" hangingPunct="1">
                        <a:spcAft>
                          <a:spcPts val="300"/>
                        </a:spcAft>
                        <a:buFont typeface="Arial" panose="020B0604020202020204" pitchFamily="34" charset="0"/>
                        <a:buChar char="•"/>
                      </a:pPr>
                      <a:r>
                        <a:rPr kumimoji="1" lang="ja-JP" altLang="en-US" sz="1400" b="0" kern="100">
                          <a:solidFill>
                            <a:schemeClr val="tx1"/>
                          </a:solidFill>
                          <a:effectLst/>
                          <a:latin typeface="+mj-lt"/>
                          <a:ea typeface="BIZ UDP明朝 Medium" panose="02020500000000000000" pitchFamily="18" charset="-128"/>
                          <a:cs typeface="Times New Roman" panose="02020603050405020304" pitchFamily="18" charset="0"/>
                        </a:rPr>
                        <a:t>実効性評価に含まれる</a:t>
                      </a:r>
                      <a:r>
                        <a:rPr kumimoji="1" lang="ja-JP" altLang="en-US" sz="1400" b="0" kern="100">
                          <a:solidFill>
                            <a:schemeClr val="tx1"/>
                          </a:solidFill>
                          <a:effectLst/>
                          <a:latin typeface="+mn-lt"/>
                          <a:ea typeface="BIZ UDP明朝 Medium" panose="02020500000000000000" pitchFamily="18" charset="-128"/>
                          <a:cs typeface="Times New Roman" panose="02020603050405020304" pitchFamily="18" charset="0"/>
                        </a:rPr>
                        <a:t>（特に独立社外取締役）</a:t>
                      </a:r>
                      <a:endParaRPr kumimoji="1" lang="en-US" altLang="ja-JP" sz="1400" b="0" kern="100">
                        <a:solidFill>
                          <a:schemeClr val="tx1"/>
                        </a:solidFill>
                        <a:effectLst/>
                        <a:latin typeface="+mj-lt"/>
                        <a:ea typeface="BIZ UDP明朝 Medium" panose="02020500000000000000" pitchFamily="18" charset="-128"/>
                        <a:cs typeface="Times New Roman" panose="02020603050405020304" pitchFamily="18" charset="0"/>
                      </a:endParaRPr>
                    </a:p>
                    <a:p>
                      <a:pPr marL="177800" indent="-177800" algn="l" defTabSz="914400" rtl="0" eaLnBrk="1" latinLnBrk="0" hangingPunct="1">
                        <a:spcAft>
                          <a:spcPts val="300"/>
                        </a:spcAft>
                        <a:buFont typeface="Arial" panose="020B0604020202020204" pitchFamily="34" charset="0"/>
                        <a:buChar char="•"/>
                      </a:pPr>
                      <a:r>
                        <a:rPr kumimoji="1" lang="ja-JP" altLang="en-US" sz="1400" b="0" kern="100">
                          <a:solidFill>
                            <a:schemeClr val="tx1"/>
                          </a:solidFill>
                          <a:effectLst/>
                          <a:latin typeface="+mj-lt"/>
                          <a:ea typeface="BIZ UDP明朝 Medium" panose="02020500000000000000" pitchFamily="18" charset="-128"/>
                          <a:cs typeface="Times New Roman" panose="02020603050405020304" pitchFamily="18" charset="0"/>
                        </a:rPr>
                        <a:t>評価結果を次年度以降の選任にも反映</a:t>
                      </a: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7800" marR="0" lvl="0" indent="-1778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ja-JP" altLang="en-US" sz="1400" b="0" kern="100">
                          <a:solidFill>
                            <a:schemeClr val="tx1"/>
                          </a:solidFill>
                          <a:effectLst/>
                          <a:latin typeface="+mj-lt"/>
                          <a:ea typeface="BIZ UDP明朝 Medium" panose="02020500000000000000" pitchFamily="18" charset="-128"/>
                          <a:cs typeface="Times New Roman" panose="02020603050405020304" pitchFamily="18" charset="0"/>
                        </a:rPr>
                        <a:t>実施されつつあるが、定着していない</a:t>
                      </a:r>
                      <a:endParaRPr kumimoji="1" lang="en-US" altLang="ja-JP" sz="1400" b="0" kern="100">
                        <a:solidFill>
                          <a:schemeClr val="tx1"/>
                        </a:solidFill>
                        <a:effectLst/>
                        <a:latin typeface="+mj-lt"/>
                        <a:ea typeface="BIZ UDP明朝 Medium" panose="02020500000000000000" pitchFamily="18" charset="-128"/>
                        <a:cs typeface="Times New Roman" panose="02020603050405020304" pitchFamily="18" charset="0"/>
                      </a:endParaRP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05030896"/>
                  </a:ext>
                </a:extLst>
              </a:tr>
              <a:tr h="9442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kern="100">
                          <a:solidFill>
                            <a:schemeClr val="tx1"/>
                          </a:solidFill>
                          <a:effectLst/>
                          <a:latin typeface="+mj-lt"/>
                          <a:ea typeface="BIZ UDP明朝 Medium" panose="02020500000000000000" pitchFamily="18" charset="-128"/>
                          <a:cs typeface="+mn-cs"/>
                        </a:rPr>
                        <a:t>取締役会実効性評価</a:t>
                      </a:r>
                      <a:endParaRPr kumimoji="1" lang="en-US" altLang="ja-JP" sz="1400" b="0" kern="100">
                        <a:solidFill>
                          <a:schemeClr val="tx1"/>
                        </a:solidFill>
                        <a:effectLst/>
                        <a:latin typeface="+mj-lt"/>
                        <a:ea typeface="BIZ UDP明朝 Medium" panose="02020500000000000000" pitchFamily="18" charset="-128"/>
                        <a:cs typeface="+mn-cs"/>
                      </a:endParaRP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7800" indent="-177800" algn="l" defTabSz="914400" rtl="0" eaLnBrk="1" latinLnBrk="0" hangingPunct="1">
                        <a:spcAft>
                          <a:spcPts val="300"/>
                        </a:spcAft>
                        <a:buFont typeface="Arial" panose="020B0604020202020204" pitchFamily="34" charset="0"/>
                        <a:buChar char="•"/>
                      </a:pPr>
                      <a:r>
                        <a:rPr kumimoji="1" lang="ja-JP" altLang="en-US" sz="1400" b="0" kern="100">
                          <a:solidFill>
                            <a:schemeClr val="tx1"/>
                          </a:solidFill>
                          <a:effectLst/>
                          <a:latin typeface="+mj-lt"/>
                          <a:ea typeface="BIZ UDP明朝 Medium" panose="02020500000000000000" pitchFamily="18" charset="-128"/>
                          <a:cs typeface="Times New Roman" panose="02020603050405020304" pitchFamily="18" charset="0"/>
                        </a:rPr>
                        <a:t>取締役会・委員会が</a:t>
                      </a:r>
                      <a:r>
                        <a:rPr kumimoji="1" lang="ja-JP" altLang="en-US" sz="1400" b="0" kern="100">
                          <a:solidFill>
                            <a:schemeClr val="accent2"/>
                          </a:solidFill>
                          <a:effectLst/>
                          <a:latin typeface="+mj-lt"/>
                          <a:ea typeface="BIZ UDP明朝 Medium" panose="02020500000000000000" pitchFamily="18" charset="-128"/>
                          <a:cs typeface="Times New Roman" panose="02020603050405020304" pitchFamily="18" charset="0"/>
                        </a:rPr>
                        <a:t>監督機能を果たしているか</a:t>
                      </a:r>
                      <a:r>
                        <a:rPr kumimoji="1" lang="ja-JP" altLang="en-US" sz="1400" b="0" kern="100">
                          <a:solidFill>
                            <a:schemeClr val="tx1"/>
                          </a:solidFill>
                          <a:effectLst/>
                          <a:latin typeface="+mj-lt"/>
                          <a:ea typeface="BIZ UDP明朝 Medium" panose="02020500000000000000" pitchFamily="18" charset="-128"/>
                          <a:cs typeface="Times New Roman" panose="02020603050405020304" pitchFamily="18" charset="0"/>
                        </a:rPr>
                        <a:t>を評価</a:t>
                      </a:r>
                      <a:endParaRPr kumimoji="1" lang="en-US" altLang="ja-JP" sz="1400" b="0" kern="100">
                        <a:solidFill>
                          <a:schemeClr val="tx1"/>
                        </a:solidFill>
                        <a:effectLst/>
                        <a:latin typeface="+mj-lt"/>
                        <a:ea typeface="BIZ UDP明朝 Medium" panose="02020500000000000000" pitchFamily="18" charset="-128"/>
                        <a:cs typeface="Times New Roman" panose="02020603050405020304" pitchFamily="18" charset="0"/>
                      </a:endParaRPr>
                    </a:p>
                    <a:p>
                      <a:pPr marL="177800" indent="-177800" algn="l" defTabSz="914400" rtl="0" eaLnBrk="1" latinLnBrk="0" hangingPunct="1">
                        <a:spcAft>
                          <a:spcPts val="300"/>
                        </a:spcAft>
                        <a:buFont typeface="Arial" panose="020B0604020202020204" pitchFamily="34" charset="0"/>
                        <a:buChar char="•"/>
                      </a:pPr>
                      <a:r>
                        <a:rPr kumimoji="1" lang="ja-JP" altLang="en-US" sz="1400" b="0" kern="100">
                          <a:solidFill>
                            <a:schemeClr val="tx1"/>
                          </a:solidFill>
                          <a:effectLst/>
                          <a:latin typeface="+mj-lt"/>
                          <a:ea typeface="BIZ UDP明朝 Medium" panose="02020500000000000000" pitchFamily="18" charset="-128"/>
                          <a:cs typeface="Times New Roman" panose="02020603050405020304" pitchFamily="18" charset="0"/>
                        </a:rPr>
                        <a:t>一連の取り組みを</a:t>
                      </a:r>
                      <a:r>
                        <a:rPr kumimoji="1" lang="ja-JP" altLang="en-US" sz="1400" b="0" kern="100">
                          <a:solidFill>
                            <a:schemeClr val="accent2"/>
                          </a:solidFill>
                          <a:effectLst/>
                          <a:latin typeface="+mj-lt"/>
                          <a:ea typeface="BIZ UDP明朝 Medium" panose="02020500000000000000" pitchFamily="18" charset="-128"/>
                          <a:cs typeface="Times New Roman" panose="02020603050405020304" pitchFamily="18" charset="0"/>
                        </a:rPr>
                        <a:t>ボード・サクセッション（取締役会が自律的かつ継続的に監督機能を発揮する仕組み）</a:t>
                      </a:r>
                      <a:r>
                        <a:rPr kumimoji="1" lang="ja-JP" altLang="en-US" sz="1400" b="0" kern="100">
                          <a:solidFill>
                            <a:schemeClr val="tx1"/>
                          </a:solidFill>
                          <a:effectLst/>
                          <a:latin typeface="+mj-lt"/>
                          <a:ea typeface="BIZ UDP明朝 Medium" panose="02020500000000000000" pitchFamily="18" charset="-128"/>
                          <a:cs typeface="Times New Roman" panose="02020603050405020304" pitchFamily="18" charset="0"/>
                        </a:rPr>
                        <a:t>として捉える</a:t>
                      </a: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7800" marR="0" lvl="0" indent="-1778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ja-JP" altLang="en-US" sz="1400" b="0" kern="100">
                          <a:solidFill>
                            <a:schemeClr val="tx2"/>
                          </a:solidFill>
                          <a:effectLst/>
                          <a:latin typeface="+mj-lt"/>
                          <a:ea typeface="BIZ UDP明朝 Medium" panose="02020500000000000000" pitchFamily="18" charset="-128"/>
                          <a:cs typeface="Times New Roman" panose="02020603050405020304" pitchFamily="18" charset="0"/>
                        </a:rPr>
                        <a:t>位置付けが曖昧</a:t>
                      </a: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55814837"/>
                  </a:ext>
                </a:extLst>
              </a:tr>
            </a:tbl>
          </a:graphicData>
        </a:graphic>
      </p:graphicFrame>
    </p:spTree>
    <p:extLst>
      <p:ext uri="{BB962C8B-B14F-4D97-AF65-F5344CB8AC3E}">
        <p14:creationId xmlns:p14="http://schemas.microsoft.com/office/powerpoint/2010/main" val="3384148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68FEF-B365-38E2-A715-2DD993C1B9C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680973-6DCD-BE94-82C9-BBD36300C9B5}"/>
              </a:ext>
            </a:extLst>
          </p:cNvPr>
          <p:cNvSpPr>
            <a:spLocks noGrp="1"/>
          </p:cNvSpPr>
          <p:nvPr>
            <p:ph type="ftr" sz="quarter" idx="10"/>
          </p:nvPr>
        </p:nvSpPr>
        <p:spPr/>
        <p:txBody>
          <a:bodyPr/>
          <a:lstStyle/>
          <a:p>
            <a:pPr marL="0" marR="0" lvl="6"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panose="020B0604020202020204"/>
                <a:ea typeface="BIZ UDP明朝 Medium" panose="02020500000000000000" pitchFamily="18" charset="-128"/>
              </a:rPr>
              <a:t>© 2025 WTW. Proprietary and confidential. For WTW and WTW client use only.</a:t>
            </a:r>
          </a:p>
        </p:txBody>
      </p:sp>
      <p:sp>
        <p:nvSpPr>
          <p:cNvPr id="10" name="Title 2">
            <a:extLst>
              <a:ext uri="{FF2B5EF4-FFF2-40B4-BE49-F238E27FC236}">
                <a16:creationId xmlns:a16="http://schemas.microsoft.com/office/drawing/2014/main" id="{0BA583F7-1E01-151F-38CC-C7DF1F69954F}"/>
              </a:ext>
            </a:extLst>
          </p:cNvPr>
          <p:cNvSpPr txBox="1">
            <a:spLocks/>
          </p:cNvSpPr>
          <p:nvPr/>
        </p:nvSpPr>
        <p:spPr>
          <a:xfrm>
            <a:off x="3729182" y="797109"/>
            <a:ext cx="4457700" cy="957428"/>
          </a:xfrm>
          <a:prstGeom prst="rect">
            <a:avLst/>
          </a:prstGeom>
        </p:spPr>
        <p:txBody>
          <a:bodyPr/>
          <a:lstStyle>
            <a:lvl1pPr algn="l" defTabSz="914400" rtl="0" eaLnBrk="1" latinLnBrk="0" hangingPunct="1">
              <a:lnSpc>
                <a:spcPct val="90000"/>
              </a:lnSpc>
              <a:spcBef>
                <a:spcPct val="0"/>
              </a:spcBef>
              <a:buNone/>
              <a:defRPr kumimoji="1" sz="2800" b="0" i="0" kern="1200">
                <a:solidFill>
                  <a:schemeClr val="tx1"/>
                </a:solidFill>
                <a:latin typeface="+mj-lt"/>
                <a:ea typeface="Roboto Medium" panose="02000000000000000000" pitchFamily="2" charset="0"/>
                <a:cs typeface="Verdana" panose="020B060403050404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800" b="1" i="0" u="none" strike="noStrike" kern="1200" cap="none" spc="0" normalizeH="0" baseline="0" noProof="0">
                <a:ln>
                  <a:noFill/>
                </a:ln>
                <a:solidFill>
                  <a:srgbClr val="7F35B2"/>
                </a:solidFill>
                <a:effectLst/>
                <a:uLnTx/>
                <a:uFillTx/>
                <a:latin typeface="Times New Roman" panose="02020603050405020304"/>
                <a:ea typeface="BIZ UDP明朝 Medium" panose="02020500000000000000" pitchFamily="18" charset="-128"/>
              </a:rPr>
              <a:t>Agenda.</a:t>
            </a:r>
            <a:endParaRPr kumimoji="1" lang="en-GB" sz="1600" b="1" i="0" u="none" strike="noStrike" kern="1200" cap="none" spc="0" normalizeH="0" baseline="0" noProof="0">
              <a:ln>
                <a:noFill/>
              </a:ln>
              <a:solidFill>
                <a:srgbClr val="7F35B2"/>
              </a:solidFill>
              <a:effectLst/>
              <a:uLnTx/>
              <a:uFillTx/>
              <a:latin typeface="Times New Roman" panose="02020603050405020304"/>
              <a:ea typeface="BIZ UDP明朝 Medium" panose="02020500000000000000" pitchFamily="18" charset="-128"/>
            </a:endParaRPr>
          </a:p>
        </p:txBody>
      </p:sp>
      <p:graphicFrame>
        <p:nvGraphicFramePr>
          <p:cNvPr id="11" name="Table 8">
            <a:extLst>
              <a:ext uri="{FF2B5EF4-FFF2-40B4-BE49-F238E27FC236}">
                <a16:creationId xmlns:a16="http://schemas.microsoft.com/office/drawing/2014/main" id="{8EB2EB5F-360C-EF79-DBF5-ACA7C69F60FD}"/>
              </a:ext>
            </a:extLst>
          </p:cNvPr>
          <p:cNvGraphicFramePr>
            <a:graphicFrameLocks noGrp="1"/>
          </p:cNvGraphicFramePr>
          <p:nvPr>
            <p:extLst>
              <p:ext uri="{D42A27DB-BD31-4B8C-83A1-F6EECF244321}">
                <p14:modId xmlns:p14="http://schemas.microsoft.com/office/powerpoint/2010/main" val="367146268"/>
              </p:ext>
            </p:extLst>
          </p:nvPr>
        </p:nvGraphicFramePr>
        <p:xfrm>
          <a:off x="6096000" y="1754537"/>
          <a:ext cx="5316324" cy="2016000"/>
        </p:xfrm>
        <a:graphic>
          <a:graphicData uri="http://schemas.openxmlformats.org/drawingml/2006/table">
            <a:tbl>
              <a:tblPr firstRow="1" bandRow="1">
                <a:tableStyleId>{6E25E649-3F16-4E02-A733-19D2CDBF48F0}</a:tableStyleId>
              </a:tblPr>
              <a:tblGrid>
                <a:gridCol w="468000">
                  <a:extLst>
                    <a:ext uri="{9D8B030D-6E8A-4147-A177-3AD203B41FA5}">
                      <a16:colId xmlns:a16="http://schemas.microsoft.com/office/drawing/2014/main" val="1724741912"/>
                    </a:ext>
                  </a:extLst>
                </a:gridCol>
                <a:gridCol w="3924000">
                  <a:extLst>
                    <a:ext uri="{9D8B030D-6E8A-4147-A177-3AD203B41FA5}">
                      <a16:colId xmlns:a16="http://schemas.microsoft.com/office/drawing/2014/main" val="690414594"/>
                    </a:ext>
                  </a:extLst>
                </a:gridCol>
                <a:gridCol w="468000">
                  <a:extLst>
                    <a:ext uri="{9D8B030D-6E8A-4147-A177-3AD203B41FA5}">
                      <a16:colId xmlns:a16="http://schemas.microsoft.com/office/drawing/2014/main" val="1167426784"/>
                    </a:ext>
                  </a:extLst>
                </a:gridCol>
                <a:gridCol w="456324">
                  <a:extLst>
                    <a:ext uri="{9D8B030D-6E8A-4147-A177-3AD203B41FA5}">
                      <a16:colId xmlns:a16="http://schemas.microsoft.com/office/drawing/2014/main" val="1550253320"/>
                    </a:ext>
                  </a:extLst>
                </a:gridCol>
              </a:tblGrid>
              <a:tr h="504000">
                <a:tc>
                  <a:txBody>
                    <a:bodyPr/>
                    <a:lstStyle/>
                    <a:p>
                      <a:pPr algn="ctr"/>
                      <a:r>
                        <a:rPr kumimoji="1" lang="en-US" altLang="ja-JP"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rPr>
                        <a:t>01</a:t>
                      </a:r>
                      <a:endParaRPr kumimoji="1" lang="ja-JP" altLang="en-US"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w="25400" cmpd="sng">
                      <a:noFill/>
                    </a:lnB>
                    <a:lnTlToBr w="12700" cmpd="sng">
                      <a:noFill/>
                      <a:prstDash val="solid"/>
                    </a:lnTlToBr>
                    <a:lnBlToTr w="12700" cmpd="sng">
                      <a:noFill/>
                      <a:prstDash val="solid"/>
                    </a:lnBlToTr>
                    <a:noFill/>
                  </a:tcPr>
                </a:tc>
                <a:tc>
                  <a:txBody>
                    <a:bodyPr/>
                    <a:lstStyle/>
                    <a:p>
                      <a:r>
                        <a:rPr kumimoji="1" lang="ja-JP" altLang="en-US" sz="14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rPr>
                        <a:t>報酬ガバナンスとは何か</a:t>
                      </a:r>
                    </a:p>
                  </a:txBody>
                  <a:tcPr anchor="ctr">
                    <a:lnL>
                      <a:noFill/>
                    </a:lnL>
                    <a:lnR>
                      <a:noFill/>
                    </a:lnR>
                    <a:lnT w="25400" cmpd="sng">
                      <a:noFill/>
                    </a:lnT>
                    <a:lnB w="25400" cmpd="sng">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w="25400" cmpd="sng">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w="254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12982622"/>
                  </a:ext>
                </a:extLst>
              </a:tr>
              <a:tr h="504000">
                <a:tc>
                  <a:txBody>
                    <a:bodyPr/>
                    <a:lstStyle/>
                    <a:p>
                      <a:pPr algn="ctr"/>
                      <a:r>
                        <a:rPr kumimoji="1" lang="en-US" altLang="ja-JP"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rPr>
                        <a:t>02</a:t>
                      </a:r>
                      <a:endParaRPr kumimoji="1" lang="ja-JP" altLang="en-US"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a:noFill/>
                    </a:lnB>
                    <a:lnTlToBr w="12700" cmpd="sng">
                      <a:noFill/>
                      <a:prstDash val="solid"/>
                    </a:lnTlToBr>
                    <a:lnBlToTr w="12700" cmpd="sng">
                      <a:noFill/>
                      <a:prstDash val="solid"/>
                    </a:lnBlToTr>
                    <a:noFill/>
                  </a:tcPr>
                </a:tc>
                <a:tc>
                  <a:txBody>
                    <a:bodyPr/>
                    <a:lstStyle/>
                    <a:p>
                      <a:r>
                        <a:rPr kumimoji="1" lang="ja-JP" altLang="en-US" sz="14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rPr>
                        <a:t>取締役会のあり方</a:t>
                      </a:r>
                    </a:p>
                  </a:txBody>
                  <a:tcPr anchor="ctr">
                    <a:lnL>
                      <a:noFill/>
                    </a:lnL>
                    <a:lnR>
                      <a:noFill/>
                    </a:lnR>
                    <a:lnT w="25400" cmpd="sng">
                      <a:noFill/>
                    </a:lnT>
                    <a:lnB>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w="25400" cmpd="sng">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37312518"/>
                  </a:ext>
                </a:extLst>
              </a:tr>
              <a:tr h="504000">
                <a:tc>
                  <a:txBody>
                    <a:bodyPr/>
                    <a:lstStyle/>
                    <a:p>
                      <a:pPr algn="ctr"/>
                      <a:r>
                        <a:rPr kumimoji="1" lang="en-US" altLang="ja-JP" sz="1600" b="1">
                          <a:solidFill>
                            <a:schemeClr val="bg1"/>
                          </a:solidFill>
                          <a:latin typeface="BIZ UDP明朝 Medium" panose="02020500000000000000" pitchFamily="18" charset="-128"/>
                          <a:ea typeface="BIZ UDP明朝 Medium" panose="02020500000000000000" pitchFamily="18" charset="-128"/>
                          <a:cs typeface="Times New Roman" panose="02020603050405020304" pitchFamily="18" charset="0"/>
                        </a:rPr>
                        <a:t>03</a:t>
                      </a:r>
                      <a:endParaRPr kumimoji="1" lang="ja-JP" altLang="en-US" sz="1600" b="1">
                        <a:solidFill>
                          <a:schemeClr val="bg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a:noFill/>
                    </a:lnB>
                    <a:lnTlToBr w="12700" cmpd="sng">
                      <a:noFill/>
                      <a:prstDash val="solid"/>
                    </a:lnTlToBr>
                    <a:lnBlToTr w="12700" cmpd="sng">
                      <a:noFill/>
                      <a:prstDash val="solid"/>
                    </a:lnBlToTr>
                    <a:solidFill>
                      <a:schemeClr val="tx2"/>
                    </a:solidFill>
                  </a:tcPr>
                </a:tc>
                <a:tc>
                  <a:txBody>
                    <a:bodyPr/>
                    <a:lstStyle/>
                    <a:p>
                      <a:r>
                        <a:rPr kumimoji="1" lang="ja-JP" altLang="en-US" sz="1400" b="0">
                          <a:solidFill>
                            <a:schemeClr val="bg1"/>
                          </a:solidFill>
                          <a:latin typeface="BIZ UDP明朝 Medium" panose="02020500000000000000" pitchFamily="18" charset="-128"/>
                          <a:ea typeface="BIZ UDP明朝 Medium" panose="02020500000000000000" pitchFamily="18" charset="-128"/>
                          <a:cs typeface="Times New Roman" panose="02020603050405020304" pitchFamily="18" charset="0"/>
                        </a:rPr>
                        <a:t>経営者評価と実効性向上の戦略的実践</a:t>
                      </a:r>
                    </a:p>
                  </a:txBody>
                  <a:tcPr anchor="ctr">
                    <a:lnL>
                      <a:noFill/>
                    </a:lnL>
                    <a:lnR>
                      <a:noFill/>
                    </a:lnR>
                    <a:lnT>
                      <a:noFill/>
                    </a:lnT>
                    <a:lnB>
                      <a:noFill/>
                    </a:lnB>
                    <a:lnTlToBr w="12700" cmpd="sng">
                      <a:noFill/>
                      <a:prstDash val="solid"/>
                    </a:lnTlToBr>
                    <a:lnBlToTr w="12700" cmpd="sng">
                      <a:noFill/>
                      <a:prstDash val="solid"/>
                    </a:lnBlToTr>
                    <a:solidFill>
                      <a:schemeClr val="tx2"/>
                    </a:solidFill>
                  </a:tcPr>
                </a:tc>
                <a:tc>
                  <a:txBody>
                    <a:bodyPr/>
                    <a:lstStyle/>
                    <a:p>
                      <a:pPr algn="r"/>
                      <a:endParaRPr kumimoji="1" lang="ja-JP" altLang="en-US" sz="1100" b="0">
                        <a:solidFill>
                          <a:schemeClr val="bg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a:noFill/>
                    </a:lnB>
                    <a:lnTlToBr w="12700" cmpd="sng">
                      <a:noFill/>
                      <a:prstDash val="solid"/>
                    </a:lnTlToBr>
                    <a:lnBlToTr w="12700" cmpd="sng">
                      <a:noFill/>
                      <a:prstDash val="solid"/>
                    </a:lnBlToTr>
                    <a:solidFill>
                      <a:schemeClr val="tx2"/>
                    </a:solidFill>
                  </a:tcPr>
                </a:tc>
                <a:tc>
                  <a:txBody>
                    <a:bodyPr/>
                    <a:lstStyle/>
                    <a:p>
                      <a:pPr algn="r"/>
                      <a:endParaRPr kumimoji="1" lang="ja-JP" altLang="en-US" sz="1100" b="0">
                        <a:solidFill>
                          <a:schemeClr val="bg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877567461"/>
                  </a:ext>
                </a:extLst>
              </a:tr>
              <a:tr h="504000">
                <a:tc>
                  <a:txBody>
                    <a:bodyPr/>
                    <a:lstStyle/>
                    <a:p>
                      <a:pPr algn="ctr"/>
                      <a:endParaRPr kumimoji="1" lang="ja-JP" altLang="en-US" sz="1600" b="1">
                        <a:solidFill>
                          <a:schemeClr val="tx2"/>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w="25400" cmpd="sng">
                      <a:noFill/>
                    </a:lnB>
                    <a:lnTlToBr w="12700" cmpd="sng">
                      <a:noFill/>
                      <a:prstDash val="solid"/>
                    </a:lnTlToBr>
                    <a:lnBlToTr w="12700" cmpd="sng">
                      <a:noFill/>
                      <a:prstDash val="solid"/>
                    </a:lnBlToTr>
                    <a:noFill/>
                  </a:tcPr>
                </a:tc>
                <a:tc>
                  <a:txBody>
                    <a:bodyPr/>
                    <a:lstStyle/>
                    <a:p>
                      <a:endParaRPr kumimoji="1" lang="ja-JP" altLang="en-US" sz="14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w="25400" cmpd="sng">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w="25400" cmpd="sng">
                      <a:noFill/>
                    </a:lnB>
                    <a:lnTlToBr w="12700" cmpd="sng">
                      <a:noFill/>
                      <a:prstDash val="solid"/>
                    </a:lnTlToBr>
                    <a:lnBlToTr w="12700" cmpd="sng">
                      <a:noFill/>
                      <a:prstDash val="solid"/>
                    </a:lnBlToTr>
                    <a:noFill/>
                  </a:tcPr>
                </a:tc>
                <a:tc>
                  <a:txBody>
                    <a:bodyPr/>
                    <a:lstStyle/>
                    <a:p>
                      <a:pPr algn="r"/>
                      <a:endParaRPr kumimoji="1" lang="ja-JP" altLang="en-US" sz="1100" b="0">
                        <a:solidFill>
                          <a:schemeClr val="tx1"/>
                        </a:solidFill>
                        <a:latin typeface="BIZ UDP明朝 Medium" panose="02020500000000000000" pitchFamily="18" charset="-128"/>
                        <a:ea typeface="BIZ UDP明朝 Medium" panose="02020500000000000000" pitchFamily="18" charset="-128"/>
                        <a:cs typeface="Times New Roman" panose="02020603050405020304" pitchFamily="18" charset="0"/>
                      </a:endParaRPr>
                    </a:p>
                  </a:txBody>
                  <a:tcPr anchor="ctr">
                    <a:lnL>
                      <a:noFill/>
                    </a:lnL>
                    <a:lnR>
                      <a:noFill/>
                    </a:lnR>
                    <a:lnT>
                      <a:noFill/>
                    </a:lnT>
                    <a:lnB w="254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83102566"/>
                  </a:ext>
                </a:extLst>
              </a:tr>
            </a:tbl>
          </a:graphicData>
        </a:graphic>
      </p:graphicFrame>
      <p:sp>
        <p:nvSpPr>
          <p:cNvPr id="3" name="Slide Number Placeholder 2">
            <a:extLst>
              <a:ext uri="{FF2B5EF4-FFF2-40B4-BE49-F238E27FC236}">
                <a16:creationId xmlns:a16="http://schemas.microsoft.com/office/drawing/2014/main" id="{DE9B9169-BDAD-4B84-5FC4-100AB88B52AB}"/>
              </a:ext>
            </a:extLst>
          </p:cNvPr>
          <p:cNvSpPr>
            <a:spLocks noGrp="1"/>
          </p:cNvSpPr>
          <p:nvPr>
            <p:ph type="sldNum" sz="quarter" idx="18"/>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3DCA5C9-2E11-4C67-86EB-AE1DE127DC64}" type="slidenum">
              <a:rPr kumimoji="0" lang="en-US" sz="900" b="0" i="0" u="none" strike="noStrike" kern="1200" cap="none" spc="0" normalizeH="0" baseline="0" noProof="0" smtClean="0">
                <a:ln>
                  <a:noFill/>
                </a:ln>
                <a:solidFill>
                  <a:srgbClr val="000000"/>
                </a:solidFill>
                <a:effectLst/>
                <a:uLnTx/>
                <a:uFillTx/>
                <a:latin typeface="Times New Roman" panose="02020603050405020304"/>
                <a:ea typeface="BIZ UDP明朝 Medium" panose="02020500000000000000" pitchFamily="18" charset="-128"/>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900" b="0" i="0" u="none" strike="noStrike" kern="1200" cap="none" spc="0" normalizeH="0" baseline="0" noProof="0">
              <a:ln>
                <a:noFill/>
              </a:ln>
              <a:solidFill>
                <a:srgbClr val="000000"/>
              </a:solidFill>
              <a:effectLst/>
              <a:uLnTx/>
              <a:uFillTx/>
              <a:latin typeface="Times New Roman" panose="02020603050405020304"/>
              <a:ea typeface="BIZ UDP明朝 Medium" panose="02020500000000000000" pitchFamily="18" charset="-128"/>
            </a:endParaRPr>
          </a:p>
        </p:txBody>
      </p:sp>
    </p:spTree>
    <p:extLst>
      <p:ext uri="{BB962C8B-B14F-4D97-AF65-F5344CB8AC3E}">
        <p14:creationId xmlns:p14="http://schemas.microsoft.com/office/powerpoint/2010/main" val="6510295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FE839-B9AC-982B-723A-054EBD729988}"/>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DBA92635-8CD2-ECFC-E5B7-27BF4062EBC8}"/>
              </a:ext>
            </a:extLst>
          </p:cNvPr>
          <p:cNvSpPr>
            <a:spLocks noGrp="1"/>
          </p:cNvSpPr>
          <p:nvPr>
            <p:ph type="body" sz="quarter" idx="17"/>
          </p:nvPr>
        </p:nvSpPr>
        <p:spPr/>
        <p:txBody>
          <a:bodyPr/>
          <a:lstStyle/>
          <a:p>
            <a:r>
              <a:rPr lang="ja-JP" altLang="en-US"/>
              <a:t>経営者評価の一貫性確保の観点から、指名と報酬の両委員会の戦略的連動は、避けては通れない</a:t>
            </a:r>
          </a:p>
        </p:txBody>
      </p:sp>
      <p:sp>
        <p:nvSpPr>
          <p:cNvPr id="3" name="タイトル 2">
            <a:extLst>
              <a:ext uri="{FF2B5EF4-FFF2-40B4-BE49-F238E27FC236}">
                <a16:creationId xmlns:a16="http://schemas.microsoft.com/office/drawing/2014/main" id="{00850256-2AF7-76B5-9A54-BC68C46A1530}"/>
              </a:ext>
            </a:extLst>
          </p:cNvPr>
          <p:cNvSpPr>
            <a:spLocks noGrp="1"/>
          </p:cNvSpPr>
          <p:nvPr>
            <p:ph type="title"/>
          </p:nvPr>
        </p:nvSpPr>
        <p:spPr/>
        <p:txBody>
          <a:bodyPr/>
          <a:lstStyle/>
          <a:p>
            <a:r>
              <a:rPr lang="ja-JP" altLang="en-US"/>
              <a:t>指名と報酬の関係　</a:t>
            </a:r>
            <a:r>
              <a:rPr lang="en-US" altLang="ja-JP"/>
              <a:t>― </a:t>
            </a:r>
            <a:r>
              <a:rPr lang="ja-JP" altLang="en-US"/>
              <a:t>いずれの領域でも「経営者評価」は核心的なテーマ</a:t>
            </a:r>
            <a:endParaRPr kumimoji="1" lang="ja-JP" altLang="en-US" sz="2800">
              <a:ea typeface="BIZ UDP明朝 Medium" panose="02020500000000000000" pitchFamily="18" charset="-128"/>
            </a:endParaRPr>
          </a:p>
        </p:txBody>
      </p:sp>
      <p:sp>
        <p:nvSpPr>
          <p:cNvPr id="5" name="フッター プレースホルダー 4">
            <a:extLst>
              <a:ext uri="{FF2B5EF4-FFF2-40B4-BE49-F238E27FC236}">
                <a16:creationId xmlns:a16="http://schemas.microsoft.com/office/drawing/2014/main" id="{87174E49-C72E-80B5-8F0B-DE1D1EB08E57}"/>
              </a:ext>
            </a:extLst>
          </p:cNvPr>
          <p:cNvSpPr>
            <a:spLocks noGrp="1"/>
          </p:cNvSpPr>
          <p:nvPr>
            <p:ph type="ftr" sz="quarter" idx="10"/>
          </p:nvPr>
        </p:nvSpPr>
        <p:spPr/>
        <p:txBody>
          <a:bodyPr/>
          <a:lstStyle/>
          <a:p>
            <a:pPr lvl="6"/>
            <a:r>
              <a:rPr lang="en-US"/>
              <a:t>© 2025 WTW. Proprietary and confidential. For WTW and WTW client use only.</a:t>
            </a:r>
          </a:p>
        </p:txBody>
      </p:sp>
      <p:sp>
        <p:nvSpPr>
          <p:cNvPr id="7" name="正方形/長方形 6">
            <a:extLst>
              <a:ext uri="{FF2B5EF4-FFF2-40B4-BE49-F238E27FC236}">
                <a16:creationId xmlns:a16="http://schemas.microsoft.com/office/drawing/2014/main" id="{5F7DDA24-2370-79B3-FF83-9F610778C458}"/>
              </a:ext>
            </a:extLst>
          </p:cNvPr>
          <p:cNvSpPr/>
          <p:nvPr/>
        </p:nvSpPr>
        <p:spPr bwMode="auto">
          <a:xfrm>
            <a:off x="4490184" y="1941154"/>
            <a:ext cx="2366456" cy="294548"/>
          </a:xfrm>
          <a:prstGeom prst="rect">
            <a:avLst/>
          </a:prstGeom>
          <a:solidFill>
            <a:schemeClr val="accent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en-US" altLang="ja-JP" sz="1600" b="0" i="0">
                <a:solidFill>
                  <a:schemeClr val="bg1"/>
                </a:solidFill>
                <a:latin typeface="+mj-lt"/>
                <a:ea typeface="BIZ UDP明朝 Medium" panose="02020500000000000000" pitchFamily="18" charset="-128"/>
                <a:cs typeface="Roboto" panose="02000000000000000000" pitchFamily="2" charset="0"/>
              </a:rPr>
              <a:t>CEO</a:t>
            </a:r>
            <a:endParaRPr kumimoji="1" lang="ja-JP" alt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8" name="正方形/長方形 7">
            <a:extLst>
              <a:ext uri="{FF2B5EF4-FFF2-40B4-BE49-F238E27FC236}">
                <a16:creationId xmlns:a16="http://schemas.microsoft.com/office/drawing/2014/main" id="{81F8374E-06C1-51F6-1AD1-C66E19903792}"/>
              </a:ext>
            </a:extLst>
          </p:cNvPr>
          <p:cNvSpPr/>
          <p:nvPr/>
        </p:nvSpPr>
        <p:spPr bwMode="auto">
          <a:xfrm>
            <a:off x="6922971" y="1941154"/>
            <a:ext cx="2366456" cy="294548"/>
          </a:xfrm>
          <a:prstGeom prst="rect">
            <a:avLst/>
          </a:prstGeom>
          <a:solidFill>
            <a:schemeClr val="accent3"/>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en-US" altLang="ja-JP" sz="1600" b="0" i="0">
                <a:solidFill>
                  <a:schemeClr val="bg1"/>
                </a:solidFill>
                <a:latin typeface="+mj-lt"/>
                <a:ea typeface="BIZ UDP明朝 Medium" panose="02020500000000000000" pitchFamily="18" charset="-128"/>
                <a:cs typeface="Roboto" panose="02000000000000000000" pitchFamily="2" charset="0"/>
              </a:rPr>
              <a:t>Executive Officer</a:t>
            </a:r>
            <a:endParaRPr kumimoji="1" lang="ja-JP" alt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9" name="正方形/長方形 8">
            <a:extLst>
              <a:ext uri="{FF2B5EF4-FFF2-40B4-BE49-F238E27FC236}">
                <a16:creationId xmlns:a16="http://schemas.microsoft.com/office/drawing/2014/main" id="{9EC042A6-A2DB-DB32-F242-F70C307881DC}"/>
              </a:ext>
            </a:extLst>
          </p:cNvPr>
          <p:cNvSpPr/>
          <p:nvPr/>
        </p:nvSpPr>
        <p:spPr bwMode="auto">
          <a:xfrm>
            <a:off x="2095343" y="1943989"/>
            <a:ext cx="2328512" cy="291128"/>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sz="1600" b="0" i="0">
                <a:solidFill>
                  <a:schemeClr val="bg1"/>
                </a:solidFill>
                <a:latin typeface="+mj-lt"/>
                <a:ea typeface="BIZ UDP明朝 Medium" panose="02020500000000000000" pitchFamily="18" charset="-128"/>
                <a:cs typeface="Roboto" panose="02000000000000000000" pitchFamily="2" charset="0"/>
              </a:rPr>
              <a:t>独立社外取締役</a:t>
            </a:r>
          </a:p>
        </p:txBody>
      </p:sp>
      <p:sp>
        <p:nvSpPr>
          <p:cNvPr id="10" name="正方形/長方形 9">
            <a:extLst>
              <a:ext uri="{FF2B5EF4-FFF2-40B4-BE49-F238E27FC236}">
                <a16:creationId xmlns:a16="http://schemas.microsoft.com/office/drawing/2014/main" id="{9B56F9D9-DBAB-5DA5-C39C-2A67EED6134C}"/>
              </a:ext>
            </a:extLst>
          </p:cNvPr>
          <p:cNvSpPr/>
          <p:nvPr/>
        </p:nvSpPr>
        <p:spPr bwMode="auto">
          <a:xfrm>
            <a:off x="9355756" y="1941154"/>
            <a:ext cx="2366456" cy="294548"/>
          </a:xfrm>
          <a:prstGeom prst="rect">
            <a:avLst/>
          </a:prstGeom>
          <a:solidFill>
            <a:schemeClr val="accent3"/>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en-US" altLang="ja-JP" sz="1600" b="0" i="0">
                <a:solidFill>
                  <a:schemeClr val="bg1"/>
                </a:solidFill>
                <a:latin typeface="+mj-lt"/>
                <a:ea typeface="BIZ UDP明朝 Medium" panose="02020500000000000000" pitchFamily="18" charset="-128"/>
                <a:cs typeface="Roboto" panose="02000000000000000000" pitchFamily="2" charset="0"/>
              </a:rPr>
              <a:t>Senior Executive</a:t>
            </a:r>
            <a:endParaRPr kumimoji="1" lang="ja-JP" alt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11" name="正方形/長方形 10">
            <a:extLst>
              <a:ext uri="{FF2B5EF4-FFF2-40B4-BE49-F238E27FC236}">
                <a16:creationId xmlns:a16="http://schemas.microsoft.com/office/drawing/2014/main" id="{33EBDB79-D6A1-CC82-7A1E-0FD591E3DB31}"/>
              </a:ext>
            </a:extLst>
          </p:cNvPr>
          <p:cNvSpPr/>
          <p:nvPr/>
        </p:nvSpPr>
        <p:spPr bwMode="auto">
          <a:xfrm>
            <a:off x="457200" y="2642368"/>
            <a:ext cx="1487104" cy="683394"/>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sz="1600" b="0" i="0">
                <a:solidFill>
                  <a:schemeClr val="bg1"/>
                </a:solidFill>
                <a:latin typeface="+mj-lt"/>
                <a:ea typeface="BIZ UDP明朝 Medium" panose="02020500000000000000" pitchFamily="18" charset="-128"/>
                <a:cs typeface="Roboto" panose="02000000000000000000" pitchFamily="2" charset="0"/>
              </a:rPr>
              <a:t>選解任</a:t>
            </a:r>
          </a:p>
        </p:txBody>
      </p:sp>
      <p:sp>
        <p:nvSpPr>
          <p:cNvPr id="12" name="正方形/長方形 11">
            <a:extLst>
              <a:ext uri="{FF2B5EF4-FFF2-40B4-BE49-F238E27FC236}">
                <a16:creationId xmlns:a16="http://schemas.microsoft.com/office/drawing/2014/main" id="{C32D1C6F-4C81-15A5-1542-AA0BAF5048CE}"/>
              </a:ext>
            </a:extLst>
          </p:cNvPr>
          <p:cNvSpPr/>
          <p:nvPr/>
        </p:nvSpPr>
        <p:spPr bwMode="auto">
          <a:xfrm>
            <a:off x="457196" y="4284276"/>
            <a:ext cx="1487104" cy="683394"/>
          </a:xfrm>
          <a:prstGeom prst="rect">
            <a:avLst/>
          </a:prstGeom>
          <a:solidFill>
            <a:schemeClr val="tx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sz="1600" b="0" i="0">
                <a:solidFill>
                  <a:schemeClr val="bg1"/>
                </a:solidFill>
                <a:latin typeface="+mj-lt"/>
                <a:ea typeface="BIZ UDP明朝 Medium" panose="02020500000000000000" pitchFamily="18" charset="-128"/>
                <a:cs typeface="Roboto" panose="02000000000000000000" pitchFamily="2" charset="0"/>
              </a:rPr>
              <a:t>評価</a:t>
            </a:r>
          </a:p>
        </p:txBody>
      </p:sp>
      <p:sp>
        <p:nvSpPr>
          <p:cNvPr id="13" name="正方形/長方形 12">
            <a:extLst>
              <a:ext uri="{FF2B5EF4-FFF2-40B4-BE49-F238E27FC236}">
                <a16:creationId xmlns:a16="http://schemas.microsoft.com/office/drawing/2014/main" id="{14338DA4-E195-0B2B-9B4C-626E4D88C9E0}"/>
              </a:ext>
            </a:extLst>
          </p:cNvPr>
          <p:cNvSpPr/>
          <p:nvPr/>
        </p:nvSpPr>
        <p:spPr bwMode="auto">
          <a:xfrm>
            <a:off x="457195" y="5105230"/>
            <a:ext cx="1487104" cy="683394"/>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sz="1600" b="0" i="0">
                <a:solidFill>
                  <a:schemeClr val="bg1"/>
                </a:solidFill>
                <a:latin typeface="+mj-lt"/>
                <a:ea typeface="BIZ UDP明朝 Medium" panose="02020500000000000000" pitchFamily="18" charset="-128"/>
                <a:cs typeface="Roboto" panose="02000000000000000000" pitchFamily="2" charset="0"/>
              </a:rPr>
              <a:t>報酬</a:t>
            </a:r>
          </a:p>
        </p:txBody>
      </p:sp>
      <p:sp>
        <p:nvSpPr>
          <p:cNvPr id="14" name="正方形/長方形 13">
            <a:extLst>
              <a:ext uri="{FF2B5EF4-FFF2-40B4-BE49-F238E27FC236}">
                <a16:creationId xmlns:a16="http://schemas.microsoft.com/office/drawing/2014/main" id="{BBB0BB20-8ABD-1CFE-3A7E-1342A00831FE}"/>
              </a:ext>
            </a:extLst>
          </p:cNvPr>
          <p:cNvSpPr/>
          <p:nvPr/>
        </p:nvSpPr>
        <p:spPr bwMode="auto">
          <a:xfrm>
            <a:off x="457196" y="3463322"/>
            <a:ext cx="1487103" cy="683394"/>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sz="1600" b="0" i="0">
                <a:solidFill>
                  <a:schemeClr val="bg1"/>
                </a:solidFill>
                <a:latin typeface="+mj-lt"/>
                <a:ea typeface="BIZ UDP明朝 Medium" panose="02020500000000000000" pitchFamily="18" charset="-128"/>
                <a:cs typeface="Roboto" panose="02000000000000000000" pitchFamily="2" charset="0"/>
              </a:rPr>
              <a:t>後継者計画</a:t>
            </a:r>
          </a:p>
        </p:txBody>
      </p:sp>
      <p:sp>
        <p:nvSpPr>
          <p:cNvPr id="15" name="Line 24">
            <a:extLst>
              <a:ext uri="{FF2B5EF4-FFF2-40B4-BE49-F238E27FC236}">
                <a16:creationId xmlns:a16="http://schemas.microsoft.com/office/drawing/2014/main" id="{C5737929-4420-9DF3-E1F0-5E398ED6B41A}"/>
              </a:ext>
            </a:extLst>
          </p:cNvPr>
          <p:cNvSpPr>
            <a:spLocks noChangeShapeType="1"/>
          </p:cNvSpPr>
          <p:nvPr/>
        </p:nvSpPr>
        <p:spPr bwMode="auto">
          <a:xfrm flipV="1">
            <a:off x="4551143" y="2414926"/>
            <a:ext cx="7106655" cy="1"/>
          </a:xfrm>
          <a:prstGeom prst="line">
            <a:avLst/>
          </a:prstGeom>
          <a:noFill/>
          <a:ln w="25400">
            <a:solidFill>
              <a:schemeClr val="accent3"/>
            </a:solidFill>
            <a:miter lim="800000"/>
            <a:headEnd type="diamond" w="med" len="med"/>
            <a:tailEnd type="diamond"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BIZ UDP明朝 Medium" panose="02020500000000000000" pitchFamily="18" charset="-128"/>
            </a:endParaRPr>
          </a:p>
        </p:txBody>
      </p:sp>
      <p:sp>
        <p:nvSpPr>
          <p:cNvPr id="16" name="Text Box 25">
            <a:extLst>
              <a:ext uri="{FF2B5EF4-FFF2-40B4-BE49-F238E27FC236}">
                <a16:creationId xmlns:a16="http://schemas.microsoft.com/office/drawing/2014/main" id="{CDFE00A1-AFFD-01A9-2918-3A87B86A5E99}"/>
              </a:ext>
            </a:extLst>
          </p:cNvPr>
          <p:cNvSpPr txBox="1">
            <a:spLocks noChangeArrowheads="1"/>
          </p:cNvSpPr>
          <p:nvPr/>
        </p:nvSpPr>
        <p:spPr bwMode="auto">
          <a:xfrm>
            <a:off x="6756932" y="2307210"/>
            <a:ext cx="1866945" cy="215444"/>
          </a:xfrm>
          <a:prstGeom prst="rect">
            <a:avLst/>
          </a:prstGeom>
          <a:solidFill>
            <a:schemeClr val="bg1"/>
          </a:solidFill>
          <a:ln>
            <a:noFill/>
          </a:ln>
        </p:spPr>
        <p:txBody>
          <a:bodyPr wrap="square" lIns="0" tIns="0" rIns="0" bIns="0" anchor="t">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lnSpc>
                <a:spcPct val="90000"/>
              </a:lnSpc>
              <a:spcBef>
                <a:spcPct val="0"/>
              </a:spcBef>
              <a:spcAft>
                <a:spcPct val="0"/>
              </a:spcAft>
              <a:defRPr>
                <a:solidFill>
                  <a:schemeClr val="tx1"/>
                </a:solidFill>
                <a:latin typeface="Arial" charset="0"/>
                <a:cs typeface="Arial" charset="0"/>
              </a:defRPr>
            </a:lvl6pPr>
            <a:lvl7pPr marL="2971800" indent="-228600" eaLnBrk="0" fontAlgn="base" hangingPunct="0">
              <a:lnSpc>
                <a:spcPct val="90000"/>
              </a:lnSpc>
              <a:spcBef>
                <a:spcPct val="0"/>
              </a:spcBef>
              <a:spcAft>
                <a:spcPct val="0"/>
              </a:spcAft>
              <a:defRPr>
                <a:solidFill>
                  <a:schemeClr val="tx1"/>
                </a:solidFill>
                <a:latin typeface="Arial" charset="0"/>
                <a:cs typeface="Arial" charset="0"/>
              </a:defRPr>
            </a:lvl7pPr>
            <a:lvl8pPr marL="3429000" indent="-228600" eaLnBrk="0" fontAlgn="base" hangingPunct="0">
              <a:lnSpc>
                <a:spcPct val="90000"/>
              </a:lnSpc>
              <a:spcBef>
                <a:spcPct val="0"/>
              </a:spcBef>
              <a:spcAft>
                <a:spcPct val="0"/>
              </a:spcAft>
              <a:defRPr>
                <a:solidFill>
                  <a:schemeClr val="tx1"/>
                </a:solidFill>
                <a:latin typeface="Arial" charset="0"/>
                <a:cs typeface="Arial" charset="0"/>
              </a:defRPr>
            </a:lvl8pPr>
            <a:lvl9pPr marL="3886200" indent="-228600" eaLnBrk="0" fontAlgn="base" hangingPunct="0">
              <a:lnSpc>
                <a:spcPct val="90000"/>
              </a:lnSpc>
              <a:spcBef>
                <a:spcPct val="0"/>
              </a:spcBef>
              <a:spcAft>
                <a:spcPct val="0"/>
              </a:spcAft>
              <a:defRPr>
                <a:solidFill>
                  <a:schemeClr val="tx1"/>
                </a:solidFill>
                <a:latin typeface="Arial" charset="0"/>
                <a:cs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400" b="1" u="none" strike="noStrike" kern="1200" cap="none" spc="0" normalizeH="0" baseline="0" noProof="0">
                <a:ln>
                  <a:noFill/>
                </a:ln>
                <a:solidFill>
                  <a:schemeClr val="accent3"/>
                </a:solidFill>
                <a:effectLst/>
                <a:uLnTx/>
                <a:uFillTx/>
                <a:latin typeface="+mj-lt"/>
                <a:ea typeface="BIZ UDP明朝 Medium" panose="02020500000000000000" pitchFamily="18" charset="-128"/>
                <a:cs typeface="Arial"/>
              </a:rPr>
              <a:t>リーダーシップ・チーム</a:t>
            </a:r>
            <a:endParaRPr kumimoji="0" lang="en-US" sz="1400" b="1" u="none" strike="noStrike" kern="1200" cap="none" spc="0" normalizeH="0" baseline="0" noProof="0">
              <a:ln>
                <a:noFill/>
              </a:ln>
              <a:solidFill>
                <a:schemeClr val="accent3"/>
              </a:solidFill>
              <a:effectLst/>
              <a:uLnTx/>
              <a:uFillTx/>
              <a:latin typeface="+mj-lt"/>
              <a:ea typeface="BIZ UDP明朝 Medium" panose="02020500000000000000" pitchFamily="18" charset="-128"/>
              <a:cs typeface="Arial"/>
            </a:endParaRPr>
          </a:p>
        </p:txBody>
      </p:sp>
      <p:sp>
        <p:nvSpPr>
          <p:cNvPr id="17" name="Line 24">
            <a:extLst>
              <a:ext uri="{FF2B5EF4-FFF2-40B4-BE49-F238E27FC236}">
                <a16:creationId xmlns:a16="http://schemas.microsoft.com/office/drawing/2014/main" id="{EEAC149B-0FA3-AC4E-FF9D-DCAC635CCE81}"/>
              </a:ext>
            </a:extLst>
          </p:cNvPr>
          <p:cNvSpPr>
            <a:spLocks noChangeShapeType="1"/>
          </p:cNvSpPr>
          <p:nvPr/>
        </p:nvSpPr>
        <p:spPr bwMode="auto">
          <a:xfrm flipV="1">
            <a:off x="2095343" y="1722307"/>
            <a:ext cx="4661591" cy="4001"/>
          </a:xfrm>
          <a:prstGeom prst="line">
            <a:avLst/>
          </a:prstGeom>
          <a:noFill/>
          <a:ln w="25400">
            <a:solidFill>
              <a:schemeClr val="accent1"/>
            </a:solidFill>
            <a:miter lim="800000"/>
            <a:headEnd type="diamond" w="med" len="med"/>
            <a:tailEnd type="diamond"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BIZ UDP明朝 Medium" panose="02020500000000000000" pitchFamily="18" charset="-128"/>
            </a:endParaRPr>
          </a:p>
        </p:txBody>
      </p:sp>
      <p:sp>
        <p:nvSpPr>
          <p:cNvPr id="18" name="Text Box 25">
            <a:extLst>
              <a:ext uri="{FF2B5EF4-FFF2-40B4-BE49-F238E27FC236}">
                <a16:creationId xmlns:a16="http://schemas.microsoft.com/office/drawing/2014/main" id="{A60958C2-2EEA-B9D0-08B8-1A4666FA97AE}"/>
              </a:ext>
            </a:extLst>
          </p:cNvPr>
          <p:cNvSpPr txBox="1">
            <a:spLocks noChangeArrowheads="1"/>
          </p:cNvSpPr>
          <p:nvPr/>
        </p:nvSpPr>
        <p:spPr bwMode="auto">
          <a:xfrm>
            <a:off x="3565218" y="1638092"/>
            <a:ext cx="1721839" cy="215444"/>
          </a:xfrm>
          <a:prstGeom prst="rect">
            <a:avLst/>
          </a:prstGeom>
          <a:solidFill>
            <a:schemeClr val="bg1"/>
          </a:solidFill>
          <a:ln>
            <a:noFill/>
          </a:ln>
        </p:spPr>
        <p:txBody>
          <a:bodyPr wrap="square" lIns="0" tIns="0" rIns="0" bIns="0" anchor="t">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lnSpc>
                <a:spcPct val="90000"/>
              </a:lnSpc>
              <a:spcBef>
                <a:spcPct val="0"/>
              </a:spcBef>
              <a:spcAft>
                <a:spcPct val="0"/>
              </a:spcAft>
              <a:defRPr>
                <a:solidFill>
                  <a:schemeClr val="tx1"/>
                </a:solidFill>
                <a:latin typeface="Arial" charset="0"/>
                <a:cs typeface="Arial" charset="0"/>
              </a:defRPr>
            </a:lvl6pPr>
            <a:lvl7pPr marL="2971800" indent="-228600" eaLnBrk="0" fontAlgn="base" hangingPunct="0">
              <a:lnSpc>
                <a:spcPct val="90000"/>
              </a:lnSpc>
              <a:spcBef>
                <a:spcPct val="0"/>
              </a:spcBef>
              <a:spcAft>
                <a:spcPct val="0"/>
              </a:spcAft>
              <a:defRPr>
                <a:solidFill>
                  <a:schemeClr val="tx1"/>
                </a:solidFill>
                <a:latin typeface="Arial" charset="0"/>
                <a:cs typeface="Arial" charset="0"/>
              </a:defRPr>
            </a:lvl7pPr>
            <a:lvl8pPr marL="3429000" indent="-228600" eaLnBrk="0" fontAlgn="base" hangingPunct="0">
              <a:lnSpc>
                <a:spcPct val="90000"/>
              </a:lnSpc>
              <a:spcBef>
                <a:spcPct val="0"/>
              </a:spcBef>
              <a:spcAft>
                <a:spcPct val="0"/>
              </a:spcAft>
              <a:defRPr>
                <a:solidFill>
                  <a:schemeClr val="tx1"/>
                </a:solidFill>
                <a:latin typeface="Arial" charset="0"/>
                <a:cs typeface="Arial" charset="0"/>
              </a:defRPr>
            </a:lvl8pPr>
            <a:lvl9pPr marL="3886200" indent="-228600" eaLnBrk="0" fontAlgn="base" hangingPunct="0">
              <a:lnSpc>
                <a:spcPct val="90000"/>
              </a:lnSpc>
              <a:spcBef>
                <a:spcPct val="0"/>
              </a:spcBef>
              <a:spcAft>
                <a:spcPct val="0"/>
              </a:spcAft>
              <a:defRPr>
                <a:solidFill>
                  <a:schemeClr val="tx1"/>
                </a:solidFill>
                <a:latin typeface="Arial" charset="0"/>
                <a:cs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400" b="1" i="0" u="none" strike="noStrike" kern="1200" cap="none" spc="0" normalizeH="0" baseline="0" noProof="0">
                <a:ln>
                  <a:noFill/>
                </a:ln>
                <a:solidFill>
                  <a:schemeClr val="accent1"/>
                </a:solidFill>
                <a:effectLst/>
                <a:uLnTx/>
                <a:uFillTx/>
                <a:latin typeface="+mj-lt"/>
                <a:ea typeface="BIZ UDP明朝 Medium" panose="02020500000000000000" pitchFamily="18" charset="-128"/>
                <a:cs typeface="Arial"/>
              </a:rPr>
              <a:t>ボード・メンバー</a:t>
            </a:r>
            <a:endParaRPr kumimoji="0" lang="en-US" sz="1400" b="1" i="0" u="none" strike="noStrike" kern="1200" cap="none" spc="0" normalizeH="0" baseline="0" noProof="0">
              <a:ln>
                <a:noFill/>
              </a:ln>
              <a:solidFill>
                <a:schemeClr val="accent1"/>
              </a:solidFill>
              <a:effectLst/>
              <a:uLnTx/>
              <a:uFillTx/>
              <a:latin typeface="+mj-lt"/>
              <a:ea typeface="BIZ UDP明朝 Medium" panose="02020500000000000000" pitchFamily="18" charset="-128"/>
            </a:endParaRPr>
          </a:p>
        </p:txBody>
      </p:sp>
      <p:sp>
        <p:nvSpPr>
          <p:cNvPr id="19" name="正方形/長方形 18">
            <a:extLst>
              <a:ext uri="{FF2B5EF4-FFF2-40B4-BE49-F238E27FC236}">
                <a16:creationId xmlns:a16="http://schemas.microsoft.com/office/drawing/2014/main" id="{3AA8B3B6-9CA2-8D50-8A6E-E3636C733EC0}"/>
              </a:ext>
            </a:extLst>
          </p:cNvPr>
          <p:cNvSpPr/>
          <p:nvPr/>
        </p:nvSpPr>
        <p:spPr bwMode="auto">
          <a:xfrm>
            <a:off x="2118726" y="2642368"/>
            <a:ext cx="2281746" cy="1504348"/>
          </a:xfrm>
          <a:prstGeom prst="rect">
            <a:avLst/>
          </a:prstGeom>
          <a:noFill/>
          <a:ln>
            <a:solidFill>
              <a:schemeClr val="bg1">
                <a:lumMod val="50000"/>
              </a:schemeClr>
            </a:solid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sz="1400" b="1" i="0">
                <a:latin typeface="+mj-lt"/>
                <a:ea typeface="BIZ UDP明朝 Medium" panose="02020500000000000000" pitchFamily="18" charset="-128"/>
                <a:cs typeface="Roboto" panose="02000000000000000000" pitchFamily="2" charset="0"/>
              </a:rPr>
              <a:t>指名委員会で議論</a:t>
            </a:r>
            <a:endParaRPr kumimoji="1" lang="en-US" altLang="ja-JP" sz="1400" b="1" i="0">
              <a:latin typeface="+mj-lt"/>
              <a:ea typeface="BIZ UDP明朝 Medium" panose="02020500000000000000" pitchFamily="18" charset="-128"/>
              <a:cs typeface="Roboto" panose="02000000000000000000" pitchFamily="2" charset="0"/>
            </a:endParaRPr>
          </a:p>
          <a:p>
            <a:pPr algn="ctr"/>
            <a:endParaRPr kumimoji="1" lang="en-US" altLang="ja-JP" sz="1400">
              <a:latin typeface="+mj-lt"/>
              <a:ea typeface="BIZ UDP明朝 Medium" panose="02020500000000000000" pitchFamily="18" charset="-128"/>
              <a:cs typeface="Roboto" panose="02000000000000000000" pitchFamily="2" charset="0"/>
            </a:endParaRPr>
          </a:p>
          <a:p>
            <a:r>
              <a:rPr kumimoji="1" lang="ja-JP" altLang="en-US" sz="1200" b="0" i="0">
                <a:latin typeface="+mj-lt"/>
                <a:ea typeface="BIZ UDP明朝 Medium" panose="02020500000000000000" pitchFamily="18" charset="-128"/>
                <a:cs typeface="Roboto" panose="02000000000000000000" pitchFamily="2" charset="0"/>
              </a:rPr>
              <a:t>取締役会による監督の実効性を担保・維持するため</a:t>
            </a:r>
            <a:r>
              <a:rPr kumimoji="1" lang="ja-JP" altLang="en-US" sz="1200">
                <a:latin typeface="+mj-lt"/>
                <a:ea typeface="BIZ UDP明朝 Medium" panose="02020500000000000000" pitchFamily="18" charset="-128"/>
                <a:cs typeface="Roboto" panose="02000000000000000000" pitchFamily="2" charset="0"/>
              </a:rPr>
              <a:t>には</a:t>
            </a:r>
            <a:r>
              <a:rPr kumimoji="1" lang="ja-JP" altLang="en-US" sz="1200" b="0" i="0">
                <a:latin typeface="+mj-lt"/>
                <a:ea typeface="BIZ UDP明朝 Medium" panose="02020500000000000000" pitchFamily="18" charset="-128"/>
                <a:cs typeface="Roboto" panose="02000000000000000000" pitchFamily="2" charset="0"/>
              </a:rPr>
              <a:t>、指名・後継者計画が重要なスコープとなる</a:t>
            </a:r>
            <a:endParaRPr kumimoji="1" lang="en-US" altLang="ja-JP" sz="1200" b="0" i="0">
              <a:latin typeface="+mj-lt"/>
              <a:ea typeface="BIZ UDP明朝 Medium" panose="02020500000000000000" pitchFamily="18" charset="-128"/>
              <a:cs typeface="Roboto" panose="02000000000000000000" pitchFamily="2" charset="0"/>
            </a:endParaRPr>
          </a:p>
        </p:txBody>
      </p:sp>
      <p:sp>
        <p:nvSpPr>
          <p:cNvPr id="20" name="正方形/長方形 19">
            <a:extLst>
              <a:ext uri="{FF2B5EF4-FFF2-40B4-BE49-F238E27FC236}">
                <a16:creationId xmlns:a16="http://schemas.microsoft.com/office/drawing/2014/main" id="{793CC6CA-A355-9761-6712-5B32C9C32510}"/>
              </a:ext>
            </a:extLst>
          </p:cNvPr>
          <p:cNvSpPr/>
          <p:nvPr/>
        </p:nvSpPr>
        <p:spPr bwMode="auto">
          <a:xfrm>
            <a:off x="2118464" y="5102341"/>
            <a:ext cx="2281748" cy="683394"/>
          </a:xfrm>
          <a:prstGeom prst="rect">
            <a:avLst/>
          </a:prstGeom>
          <a:solidFill>
            <a:schemeClr val="bg1">
              <a:lumMod val="95000"/>
            </a:schemeClr>
          </a:solidFill>
          <a:ln>
            <a:solidFill>
              <a:schemeClr val="bg1">
                <a:lumMod val="50000"/>
              </a:schemeClr>
            </a:solid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r>
              <a:rPr kumimoji="1" lang="ja-JP" altLang="en-US" sz="1200" b="0" i="0">
                <a:latin typeface="+mj-lt"/>
                <a:ea typeface="BIZ UDP明朝 Medium" panose="02020500000000000000" pitchFamily="18" charset="-128"/>
                <a:cs typeface="Roboto" panose="02000000000000000000" pitchFamily="2" charset="0"/>
              </a:rPr>
              <a:t>年度の評価との連動性が低いため、指名委員会で対応するケースもある</a:t>
            </a:r>
          </a:p>
        </p:txBody>
      </p:sp>
      <p:sp>
        <p:nvSpPr>
          <p:cNvPr id="21" name="正方形/長方形 20">
            <a:extLst>
              <a:ext uri="{FF2B5EF4-FFF2-40B4-BE49-F238E27FC236}">
                <a16:creationId xmlns:a16="http://schemas.microsoft.com/office/drawing/2014/main" id="{E9AC5489-A6D2-A2BE-E715-52360B4DF7F9}"/>
              </a:ext>
            </a:extLst>
          </p:cNvPr>
          <p:cNvSpPr/>
          <p:nvPr/>
        </p:nvSpPr>
        <p:spPr bwMode="auto">
          <a:xfrm>
            <a:off x="4532539" y="2642368"/>
            <a:ext cx="2281746" cy="1504347"/>
          </a:xfrm>
          <a:prstGeom prst="rect">
            <a:avLst/>
          </a:prstGeom>
          <a:noFill/>
          <a:ln>
            <a:solidFill>
              <a:schemeClr val="bg1">
                <a:lumMod val="50000"/>
              </a:schemeClr>
            </a:solid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sz="1400" b="1" i="0">
                <a:latin typeface="+mj-lt"/>
                <a:ea typeface="BIZ UDP明朝 Medium" panose="02020500000000000000" pitchFamily="18" charset="-128"/>
                <a:cs typeface="Roboto" panose="02000000000000000000" pitchFamily="2" charset="0"/>
              </a:rPr>
              <a:t>指名委員会で議論</a:t>
            </a:r>
            <a:endParaRPr kumimoji="1" lang="en-US" altLang="ja-JP" sz="1400" b="1" i="0">
              <a:latin typeface="+mj-lt"/>
              <a:ea typeface="BIZ UDP明朝 Medium" panose="02020500000000000000" pitchFamily="18" charset="-128"/>
              <a:cs typeface="Roboto" panose="02000000000000000000" pitchFamily="2" charset="0"/>
            </a:endParaRPr>
          </a:p>
          <a:p>
            <a:pPr algn="ctr"/>
            <a:endParaRPr kumimoji="1" lang="en-US" altLang="ja-JP" sz="1400">
              <a:latin typeface="+mj-lt"/>
              <a:ea typeface="BIZ UDP明朝 Medium" panose="02020500000000000000" pitchFamily="18" charset="-128"/>
              <a:cs typeface="Roboto" panose="02000000000000000000" pitchFamily="2" charset="0"/>
            </a:endParaRPr>
          </a:p>
          <a:p>
            <a:r>
              <a:rPr kumimoji="1" lang="ja-JP" altLang="en-US" sz="1200">
                <a:latin typeface="+mj-lt"/>
                <a:ea typeface="BIZ UDP明朝 Medium" panose="02020500000000000000" pitchFamily="18" charset="-128"/>
                <a:cs typeface="Roboto" panose="02000000000000000000" pitchFamily="2" charset="0"/>
              </a:rPr>
              <a:t>取締役会による監督において、特に、</a:t>
            </a:r>
            <a:r>
              <a:rPr kumimoji="1" lang="en-US" altLang="ja-JP" sz="1200">
                <a:latin typeface="+mj-lt"/>
                <a:ea typeface="BIZ UDP明朝 Medium" panose="02020500000000000000" pitchFamily="18" charset="-128"/>
                <a:cs typeface="Roboto" panose="02000000000000000000" pitchFamily="2" charset="0"/>
              </a:rPr>
              <a:t>CEO</a:t>
            </a:r>
            <a:r>
              <a:rPr kumimoji="1" lang="ja-JP" altLang="en-US" sz="1200">
                <a:latin typeface="+mj-lt"/>
                <a:ea typeface="BIZ UDP明朝 Medium" panose="02020500000000000000" pitchFamily="18" charset="-128"/>
                <a:cs typeface="Roboto" panose="02000000000000000000" pitchFamily="2" charset="0"/>
              </a:rPr>
              <a:t>の選解任（および後継者計画）は</a:t>
            </a:r>
            <a:r>
              <a:rPr kumimoji="1" lang="ja-JP" altLang="en-US" sz="1200">
                <a:ea typeface="BIZ UDP明朝 Medium" panose="02020500000000000000" pitchFamily="18" charset="-128"/>
                <a:cs typeface="Roboto" panose="02000000000000000000" pitchFamily="2" charset="0"/>
              </a:rPr>
              <a:t>重要なテーマとなる</a:t>
            </a:r>
            <a:endParaRPr kumimoji="1" lang="en-US" altLang="ja-JP" sz="1200">
              <a:ea typeface="BIZ UDP明朝 Medium" panose="02020500000000000000" pitchFamily="18" charset="-128"/>
              <a:cs typeface="Roboto" panose="02000000000000000000" pitchFamily="2" charset="0"/>
            </a:endParaRPr>
          </a:p>
        </p:txBody>
      </p:sp>
      <p:sp>
        <p:nvSpPr>
          <p:cNvPr id="22" name="正方形/長方形 21">
            <a:extLst>
              <a:ext uri="{FF2B5EF4-FFF2-40B4-BE49-F238E27FC236}">
                <a16:creationId xmlns:a16="http://schemas.microsoft.com/office/drawing/2014/main" id="{EEC2E9A4-9824-79E2-7FEC-714FEC10513E}"/>
              </a:ext>
            </a:extLst>
          </p:cNvPr>
          <p:cNvSpPr/>
          <p:nvPr/>
        </p:nvSpPr>
        <p:spPr bwMode="auto">
          <a:xfrm>
            <a:off x="4532539" y="5105229"/>
            <a:ext cx="7171780" cy="683394"/>
          </a:xfrm>
          <a:prstGeom prst="rect">
            <a:avLst/>
          </a:prstGeom>
          <a:noFill/>
          <a:ln>
            <a:solidFill>
              <a:schemeClr val="bg1">
                <a:lumMod val="50000"/>
              </a:schemeClr>
            </a:solid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spcAft>
                <a:spcPts val="600"/>
              </a:spcAft>
            </a:pPr>
            <a:r>
              <a:rPr kumimoji="1" lang="ja-JP" altLang="en-US" sz="1400" b="1" i="0">
                <a:latin typeface="+mj-lt"/>
                <a:ea typeface="BIZ UDP明朝 Medium" panose="02020500000000000000" pitchFamily="18" charset="-128"/>
                <a:cs typeface="Roboto" panose="02000000000000000000" pitchFamily="2" charset="0"/>
              </a:rPr>
              <a:t>報酬委員会で議論</a:t>
            </a:r>
            <a:endParaRPr kumimoji="1" lang="en-US" altLang="ja-JP" sz="1400" b="1" i="0">
              <a:latin typeface="+mj-lt"/>
              <a:ea typeface="BIZ UDP明朝 Medium" panose="02020500000000000000" pitchFamily="18" charset="-128"/>
              <a:cs typeface="Roboto" panose="02000000000000000000" pitchFamily="2" charset="0"/>
            </a:endParaRPr>
          </a:p>
          <a:p>
            <a:pPr algn="ctr"/>
            <a:r>
              <a:rPr kumimoji="1" lang="ja-JP" altLang="en-US" sz="1200" b="0" i="0">
                <a:latin typeface="+mj-lt"/>
                <a:ea typeface="BIZ UDP明朝 Medium" panose="02020500000000000000" pitchFamily="18" charset="-128"/>
                <a:cs typeface="Roboto" panose="02000000000000000000" pitchFamily="2" charset="0"/>
              </a:rPr>
              <a:t>単年度の評価と連動、報酬額が高額かつ株式報酬が含まれ、スコープは執行サイドに重きが置かれる</a:t>
            </a:r>
          </a:p>
        </p:txBody>
      </p:sp>
      <p:sp>
        <p:nvSpPr>
          <p:cNvPr id="23" name="正方形/長方形 22">
            <a:extLst>
              <a:ext uri="{FF2B5EF4-FFF2-40B4-BE49-F238E27FC236}">
                <a16:creationId xmlns:a16="http://schemas.microsoft.com/office/drawing/2014/main" id="{78E62F01-C9C3-0044-6348-854E394B4FEC}"/>
              </a:ext>
            </a:extLst>
          </p:cNvPr>
          <p:cNvSpPr/>
          <p:nvPr/>
        </p:nvSpPr>
        <p:spPr bwMode="auto">
          <a:xfrm>
            <a:off x="6953452" y="2642368"/>
            <a:ext cx="4704346" cy="1504347"/>
          </a:xfrm>
          <a:prstGeom prst="rect">
            <a:avLst/>
          </a:prstGeom>
          <a:solidFill>
            <a:schemeClr val="bg1">
              <a:lumMod val="85000"/>
            </a:schemeClr>
          </a:solidFill>
          <a:ln>
            <a:solidFill>
              <a:schemeClr val="bg1">
                <a:lumMod val="50000"/>
              </a:schemeClr>
            </a:solid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kumimoji="1" lang="ja-JP" altLang="en-US" sz="1400" b="0" i="0">
                <a:latin typeface="+mj-lt"/>
                <a:ea typeface="BIZ UDP明朝 Medium" panose="02020500000000000000" pitchFamily="18" charset="-128"/>
                <a:cs typeface="Roboto" panose="02000000000000000000" pitchFamily="2" charset="0"/>
              </a:rPr>
              <a:t>（</a:t>
            </a:r>
            <a:r>
              <a:rPr kumimoji="1" lang="en-US" altLang="ja-JP" sz="1400" b="0" i="0">
                <a:latin typeface="+mj-lt"/>
                <a:ea typeface="BIZ UDP明朝 Medium" panose="02020500000000000000" pitchFamily="18" charset="-128"/>
                <a:cs typeface="Roboto" panose="02000000000000000000" pitchFamily="2" charset="0"/>
              </a:rPr>
              <a:t>CEO</a:t>
            </a:r>
            <a:r>
              <a:rPr kumimoji="1" lang="ja-JP" altLang="en-US" sz="1400" b="0" i="0">
                <a:latin typeface="+mj-lt"/>
                <a:ea typeface="BIZ UDP明朝 Medium" panose="02020500000000000000" pitchFamily="18" charset="-128"/>
                <a:cs typeface="Roboto" panose="02000000000000000000" pitchFamily="2" charset="0"/>
              </a:rPr>
              <a:t>に指名権限は委譲）</a:t>
            </a:r>
            <a:endParaRPr kumimoji="1" lang="en-US" altLang="ja-JP" sz="1400" b="0" i="0">
              <a:latin typeface="+mj-lt"/>
              <a:ea typeface="BIZ UDP明朝 Medium" panose="02020500000000000000" pitchFamily="18" charset="-128"/>
              <a:cs typeface="Roboto" panose="02000000000000000000" pitchFamily="2" charset="0"/>
            </a:endParaRPr>
          </a:p>
          <a:p>
            <a:pPr algn="ctr"/>
            <a:endParaRPr kumimoji="1" lang="en-US" altLang="ja-JP" sz="1400">
              <a:latin typeface="+mj-lt"/>
              <a:ea typeface="BIZ UDP明朝 Medium" panose="02020500000000000000" pitchFamily="18" charset="-128"/>
              <a:cs typeface="Roboto" panose="02000000000000000000" pitchFamily="2" charset="0"/>
            </a:endParaRPr>
          </a:p>
          <a:p>
            <a:pPr algn="ctr"/>
            <a:r>
              <a:rPr kumimoji="1" lang="ja-JP" altLang="en-US" sz="1200" b="0" i="0">
                <a:latin typeface="+mj-lt"/>
                <a:ea typeface="BIZ UDP明朝 Medium" panose="02020500000000000000" pitchFamily="18" charset="-128"/>
                <a:cs typeface="Roboto" panose="02000000000000000000" pitchFamily="2" charset="0"/>
              </a:rPr>
              <a:t>取締役ではない経営幹部は、人材マネジメントの観点からは検討事項であっても、ガバナンスの観点からは選解任・育成計画の対象外</a:t>
            </a:r>
          </a:p>
        </p:txBody>
      </p:sp>
      <p:sp>
        <p:nvSpPr>
          <p:cNvPr id="24" name="正方形/長方形 23">
            <a:extLst>
              <a:ext uri="{FF2B5EF4-FFF2-40B4-BE49-F238E27FC236}">
                <a16:creationId xmlns:a16="http://schemas.microsoft.com/office/drawing/2014/main" id="{2AAE60CC-49C9-7730-F78E-27BA00B0B887}"/>
              </a:ext>
            </a:extLst>
          </p:cNvPr>
          <p:cNvSpPr/>
          <p:nvPr/>
        </p:nvSpPr>
        <p:spPr bwMode="auto">
          <a:xfrm>
            <a:off x="2118465" y="4284276"/>
            <a:ext cx="2281747" cy="683394"/>
          </a:xfrm>
          <a:prstGeom prst="rect">
            <a:avLst/>
          </a:prstGeom>
          <a:solidFill>
            <a:schemeClr val="tx2">
              <a:lumMod val="20000"/>
              <a:lumOff val="80000"/>
            </a:schemeClr>
          </a:solidFill>
          <a:ln>
            <a:solidFill>
              <a:schemeClr val="bg1">
                <a:lumMod val="50000"/>
              </a:schemeClr>
            </a:solid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r>
              <a:rPr kumimoji="1" lang="ja-JP" altLang="en-US" sz="1200" b="0" i="0">
                <a:latin typeface="+mj-lt"/>
                <a:ea typeface="BIZ UDP明朝 Medium" panose="02020500000000000000" pitchFamily="18" charset="-128"/>
                <a:cs typeface="Roboto" panose="02000000000000000000" pitchFamily="2" charset="0"/>
              </a:rPr>
              <a:t>実効性の観点から評価</a:t>
            </a:r>
            <a:r>
              <a:rPr kumimoji="1" lang="ja-JP" altLang="en-US" sz="1200">
                <a:latin typeface="+mj-lt"/>
                <a:ea typeface="BIZ UDP明朝 Medium" panose="02020500000000000000" pitchFamily="18" charset="-128"/>
                <a:cs typeface="Roboto" panose="02000000000000000000" pitchFamily="2" charset="0"/>
              </a:rPr>
              <a:t>するため、取締役会が個人評価</a:t>
            </a:r>
            <a:endParaRPr kumimoji="1" lang="en-US" altLang="ja-JP" sz="1200" b="0" i="0">
              <a:latin typeface="+mj-lt"/>
              <a:ea typeface="BIZ UDP明朝 Medium" panose="02020500000000000000" pitchFamily="18" charset="-128"/>
              <a:cs typeface="Roboto" panose="02000000000000000000" pitchFamily="2" charset="0"/>
            </a:endParaRPr>
          </a:p>
        </p:txBody>
      </p:sp>
      <p:sp>
        <p:nvSpPr>
          <p:cNvPr id="25" name="正方形/長方形 24">
            <a:extLst>
              <a:ext uri="{FF2B5EF4-FFF2-40B4-BE49-F238E27FC236}">
                <a16:creationId xmlns:a16="http://schemas.microsoft.com/office/drawing/2014/main" id="{C5468176-AEC4-23C6-0BF9-B574DE7EF8F5}"/>
              </a:ext>
            </a:extLst>
          </p:cNvPr>
          <p:cNvSpPr/>
          <p:nvPr/>
        </p:nvSpPr>
        <p:spPr bwMode="auto">
          <a:xfrm>
            <a:off x="4532538" y="4284276"/>
            <a:ext cx="7125260" cy="683394"/>
          </a:xfrm>
          <a:prstGeom prst="rect">
            <a:avLst/>
          </a:prstGeom>
          <a:solidFill>
            <a:schemeClr val="tx2">
              <a:lumMod val="20000"/>
              <a:lumOff val="80000"/>
            </a:schemeClr>
          </a:solidFill>
          <a:ln>
            <a:solidFill>
              <a:schemeClr val="bg1">
                <a:lumMod val="50000"/>
              </a:schemeClr>
            </a:solid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spcAft>
                <a:spcPts val="600"/>
              </a:spcAft>
            </a:pPr>
            <a:r>
              <a:rPr kumimoji="1" lang="ja-JP" altLang="en-US" sz="1400" b="1">
                <a:latin typeface="+mj-lt"/>
                <a:ea typeface="BIZ UDP明朝 Medium" panose="02020500000000000000" pitchFamily="18" charset="-128"/>
                <a:cs typeface="Roboto" panose="02000000000000000000" pitchFamily="2" charset="0"/>
              </a:rPr>
              <a:t>指名委員会と報酬委員会による評価</a:t>
            </a:r>
            <a:endParaRPr kumimoji="1" lang="en-US" altLang="ja-JP" sz="1400" b="1">
              <a:latin typeface="+mj-lt"/>
              <a:ea typeface="BIZ UDP明朝 Medium" panose="02020500000000000000" pitchFamily="18" charset="-128"/>
              <a:cs typeface="Roboto" panose="02000000000000000000" pitchFamily="2" charset="0"/>
            </a:endParaRPr>
          </a:p>
          <a:p>
            <a:pPr algn="ctr">
              <a:spcAft>
                <a:spcPts val="600"/>
              </a:spcAft>
            </a:pPr>
            <a:r>
              <a:rPr kumimoji="1" lang="ja-JP" altLang="en-US" sz="1200">
                <a:latin typeface="+mj-lt"/>
                <a:ea typeface="BIZ UDP明朝 Medium" panose="02020500000000000000" pitchFamily="18" charset="-128"/>
                <a:cs typeface="Roboto" panose="02000000000000000000" pitchFamily="2" charset="0"/>
              </a:rPr>
              <a:t>特に、</a:t>
            </a:r>
            <a:r>
              <a:rPr kumimoji="1" lang="en-US" altLang="ja-JP" sz="1200">
                <a:latin typeface="+mj-lt"/>
                <a:ea typeface="BIZ UDP明朝 Medium" panose="02020500000000000000" pitchFamily="18" charset="-128"/>
                <a:cs typeface="Roboto" panose="02000000000000000000" pitchFamily="2" charset="0"/>
              </a:rPr>
              <a:t>CEO</a:t>
            </a:r>
            <a:r>
              <a:rPr kumimoji="1" lang="ja-JP" altLang="en-US" sz="1200">
                <a:latin typeface="+mj-lt"/>
                <a:ea typeface="BIZ UDP明朝 Medium" panose="02020500000000000000" pitchFamily="18" charset="-128"/>
                <a:cs typeface="Roboto" panose="02000000000000000000" pitchFamily="2" charset="0"/>
              </a:rPr>
              <a:t>については独立社外取締役中心の報酬委員会が関与、業績数値に基づくより客観性を高める</a:t>
            </a:r>
            <a:endParaRPr kumimoji="1" lang="en-US" altLang="ja-JP" sz="1200">
              <a:latin typeface="+mj-lt"/>
              <a:ea typeface="BIZ UDP明朝 Medium" panose="02020500000000000000" pitchFamily="18" charset="-128"/>
              <a:cs typeface="Roboto" panose="02000000000000000000" pitchFamily="2" charset="0"/>
            </a:endParaRPr>
          </a:p>
        </p:txBody>
      </p:sp>
      <p:sp>
        <p:nvSpPr>
          <p:cNvPr id="26" name="Slide Number Placeholder 2">
            <a:extLst>
              <a:ext uri="{FF2B5EF4-FFF2-40B4-BE49-F238E27FC236}">
                <a16:creationId xmlns:a16="http://schemas.microsoft.com/office/drawing/2014/main" id="{FD280C53-A0FA-64C6-803E-7E406863DEFA}"/>
              </a:ext>
            </a:extLst>
          </p:cNvPr>
          <p:cNvSpPr>
            <a:spLocks noGrp="1"/>
          </p:cNvSpPr>
          <p:nvPr>
            <p:ph type="sldNum" sz="quarter" idx="18"/>
          </p:nvPr>
        </p:nvSpPr>
        <p:spPr>
          <a:xfrm>
            <a:off x="11427675" y="6437376"/>
            <a:ext cx="306387" cy="208758"/>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3DCA5C9-2E11-4C67-86EB-AE1DE127DC64}" type="slidenum">
              <a:rPr kumimoji="0" lang="en-US" sz="900" b="0" i="0" u="none" strike="noStrike" kern="1200" cap="none" spc="0" normalizeH="0" baseline="0" noProof="0" smtClean="0">
                <a:ln>
                  <a:noFill/>
                </a:ln>
                <a:solidFill>
                  <a:srgbClr val="000000"/>
                </a:solidFill>
                <a:effectLst/>
                <a:uLnTx/>
                <a:uFillTx/>
                <a:latin typeface="Times New Roman" panose="02020603050405020304"/>
                <a:ea typeface="BIZ UDP明朝 Medium" panose="02020500000000000000" pitchFamily="18" charset="-128"/>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900" b="0" i="0" u="none" strike="noStrike" kern="1200" cap="none" spc="0" normalizeH="0" baseline="0" noProof="0">
              <a:ln>
                <a:noFill/>
              </a:ln>
              <a:solidFill>
                <a:srgbClr val="000000"/>
              </a:solidFill>
              <a:effectLst/>
              <a:uLnTx/>
              <a:uFillTx/>
              <a:latin typeface="Times New Roman" panose="02020603050405020304"/>
              <a:ea typeface="BIZ UDP明朝 Medium" panose="02020500000000000000" pitchFamily="18" charset="-128"/>
            </a:endParaRPr>
          </a:p>
        </p:txBody>
      </p:sp>
    </p:spTree>
    <p:extLst>
      <p:ext uri="{BB962C8B-B14F-4D97-AF65-F5344CB8AC3E}">
        <p14:creationId xmlns:p14="http://schemas.microsoft.com/office/powerpoint/2010/main" val="1203658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3D7E6-C444-35CF-A591-193388E98747}"/>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D9A9C36-E83B-785B-CEC6-D775A7FDD528}"/>
              </a:ext>
            </a:extLst>
          </p:cNvPr>
          <p:cNvSpPr>
            <a:spLocks noGrp="1"/>
          </p:cNvSpPr>
          <p:nvPr>
            <p:ph type="body" sz="quarter" idx="17"/>
          </p:nvPr>
        </p:nvSpPr>
        <p:spPr/>
        <p:txBody>
          <a:bodyPr/>
          <a:lstStyle/>
          <a:p>
            <a:r>
              <a:rPr kumimoji="1" lang="ja-JP" altLang="en-US">
                <a:latin typeface="+mj-lt"/>
                <a:ea typeface="BIZ UDP明朝 Medium" panose="02020500000000000000" pitchFamily="18" charset="-128"/>
              </a:rPr>
              <a:t>指名と報酬の戦略的な役割分担</a:t>
            </a:r>
            <a:r>
              <a:rPr lang="ja-JP" altLang="en-US">
                <a:latin typeface="+mj-lt"/>
              </a:rPr>
              <a:t>は</a:t>
            </a:r>
            <a:r>
              <a:rPr kumimoji="1" lang="ja-JP" altLang="en-US">
                <a:latin typeface="+mj-lt"/>
                <a:ea typeface="BIZ UDP明朝 Medium" panose="02020500000000000000" pitchFamily="18" charset="-128"/>
              </a:rPr>
              <a:t>、監督機能の持続性を高め、実効性向上のカギを握る</a:t>
            </a:r>
          </a:p>
        </p:txBody>
      </p:sp>
      <p:sp>
        <p:nvSpPr>
          <p:cNvPr id="3" name="タイトル 2">
            <a:extLst>
              <a:ext uri="{FF2B5EF4-FFF2-40B4-BE49-F238E27FC236}">
                <a16:creationId xmlns:a16="http://schemas.microsoft.com/office/drawing/2014/main" id="{00C94912-7594-7DD2-F08F-1D88DA9550D4}"/>
              </a:ext>
            </a:extLst>
          </p:cNvPr>
          <p:cNvSpPr>
            <a:spLocks noGrp="1"/>
          </p:cNvSpPr>
          <p:nvPr>
            <p:ph type="title"/>
          </p:nvPr>
        </p:nvSpPr>
        <p:spPr/>
        <p:txBody>
          <a:bodyPr/>
          <a:lstStyle/>
          <a:p>
            <a:r>
              <a:rPr lang="ja-JP" altLang="en-US" sz="2800">
                <a:ea typeface="BIZ UDP明朝 Medium" panose="02020500000000000000" pitchFamily="18" charset="-128"/>
              </a:rPr>
              <a:t>経営者評価の客観性向上　</a:t>
            </a:r>
            <a:r>
              <a:rPr lang="en-US" altLang="ja-JP" sz="2800">
                <a:ea typeface="BIZ UDP明朝 Medium" panose="02020500000000000000" pitchFamily="18" charset="-128"/>
              </a:rPr>
              <a:t>― </a:t>
            </a:r>
            <a:r>
              <a:rPr lang="ja-JP" altLang="en-US" sz="2800">
                <a:ea typeface="BIZ UDP明朝 Medium" panose="02020500000000000000" pitchFamily="18" charset="-128"/>
              </a:rPr>
              <a:t>「評価する側も襟を正す」</a:t>
            </a:r>
            <a:endParaRPr kumimoji="1" lang="ja-JP" altLang="en-US" sz="2800">
              <a:ea typeface="BIZ UDP明朝 Medium" panose="02020500000000000000" pitchFamily="18" charset="-128"/>
            </a:endParaRPr>
          </a:p>
        </p:txBody>
      </p:sp>
      <p:sp>
        <p:nvSpPr>
          <p:cNvPr id="5" name="フッター プレースホルダー 4">
            <a:extLst>
              <a:ext uri="{FF2B5EF4-FFF2-40B4-BE49-F238E27FC236}">
                <a16:creationId xmlns:a16="http://schemas.microsoft.com/office/drawing/2014/main" id="{4CB6C136-AAB0-4999-B3D7-101B58EF5A53}"/>
              </a:ext>
            </a:extLst>
          </p:cNvPr>
          <p:cNvSpPr>
            <a:spLocks noGrp="1"/>
          </p:cNvSpPr>
          <p:nvPr>
            <p:ph type="ftr" sz="quarter" idx="10"/>
          </p:nvPr>
        </p:nvSpPr>
        <p:spPr/>
        <p:txBody>
          <a:bodyPr/>
          <a:lstStyle/>
          <a:p>
            <a:pPr lvl="6"/>
            <a:r>
              <a:rPr lang="en-US"/>
              <a:t>© 2025 WTW. Proprietary and confidential. For WTW and WTW client use only.</a:t>
            </a:r>
          </a:p>
        </p:txBody>
      </p:sp>
      <p:graphicFrame>
        <p:nvGraphicFramePr>
          <p:cNvPr id="26" name="表 25">
            <a:extLst>
              <a:ext uri="{FF2B5EF4-FFF2-40B4-BE49-F238E27FC236}">
                <a16:creationId xmlns:a16="http://schemas.microsoft.com/office/drawing/2014/main" id="{0EE9C529-4753-EE5A-F1B8-5336A7E28519}"/>
              </a:ext>
            </a:extLst>
          </p:cNvPr>
          <p:cNvGraphicFramePr>
            <a:graphicFrameLocks noGrp="1"/>
          </p:cNvGraphicFramePr>
          <p:nvPr>
            <p:extLst>
              <p:ext uri="{D42A27DB-BD31-4B8C-83A1-F6EECF244321}">
                <p14:modId xmlns:p14="http://schemas.microsoft.com/office/powerpoint/2010/main" val="479838419"/>
              </p:ext>
            </p:extLst>
          </p:nvPr>
        </p:nvGraphicFramePr>
        <p:xfrm>
          <a:off x="457199" y="1569047"/>
          <a:ext cx="11231880" cy="4337978"/>
        </p:xfrm>
        <a:graphic>
          <a:graphicData uri="http://schemas.openxmlformats.org/drawingml/2006/table">
            <a:tbl>
              <a:tblPr firstRow="1" firstCol="1" bandRow="1">
                <a:tableStyleId>{5C22544A-7EE6-4342-B048-85BDC9FD1C3A}</a:tableStyleId>
              </a:tblPr>
              <a:tblGrid>
                <a:gridCol w="1323475">
                  <a:extLst>
                    <a:ext uri="{9D8B030D-6E8A-4147-A177-3AD203B41FA5}">
                      <a16:colId xmlns:a16="http://schemas.microsoft.com/office/drawing/2014/main" val="1565714448"/>
                    </a:ext>
                  </a:extLst>
                </a:gridCol>
                <a:gridCol w="4745254">
                  <a:extLst>
                    <a:ext uri="{9D8B030D-6E8A-4147-A177-3AD203B41FA5}">
                      <a16:colId xmlns:a16="http://schemas.microsoft.com/office/drawing/2014/main" val="1827442224"/>
                    </a:ext>
                  </a:extLst>
                </a:gridCol>
                <a:gridCol w="5163151">
                  <a:extLst>
                    <a:ext uri="{9D8B030D-6E8A-4147-A177-3AD203B41FA5}">
                      <a16:colId xmlns:a16="http://schemas.microsoft.com/office/drawing/2014/main" val="847478089"/>
                    </a:ext>
                  </a:extLst>
                </a:gridCol>
              </a:tblGrid>
              <a:tr h="3369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ja-JP" sz="1600" kern="100">
                        <a:solidFill>
                          <a:schemeClr val="bg1"/>
                        </a:solidFill>
                        <a:effectLst/>
                        <a:latin typeface="+mj-lt"/>
                        <a:ea typeface="BIZ UDP明朝 Medium" panose="02020500000000000000" pitchFamily="18" charset="-128"/>
                        <a:cs typeface="Times New Roman" panose="02020603050405020304" pitchFamily="18" charset="0"/>
                      </a:endParaRPr>
                    </a:p>
                  </a:txBody>
                  <a:tcPr marL="68580" marR="68580" marT="0" marB="0" anchor="ct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600" kern="100">
                          <a:solidFill>
                            <a:schemeClr val="bg1"/>
                          </a:solidFill>
                          <a:effectLst/>
                          <a:latin typeface="+mj-lt"/>
                          <a:ea typeface="BIZ UDP明朝 Medium" panose="02020500000000000000" pitchFamily="18" charset="-128"/>
                          <a:cs typeface="Times New Roman" panose="02020603050405020304" pitchFamily="18" charset="0"/>
                        </a:rPr>
                        <a:t>指名委員会</a:t>
                      </a:r>
                      <a:endParaRPr lang="ja-JP" altLang="ja-JP" sz="1600" kern="100">
                        <a:solidFill>
                          <a:schemeClr val="bg1"/>
                        </a:solidFill>
                        <a:effectLst/>
                        <a:latin typeface="+mj-lt"/>
                        <a:ea typeface="BIZ UDP明朝 Medium" panose="02020500000000000000" pitchFamily="18" charset="-128"/>
                        <a:cs typeface="Times New Roman" panose="02020603050405020304" pitchFamily="18" charset="0"/>
                      </a:endParaRP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buNone/>
                      </a:pPr>
                      <a:r>
                        <a:rPr lang="ja-JP" altLang="en-US" sz="1600" kern="100">
                          <a:solidFill>
                            <a:schemeClr val="bg1"/>
                          </a:solidFill>
                          <a:effectLst/>
                          <a:latin typeface="+mj-lt"/>
                          <a:ea typeface="BIZ UDP明朝 Medium" panose="02020500000000000000" pitchFamily="18" charset="-128"/>
                          <a:cs typeface="Times New Roman" panose="02020603050405020304" pitchFamily="18" charset="0"/>
                        </a:rPr>
                        <a:t>報酬委員会</a:t>
                      </a:r>
                      <a:endParaRPr lang="ja-JP" sz="1600" kern="100">
                        <a:solidFill>
                          <a:schemeClr val="bg1"/>
                        </a:solidFill>
                        <a:effectLst/>
                        <a:latin typeface="+mj-lt"/>
                        <a:ea typeface="BIZ UDP明朝 Medium" panose="02020500000000000000" pitchFamily="18" charset="-128"/>
                        <a:cs typeface="Times New Roman" panose="02020603050405020304" pitchFamily="18" charset="0"/>
                      </a:endParaRP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tx2"/>
                    </a:solidFill>
                  </a:tcPr>
                </a:tc>
                <a:extLst>
                  <a:ext uri="{0D108BD9-81ED-4DB2-BD59-A6C34878D82A}">
                    <a16:rowId xmlns:a16="http://schemas.microsoft.com/office/drawing/2014/main" val="2608274833"/>
                  </a:ext>
                </a:extLst>
              </a:tr>
              <a:tr h="802979">
                <a:tc>
                  <a:txBody>
                    <a:bodyPr/>
                    <a:lstStyle/>
                    <a:p>
                      <a:pPr algn="l">
                        <a:buNone/>
                      </a:pPr>
                      <a:r>
                        <a:rPr lang="ja-JP" altLang="en-US" sz="1600" b="0" kern="100">
                          <a:solidFill>
                            <a:schemeClr val="tx1"/>
                          </a:solidFill>
                          <a:effectLst/>
                          <a:latin typeface="+mj-lt"/>
                          <a:ea typeface="BIZ UDP明朝 Medium" panose="02020500000000000000" pitchFamily="18" charset="-128"/>
                        </a:rPr>
                        <a:t>目的</a:t>
                      </a:r>
                      <a:endParaRPr lang="ja-JP" sz="1600" b="0" kern="100">
                        <a:solidFill>
                          <a:schemeClr val="tx1"/>
                        </a:solidFill>
                        <a:effectLst/>
                        <a:latin typeface="+mj-lt"/>
                        <a:ea typeface="BIZ UDP明朝 Medium" panose="02020500000000000000" pitchFamily="18" charset="-128"/>
                      </a:endParaRP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7800" indent="-177800" algn="l" defTabSz="914400" rtl="0" eaLnBrk="1" latinLnBrk="0" hangingPunct="1">
                        <a:spcAft>
                          <a:spcPts val="0"/>
                        </a:spcAft>
                        <a:buFont typeface="Arial" panose="020B0604020202020204" pitchFamily="34" charset="0"/>
                        <a:buChar char="•"/>
                      </a:pPr>
                      <a:r>
                        <a:rPr kumimoji="1" lang="ja-JP" altLang="en-US" sz="1600" b="0" kern="100">
                          <a:solidFill>
                            <a:schemeClr val="tx1"/>
                          </a:solidFill>
                          <a:effectLst/>
                          <a:latin typeface="+mn-lt"/>
                          <a:ea typeface="BIZ UDP明朝 Medium" panose="02020500000000000000" pitchFamily="18" charset="-128"/>
                          <a:cs typeface="Times New Roman" panose="02020603050405020304" pitchFamily="18" charset="0"/>
                        </a:rPr>
                        <a:t>中長期における適切な取締役会・委員会の運営に必要な事項の決定</a:t>
                      </a:r>
                      <a:endParaRPr kumimoji="1" lang="en-US" altLang="ja-JP" sz="1600" b="0" kern="100">
                        <a:solidFill>
                          <a:schemeClr val="tx1"/>
                        </a:solidFill>
                        <a:effectLst/>
                        <a:latin typeface="+mj-lt"/>
                        <a:ea typeface="BIZ UDP明朝 Medium" panose="02020500000000000000" pitchFamily="18" charset="-128"/>
                        <a:cs typeface="Times New Roman" panose="02020603050405020304" pitchFamily="18" charset="0"/>
                      </a:endParaRP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7800" indent="-177800" algn="l" defTabSz="914400" rtl="0" eaLnBrk="1" latinLnBrk="0" hangingPunct="1">
                        <a:spcAft>
                          <a:spcPts val="0"/>
                        </a:spcAft>
                        <a:buFont typeface="Arial" panose="020B0604020202020204" pitchFamily="34" charset="0"/>
                        <a:buChar char="•"/>
                      </a:pPr>
                      <a:r>
                        <a:rPr kumimoji="1" lang="ja-JP" altLang="en-US" sz="1600" b="0" kern="100">
                          <a:solidFill>
                            <a:schemeClr val="tx1"/>
                          </a:solidFill>
                          <a:effectLst/>
                          <a:latin typeface="+mn-lt"/>
                          <a:ea typeface="BIZ UDP明朝 Medium" panose="02020500000000000000" pitchFamily="18" charset="-128"/>
                          <a:cs typeface="Times New Roman" panose="02020603050405020304" pitchFamily="18" charset="0"/>
                        </a:rPr>
                        <a:t>報酬決定プロセス、支払額、評価の妥当性を監督</a:t>
                      </a:r>
                      <a:endParaRPr kumimoji="1" lang="ja-JP" altLang="en-US" sz="1600" b="0" kern="100">
                        <a:solidFill>
                          <a:schemeClr val="tx1"/>
                        </a:solidFill>
                        <a:effectLst/>
                        <a:latin typeface="+mj-lt"/>
                        <a:ea typeface="BIZ UDP明朝 Medium" panose="02020500000000000000" pitchFamily="18" charset="-128"/>
                        <a:cs typeface="Times New Roman" panose="02020603050405020304" pitchFamily="18" charset="0"/>
                      </a:endParaRP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41813133"/>
                  </a:ext>
                </a:extLst>
              </a:tr>
              <a:tr h="553780">
                <a:tc>
                  <a:txBody>
                    <a:bodyPr/>
                    <a:lstStyle/>
                    <a:p>
                      <a:pPr algn="l">
                        <a:buNone/>
                      </a:pPr>
                      <a:r>
                        <a:rPr lang="ja-JP" altLang="en-US" sz="1600" b="0" kern="100">
                          <a:solidFill>
                            <a:schemeClr val="tx1"/>
                          </a:solidFill>
                          <a:effectLst/>
                          <a:latin typeface="+mj-lt"/>
                          <a:ea typeface="BIZ UDP明朝 Medium" panose="02020500000000000000" pitchFamily="18" charset="-128"/>
                        </a:rPr>
                        <a:t>役割</a:t>
                      </a:r>
                      <a:endParaRPr lang="ja-JP" sz="1600" b="0" kern="100">
                        <a:solidFill>
                          <a:schemeClr val="tx1"/>
                        </a:solidFill>
                        <a:effectLst/>
                        <a:latin typeface="+mj-lt"/>
                        <a:ea typeface="BIZ UDP明朝 Medium" panose="02020500000000000000" pitchFamily="18" charset="-128"/>
                      </a:endParaRP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b="1" kern="100">
                          <a:solidFill>
                            <a:schemeClr val="accent1"/>
                          </a:solidFill>
                          <a:effectLst/>
                          <a:latin typeface="+mn-lt"/>
                          <a:ea typeface="BIZ UDP明朝 Medium" panose="02020500000000000000" pitchFamily="18" charset="-128"/>
                          <a:cs typeface="Times New Roman" panose="02020603050405020304" pitchFamily="18" charset="0"/>
                        </a:rPr>
                        <a:t>ボード・サクセッションの実施主体</a:t>
                      </a: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7800" indent="-177800" algn="l" defTabSz="914400" rtl="0" eaLnBrk="1" latinLnBrk="0" hangingPunct="1">
                        <a:spcAft>
                          <a:spcPts val="0"/>
                        </a:spcAft>
                        <a:buFont typeface="Arial" panose="020B0604020202020204" pitchFamily="34" charset="0"/>
                        <a:buChar char="•"/>
                      </a:pPr>
                      <a:r>
                        <a:rPr kumimoji="1" lang="ja-JP" altLang="en-US" sz="1600" b="1" kern="100">
                          <a:solidFill>
                            <a:schemeClr val="tx2"/>
                          </a:solidFill>
                          <a:effectLst/>
                          <a:latin typeface="+mj-lt"/>
                          <a:ea typeface="BIZ UDP明朝 Medium" panose="02020500000000000000" pitchFamily="18" charset="-128"/>
                          <a:cs typeface="Times New Roman" panose="02020603050405020304" pitchFamily="18" charset="0"/>
                        </a:rPr>
                        <a:t>経営者評価の妥当性の担保・客観性の向上</a:t>
                      </a: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47382662"/>
                  </a:ext>
                </a:extLst>
              </a:tr>
              <a:tr h="1356758">
                <a:tc>
                  <a:txBody>
                    <a:bodyPr/>
                    <a:lstStyle/>
                    <a:p>
                      <a:pPr algn="l">
                        <a:buNone/>
                      </a:pPr>
                      <a:r>
                        <a:rPr lang="ja-JP" altLang="en-US" sz="1600" b="0" kern="100">
                          <a:solidFill>
                            <a:schemeClr val="tx1"/>
                          </a:solidFill>
                          <a:effectLst/>
                          <a:latin typeface="+mj-lt"/>
                          <a:ea typeface="BIZ UDP明朝 Medium" panose="02020500000000000000" pitchFamily="18" charset="-128"/>
                        </a:rPr>
                        <a:t>主要な議題</a:t>
                      </a: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7800" indent="-177800" algn="l" defTabSz="914400" rtl="0" eaLnBrk="1" latinLnBrk="0" hangingPunct="1">
                        <a:spcAft>
                          <a:spcPts val="300"/>
                        </a:spcAft>
                        <a:buFont typeface="Arial" panose="020B0604020202020204" pitchFamily="34" charset="0"/>
                        <a:buChar char="•"/>
                      </a:pPr>
                      <a:r>
                        <a:rPr kumimoji="1" lang="ja-JP" altLang="en-US" sz="1600" b="0" kern="100">
                          <a:solidFill>
                            <a:schemeClr val="tx1"/>
                          </a:solidFill>
                          <a:effectLst/>
                          <a:latin typeface="+mj-lt"/>
                          <a:ea typeface="BIZ UDP明朝 Medium" panose="02020500000000000000" pitchFamily="18" charset="-128"/>
                          <a:cs typeface="Times New Roman" panose="02020603050405020304" pitchFamily="18" charset="0"/>
                        </a:rPr>
                        <a:t>委員会の設定、取締役の構成</a:t>
                      </a:r>
                      <a:endParaRPr kumimoji="1" lang="en-US" altLang="ja-JP" sz="1600" b="0" kern="100">
                        <a:solidFill>
                          <a:schemeClr val="tx1"/>
                        </a:solidFill>
                        <a:effectLst/>
                        <a:latin typeface="+mj-lt"/>
                        <a:ea typeface="BIZ UDP明朝 Medium" panose="02020500000000000000" pitchFamily="18" charset="-128"/>
                        <a:cs typeface="Times New Roman" panose="02020603050405020304" pitchFamily="18" charset="0"/>
                      </a:endParaRPr>
                    </a:p>
                    <a:p>
                      <a:pPr marL="177800" indent="-177800" algn="l" defTabSz="914400" rtl="0" eaLnBrk="1" latinLnBrk="0" hangingPunct="1">
                        <a:spcAft>
                          <a:spcPts val="300"/>
                        </a:spcAft>
                        <a:buFont typeface="Arial" panose="020B0604020202020204" pitchFamily="34" charset="0"/>
                        <a:buChar char="•"/>
                      </a:pPr>
                      <a:r>
                        <a:rPr kumimoji="1" lang="ja-JP" altLang="en-US" sz="1600" b="0" kern="100">
                          <a:solidFill>
                            <a:schemeClr val="tx1"/>
                          </a:solidFill>
                          <a:effectLst/>
                          <a:latin typeface="+mj-lt"/>
                          <a:ea typeface="BIZ UDP明朝 Medium" panose="02020500000000000000" pitchFamily="18" charset="-128"/>
                          <a:cs typeface="Times New Roman" panose="02020603050405020304" pitchFamily="18" charset="0"/>
                        </a:rPr>
                        <a:t>議長、委員会メンバー、取締役の任免</a:t>
                      </a:r>
                      <a:endParaRPr kumimoji="1" lang="en-US" altLang="ja-JP" sz="1600" b="0" kern="100">
                        <a:solidFill>
                          <a:schemeClr val="tx1"/>
                        </a:solidFill>
                        <a:effectLst/>
                        <a:latin typeface="+mj-lt"/>
                        <a:ea typeface="BIZ UDP明朝 Medium" panose="02020500000000000000" pitchFamily="18" charset="-128"/>
                        <a:cs typeface="Times New Roman" panose="02020603050405020304" pitchFamily="18" charset="0"/>
                      </a:endParaRPr>
                    </a:p>
                    <a:p>
                      <a:pPr marL="177800" indent="-177800" algn="l" defTabSz="914400" rtl="0" eaLnBrk="1" latinLnBrk="0" hangingPunct="1">
                        <a:spcAft>
                          <a:spcPts val="300"/>
                        </a:spcAft>
                        <a:buFont typeface="Arial" panose="020B0604020202020204" pitchFamily="34" charset="0"/>
                        <a:buChar char="•"/>
                      </a:pPr>
                      <a:r>
                        <a:rPr kumimoji="1" lang="ja-JP" altLang="en-US" sz="1600" b="0" kern="100">
                          <a:solidFill>
                            <a:schemeClr val="tx1"/>
                          </a:solidFill>
                          <a:effectLst/>
                          <a:latin typeface="+mj-lt"/>
                          <a:ea typeface="BIZ UDP明朝 Medium" panose="02020500000000000000" pitchFamily="18" charset="-128"/>
                          <a:cs typeface="Times New Roman" panose="02020603050405020304" pitchFamily="18" charset="0"/>
                        </a:rPr>
                        <a:t>サクセッションプラン</a:t>
                      </a:r>
                      <a:endParaRPr kumimoji="1" lang="en-US" altLang="ja-JP" sz="1600" b="0" kern="100">
                        <a:solidFill>
                          <a:schemeClr val="tx1"/>
                        </a:solidFill>
                        <a:effectLst/>
                        <a:latin typeface="+mj-lt"/>
                        <a:ea typeface="BIZ UDP明朝 Medium" panose="02020500000000000000" pitchFamily="18" charset="-128"/>
                        <a:cs typeface="Times New Roman" panose="02020603050405020304" pitchFamily="18" charset="0"/>
                      </a:endParaRPr>
                    </a:p>
                    <a:p>
                      <a:pPr marL="177800" indent="-177800" algn="l" defTabSz="914400" rtl="0" eaLnBrk="1" latinLnBrk="0" hangingPunct="1">
                        <a:spcAft>
                          <a:spcPts val="300"/>
                        </a:spcAft>
                        <a:buFont typeface="Arial" panose="020B0604020202020204" pitchFamily="34" charset="0"/>
                        <a:buChar char="•"/>
                      </a:pPr>
                      <a:r>
                        <a:rPr kumimoji="1" lang="ja-JP" altLang="en-US" sz="1600" b="1" kern="100">
                          <a:solidFill>
                            <a:schemeClr val="accent1"/>
                          </a:solidFill>
                          <a:effectLst/>
                          <a:latin typeface="+mj-lt"/>
                          <a:ea typeface="BIZ UDP明朝 Medium" panose="02020500000000000000" pitchFamily="18" charset="-128"/>
                          <a:cs typeface="Times New Roman" panose="02020603050405020304" pitchFamily="18" charset="0"/>
                        </a:rPr>
                        <a:t>実効性の観点からの評価</a:t>
                      </a: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7800" marR="0" lvl="0" indent="-1778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ja-JP" altLang="en-US" sz="1600" b="0" kern="100">
                          <a:solidFill>
                            <a:schemeClr val="tx1"/>
                          </a:solidFill>
                          <a:effectLst/>
                          <a:latin typeface="+mj-lt"/>
                          <a:ea typeface="BIZ UDP明朝 Medium" panose="02020500000000000000" pitchFamily="18" charset="-128"/>
                          <a:cs typeface="Times New Roman" panose="02020603050405020304" pitchFamily="18" charset="0"/>
                        </a:rPr>
                        <a:t>報酬制度のレビュー</a:t>
                      </a:r>
                      <a:endParaRPr kumimoji="1" lang="en-US" altLang="ja-JP" sz="1600" b="0" kern="100">
                        <a:solidFill>
                          <a:schemeClr val="tx1"/>
                        </a:solidFill>
                        <a:effectLst/>
                        <a:latin typeface="+mj-lt"/>
                        <a:ea typeface="BIZ UDP明朝 Medium" panose="02020500000000000000" pitchFamily="18" charset="-128"/>
                        <a:cs typeface="Times New Roman" panose="02020603050405020304" pitchFamily="18" charset="0"/>
                      </a:endParaRPr>
                    </a:p>
                    <a:p>
                      <a:pPr marL="177800" marR="0" lvl="0" indent="-1778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ja-JP" altLang="en-US" sz="1600" b="0" kern="100">
                          <a:solidFill>
                            <a:schemeClr val="tx1"/>
                          </a:solidFill>
                          <a:effectLst/>
                          <a:latin typeface="+mj-lt"/>
                          <a:ea typeface="BIZ UDP明朝 Medium" panose="02020500000000000000" pitchFamily="18" charset="-128"/>
                          <a:cs typeface="Times New Roman" panose="02020603050405020304" pitchFamily="18" charset="0"/>
                        </a:rPr>
                        <a:t>報酬決定プロセスの確認</a:t>
                      </a:r>
                      <a:endParaRPr kumimoji="1" lang="en-US" altLang="ja-JP" sz="1600" b="0" kern="100">
                        <a:solidFill>
                          <a:schemeClr val="tx1"/>
                        </a:solidFill>
                        <a:effectLst/>
                        <a:latin typeface="+mj-lt"/>
                        <a:ea typeface="BIZ UDP明朝 Medium" panose="02020500000000000000" pitchFamily="18" charset="-128"/>
                        <a:cs typeface="Times New Roman" panose="02020603050405020304" pitchFamily="18" charset="0"/>
                      </a:endParaRPr>
                    </a:p>
                    <a:p>
                      <a:pPr marL="177800" marR="0" lvl="0" indent="-1778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ja-JP" altLang="en-US" sz="1600" b="1" kern="100">
                          <a:solidFill>
                            <a:schemeClr val="tx2"/>
                          </a:solidFill>
                          <a:effectLst/>
                          <a:latin typeface="+mj-lt"/>
                          <a:ea typeface="BIZ UDP明朝 Medium" panose="02020500000000000000" pitchFamily="18" charset="-128"/>
                          <a:cs typeface="Times New Roman" panose="02020603050405020304" pitchFamily="18" charset="0"/>
                        </a:rPr>
                        <a:t>報酬額の妥当性検証</a:t>
                      </a:r>
                      <a:endParaRPr kumimoji="1" lang="en-US" altLang="ja-JP" sz="1600" b="1" kern="100">
                        <a:solidFill>
                          <a:schemeClr val="tx2"/>
                        </a:solidFill>
                        <a:effectLst/>
                        <a:latin typeface="+mj-lt"/>
                        <a:ea typeface="BIZ UDP明朝 Medium" panose="02020500000000000000" pitchFamily="18" charset="-128"/>
                        <a:cs typeface="Times New Roman" panose="02020603050405020304" pitchFamily="18" charset="0"/>
                      </a:endParaRPr>
                    </a:p>
                    <a:p>
                      <a:pPr marL="177800" marR="0" lvl="0" indent="-1778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ja-JP" altLang="en-US" sz="1600" b="1" kern="100">
                          <a:solidFill>
                            <a:schemeClr val="tx2"/>
                          </a:solidFill>
                          <a:effectLst/>
                          <a:latin typeface="+mn-lt"/>
                          <a:ea typeface="BIZ UDP明朝 Medium" panose="02020500000000000000" pitchFamily="18" charset="-128"/>
                          <a:cs typeface="Times New Roman" panose="02020603050405020304" pitchFamily="18" charset="0"/>
                        </a:rPr>
                        <a:t>評価の妥当性検証</a:t>
                      </a:r>
                      <a:endParaRPr kumimoji="1" lang="en-US" altLang="ja-JP" sz="1600" b="1" kern="100">
                        <a:solidFill>
                          <a:schemeClr val="tx2"/>
                        </a:solidFill>
                        <a:effectLst/>
                        <a:latin typeface="+mj-lt"/>
                        <a:ea typeface="BIZ UDP明朝 Medium" panose="02020500000000000000" pitchFamily="18" charset="-128"/>
                        <a:cs typeface="Times New Roman" panose="02020603050405020304" pitchFamily="18" charset="0"/>
                      </a:endParaRP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0481356"/>
                  </a:ext>
                </a:extLst>
              </a:tr>
              <a:tr h="1287535">
                <a:tc>
                  <a:txBody>
                    <a:bodyPr/>
                    <a:lstStyle/>
                    <a:p>
                      <a:pPr algn="l">
                        <a:buNone/>
                      </a:pPr>
                      <a:r>
                        <a:rPr lang="ja-JP" altLang="en-US" sz="1600" b="0" kern="100">
                          <a:solidFill>
                            <a:schemeClr val="tx1"/>
                          </a:solidFill>
                          <a:effectLst/>
                          <a:latin typeface="+mj-lt"/>
                          <a:ea typeface="BIZ UDP明朝 Medium" panose="02020500000000000000" pitchFamily="18" charset="-128"/>
                        </a:rPr>
                        <a:t>考え方</a:t>
                      </a: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7800" indent="-177800" algn="l" defTabSz="914400" rtl="0" eaLnBrk="1" latinLnBrk="0" hangingPunct="1">
                        <a:spcAft>
                          <a:spcPts val="0"/>
                        </a:spcAft>
                        <a:buFont typeface="Arial" panose="020B0604020202020204" pitchFamily="34" charset="0"/>
                        <a:buChar char="•"/>
                      </a:pPr>
                      <a:r>
                        <a:rPr kumimoji="1" lang="ja-JP" altLang="en-US" sz="1600" b="0" kern="100">
                          <a:solidFill>
                            <a:schemeClr val="tx1"/>
                          </a:solidFill>
                          <a:effectLst/>
                          <a:latin typeface="+mj-lt"/>
                          <a:ea typeface="BIZ UDP明朝 Medium" panose="02020500000000000000" pitchFamily="18" charset="-128"/>
                          <a:cs typeface="Times New Roman" panose="02020603050405020304" pitchFamily="18" charset="0"/>
                        </a:rPr>
                        <a:t>モニタリングモデルの企業においては、その持続性を担保するボード・サクセッションについて、指名委員会が重要な役割を担う</a:t>
                      </a: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7800" marR="0" lvl="0" indent="-1778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ja-JP" altLang="en-US" sz="1600" b="0" kern="100">
                          <a:solidFill>
                            <a:schemeClr val="tx1"/>
                          </a:solidFill>
                          <a:effectLst/>
                          <a:latin typeface="+mj-lt"/>
                          <a:ea typeface="BIZ UDP明朝 Medium" panose="02020500000000000000" pitchFamily="18" charset="-128"/>
                          <a:cs typeface="Times New Roman" panose="02020603050405020304" pitchFamily="18" charset="0"/>
                        </a:rPr>
                        <a:t>執行サイドの報酬額の高額化、株式報酬などスキームの複雑化により、ステークホルダーの関心も高い</a:t>
                      </a:r>
                      <a:endParaRPr kumimoji="1" lang="en-US" altLang="ja-JP" sz="1600" b="0" kern="100">
                        <a:solidFill>
                          <a:schemeClr val="tx1"/>
                        </a:solidFill>
                        <a:effectLst/>
                        <a:latin typeface="+mj-lt"/>
                        <a:ea typeface="BIZ UDP明朝 Medium" panose="02020500000000000000" pitchFamily="18" charset="-128"/>
                        <a:cs typeface="Times New Roman" panose="02020603050405020304" pitchFamily="18" charset="0"/>
                      </a:endParaRPr>
                    </a:p>
                    <a:p>
                      <a:pPr marL="177800" marR="0" lvl="0" indent="-1778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ja-JP" altLang="en-US" sz="1600" b="0" kern="100">
                          <a:solidFill>
                            <a:schemeClr val="tx1"/>
                          </a:solidFill>
                          <a:effectLst/>
                          <a:latin typeface="+mj-lt"/>
                          <a:ea typeface="BIZ UDP明朝 Medium" panose="02020500000000000000" pitchFamily="18" charset="-128"/>
                          <a:cs typeface="Times New Roman" panose="02020603050405020304" pitchFamily="18" charset="0"/>
                        </a:rPr>
                        <a:t>報酬スキームだけではなく、対象者の報酬実績の妥当性、評価自体の妥当性を監督することが重要な役割となる</a:t>
                      </a:r>
                      <a:endParaRPr kumimoji="1" lang="en-US" altLang="ja-JP" sz="1600" b="0" kern="100">
                        <a:solidFill>
                          <a:schemeClr val="tx1"/>
                        </a:solidFill>
                        <a:effectLst/>
                        <a:latin typeface="+mj-lt"/>
                        <a:ea typeface="BIZ UDP明朝 Medium" panose="02020500000000000000" pitchFamily="18" charset="-128"/>
                        <a:cs typeface="Times New Roman" panose="02020603050405020304" pitchFamily="18" charset="0"/>
                      </a:endParaRPr>
                    </a:p>
                  </a:txBody>
                  <a:tcPr marL="68580" marR="68580" marT="0" marB="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0113927"/>
                  </a:ext>
                </a:extLst>
              </a:tr>
            </a:tbl>
          </a:graphicData>
        </a:graphic>
      </p:graphicFrame>
      <p:sp>
        <p:nvSpPr>
          <p:cNvPr id="4" name="Slide Number Placeholder 2">
            <a:extLst>
              <a:ext uri="{FF2B5EF4-FFF2-40B4-BE49-F238E27FC236}">
                <a16:creationId xmlns:a16="http://schemas.microsoft.com/office/drawing/2014/main" id="{7C4A5CBC-2CAA-D288-88C3-BC5E9479CF67}"/>
              </a:ext>
            </a:extLst>
          </p:cNvPr>
          <p:cNvSpPr>
            <a:spLocks noGrp="1"/>
          </p:cNvSpPr>
          <p:nvPr>
            <p:ph type="sldNum" sz="quarter" idx="18"/>
          </p:nvPr>
        </p:nvSpPr>
        <p:spPr>
          <a:xfrm>
            <a:off x="11427675" y="6437376"/>
            <a:ext cx="306387" cy="208758"/>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3DCA5C9-2E11-4C67-86EB-AE1DE127DC64}" type="slidenum">
              <a:rPr kumimoji="0" lang="en-US" sz="900" b="0" i="0" u="none" strike="noStrike" kern="1200" cap="none" spc="0" normalizeH="0" baseline="0" noProof="0" smtClean="0">
                <a:ln>
                  <a:noFill/>
                </a:ln>
                <a:solidFill>
                  <a:srgbClr val="000000"/>
                </a:solidFill>
                <a:effectLst/>
                <a:uLnTx/>
                <a:uFillTx/>
                <a:latin typeface="Times New Roman" panose="02020603050405020304"/>
                <a:ea typeface="BIZ UDP明朝 Medium" panose="02020500000000000000" pitchFamily="18" charset="-128"/>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900" b="0" i="0" u="none" strike="noStrike" kern="1200" cap="none" spc="0" normalizeH="0" baseline="0" noProof="0">
              <a:ln>
                <a:noFill/>
              </a:ln>
              <a:solidFill>
                <a:srgbClr val="000000"/>
              </a:solidFill>
              <a:effectLst/>
              <a:uLnTx/>
              <a:uFillTx/>
              <a:latin typeface="Times New Roman" panose="02020603050405020304"/>
              <a:ea typeface="BIZ UDP明朝 Medium" panose="02020500000000000000" pitchFamily="18" charset="-128"/>
            </a:endParaRPr>
          </a:p>
        </p:txBody>
      </p:sp>
    </p:spTree>
    <p:extLst>
      <p:ext uri="{BB962C8B-B14F-4D97-AF65-F5344CB8AC3E}">
        <p14:creationId xmlns:p14="http://schemas.microsoft.com/office/powerpoint/2010/main" val="3885185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DA62F-47C6-D5BF-1301-C6FF86D78454}"/>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690F1C7-0FB5-F216-4F81-C2547451F217}"/>
              </a:ext>
            </a:extLst>
          </p:cNvPr>
          <p:cNvSpPr>
            <a:spLocks noGrp="1"/>
          </p:cNvSpPr>
          <p:nvPr>
            <p:ph type="body" sz="quarter" idx="17"/>
          </p:nvPr>
        </p:nvSpPr>
        <p:spPr/>
        <p:txBody>
          <a:bodyPr/>
          <a:lstStyle/>
          <a:p>
            <a:r>
              <a:rPr lang="ja-JP" altLang="en-US"/>
              <a:t>報酬と指名による監督を</a:t>
            </a:r>
            <a:r>
              <a:rPr kumimoji="1" lang="ja-JP" altLang="en-US">
                <a:latin typeface="+mj-lt"/>
                <a:ea typeface="BIZ UDP明朝 Medium" panose="02020500000000000000" pitchFamily="18" charset="-128"/>
              </a:rPr>
              <a:t>経営者評価を軸に連動させ、</a:t>
            </a:r>
            <a:r>
              <a:rPr lang="ja-JP" altLang="en-US"/>
              <a:t>持続的な</a:t>
            </a:r>
            <a:r>
              <a:rPr kumimoji="1" lang="ja-JP" altLang="en-US">
                <a:latin typeface="+mj-lt"/>
                <a:ea typeface="BIZ UDP明朝 Medium" panose="02020500000000000000" pitchFamily="18" charset="-128"/>
              </a:rPr>
              <a:t>監督機能の最適化を目指す</a:t>
            </a:r>
          </a:p>
        </p:txBody>
      </p:sp>
      <p:sp>
        <p:nvSpPr>
          <p:cNvPr id="3" name="タイトル 2">
            <a:extLst>
              <a:ext uri="{FF2B5EF4-FFF2-40B4-BE49-F238E27FC236}">
                <a16:creationId xmlns:a16="http://schemas.microsoft.com/office/drawing/2014/main" id="{61E14FD8-203B-AC79-5540-A8E7D838F9F0}"/>
              </a:ext>
            </a:extLst>
          </p:cNvPr>
          <p:cNvSpPr>
            <a:spLocks noGrp="1"/>
          </p:cNvSpPr>
          <p:nvPr>
            <p:ph type="title"/>
          </p:nvPr>
        </p:nvSpPr>
        <p:spPr/>
        <p:txBody>
          <a:bodyPr/>
          <a:lstStyle/>
          <a:p>
            <a:r>
              <a:rPr lang="ja-JP" altLang="en-US" sz="2800">
                <a:ea typeface="BIZ UDP明朝 Medium" panose="02020500000000000000" pitchFamily="18" charset="-128"/>
              </a:rPr>
              <a:t>実効性向上の戦略的実践　</a:t>
            </a:r>
            <a:r>
              <a:rPr lang="en-US" altLang="ja-JP" sz="2800">
                <a:ea typeface="BIZ UDP明朝 Medium" panose="02020500000000000000" pitchFamily="18" charset="-128"/>
              </a:rPr>
              <a:t>― </a:t>
            </a:r>
            <a:r>
              <a:rPr lang="ja-JP" altLang="en-US" sz="2800">
                <a:ea typeface="BIZ UDP明朝 Medium" panose="02020500000000000000" pitchFamily="18" charset="-128"/>
              </a:rPr>
              <a:t>経営者評価を軸とした監督機能の最適化</a:t>
            </a:r>
            <a:endParaRPr kumimoji="1" lang="ja-JP" altLang="en-US" sz="2800">
              <a:ea typeface="BIZ UDP明朝 Medium" panose="02020500000000000000" pitchFamily="18" charset="-128"/>
            </a:endParaRPr>
          </a:p>
        </p:txBody>
      </p:sp>
      <p:sp>
        <p:nvSpPr>
          <p:cNvPr id="5" name="フッター プレースホルダー 4">
            <a:extLst>
              <a:ext uri="{FF2B5EF4-FFF2-40B4-BE49-F238E27FC236}">
                <a16:creationId xmlns:a16="http://schemas.microsoft.com/office/drawing/2014/main" id="{56BBB18E-23E2-BB18-89E1-57AEDEFF8E19}"/>
              </a:ext>
            </a:extLst>
          </p:cNvPr>
          <p:cNvSpPr>
            <a:spLocks noGrp="1"/>
          </p:cNvSpPr>
          <p:nvPr>
            <p:ph type="ftr" sz="quarter" idx="10"/>
          </p:nvPr>
        </p:nvSpPr>
        <p:spPr/>
        <p:txBody>
          <a:bodyPr/>
          <a:lstStyle/>
          <a:p>
            <a:pPr lvl="6"/>
            <a:r>
              <a:rPr lang="en-US"/>
              <a:t>© 2025 WTW. Proprietary and confidential. For WTW and WTW client use only.</a:t>
            </a:r>
          </a:p>
        </p:txBody>
      </p:sp>
      <p:sp>
        <p:nvSpPr>
          <p:cNvPr id="9" name="Rectangle 44">
            <a:extLst>
              <a:ext uri="{FF2B5EF4-FFF2-40B4-BE49-F238E27FC236}">
                <a16:creationId xmlns:a16="http://schemas.microsoft.com/office/drawing/2014/main" id="{1F60C9DE-CD96-D23E-D996-E44F650A8D6D}"/>
              </a:ext>
            </a:extLst>
          </p:cNvPr>
          <p:cNvSpPr/>
          <p:nvPr/>
        </p:nvSpPr>
        <p:spPr>
          <a:xfrm>
            <a:off x="457199" y="4257337"/>
            <a:ext cx="1804106" cy="330072"/>
          </a:xfrm>
          <a:prstGeom prst="rect">
            <a:avLst/>
          </a:prstGeom>
          <a:solidFill>
            <a:srgbClr val="C2A8F0"/>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1200" cap="none" spc="0" normalizeH="0" baseline="0" noProof="0">
                <a:ln>
                  <a:noFill/>
                </a:ln>
                <a:solidFill>
                  <a:schemeClr val="tx1"/>
                </a:solidFill>
                <a:effectLst/>
                <a:uLnTx/>
                <a:uFillTx/>
                <a:latin typeface="+mj-lt"/>
                <a:ea typeface="BIZ UDP明朝 Medium" panose="02020500000000000000" pitchFamily="18" charset="-128"/>
              </a:rPr>
              <a:t>自己評価</a:t>
            </a:r>
            <a:endParaRPr kumimoji="0" lang="en-US" sz="1200" b="1" i="0" u="none" strike="noStrike" kern="1200" cap="none" spc="0" normalizeH="0" baseline="0" noProof="0">
              <a:ln>
                <a:noFill/>
              </a:ln>
              <a:solidFill>
                <a:schemeClr val="tx1"/>
              </a:solidFill>
              <a:effectLst/>
              <a:uLnTx/>
              <a:uFillTx/>
              <a:latin typeface="+mj-lt"/>
              <a:ea typeface="BIZ UDP明朝 Medium" panose="02020500000000000000" pitchFamily="18" charset="-128"/>
            </a:endParaRPr>
          </a:p>
        </p:txBody>
      </p:sp>
      <p:sp>
        <p:nvSpPr>
          <p:cNvPr id="10" name="Rectangle 45">
            <a:extLst>
              <a:ext uri="{FF2B5EF4-FFF2-40B4-BE49-F238E27FC236}">
                <a16:creationId xmlns:a16="http://schemas.microsoft.com/office/drawing/2014/main" id="{9725AF18-729A-760A-88B1-52B5A20D28D7}"/>
              </a:ext>
            </a:extLst>
          </p:cNvPr>
          <p:cNvSpPr/>
          <p:nvPr/>
        </p:nvSpPr>
        <p:spPr>
          <a:xfrm>
            <a:off x="2348722" y="3933664"/>
            <a:ext cx="1804106" cy="330072"/>
          </a:xfrm>
          <a:prstGeom prst="rect">
            <a:avLst/>
          </a:prstGeom>
          <a:solidFill>
            <a:srgbClr val="7F35B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1200" cap="none" spc="0" normalizeH="0" baseline="0" noProof="0">
                <a:ln>
                  <a:noFill/>
                </a:ln>
                <a:solidFill>
                  <a:schemeClr val="bg1"/>
                </a:solidFill>
                <a:effectLst/>
                <a:uLnTx/>
                <a:uFillTx/>
                <a:latin typeface="+mj-lt"/>
                <a:ea typeface="BIZ UDP明朝 Medium" panose="02020500000000000000" pitchFamily="18" charset="-128"/>
              </a:rPr>
              <a:t>第三者評価</a:t>
            </a:r>
            <a:endParaRPr kumimoji="0" lang="en-US" sz="1200" b="1" i="0" u="none" strike="noStrike" kern="1200" cap="none" spc="0" normalizeH="0" baseline="0" noProof="0">
              <a:ln>
                <a:noFill/>
              </a:ln>
              <a:solidFill>
                <a:schemeClr val="bg1"/>
              </a:solidFill>
              <a:effectLst/>
              <a:uLnTx/>
              <a:uFillTx/>
              <a:latin typeface="+mj-lt"/>
              <a:ea typeface="BIZ UDP明朝 Medium" panose="02020500000000000000" pitchFamily="18" charset="-128"/>
            </a:endParaRPr>
          </a:p>
        </p:txBody>
      </p:sp>
      <p:sp>
        <p:nvSpPr>
          <p:cNvPr id="11" name="Rectangle 46">
            <a:extLst>
              <a:ext uri="{FF2B5EF4-FFF2-40B4-BE49-F238E27FC236}">
                <a16:creationId xmlns:a16="http://schemas.microsoft.com/office/drawing/2014/main" id="{FE76D688-5E57-0C25-003A-9933BB4AFCE5}"/>
              </a:ext>
            </a:extLst>
          </p:cNvPr>
          <p:cNvSpPr/>
          <p:nvPr/>
        </p:nvSpPr>
        <p:spPr>
          <a:xfrm>
            <a:off x="4240245" y="3609990"/>
            <a:ext cx="1804106" cy="330072"/>
          </a:xfrm>
          <a:prstGeom prst="rect">
            <a:avLst/>
          </a:prstGeom>
          <a:solidFill>
            <a:srgbClr val="48086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720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1200" cap="none" spc="-30" normalizeH="0" noProof="0">
                <a:ln>
                  <a:noFill/>
                </a:ln>
                <a:solidFill>
                  <a:schemeClr val="bg1"/>
                </a:solidFill>
                <a:effectLst/>
                <a:uLnTx/>
                <a:uFillTx/>
                <a:latin typeface="+mj-lt"/>
                <a:ea typeface="BIZ UDP明朝 Medium" panose="02020500000000000000" pitchFamily="18" charset="-128"/>
              </a:rPr>
              <a:t>個人評価</a:t>
            </a:r>
            <a:endParaRPr kumimoji="0" lang="en-US" sz="1200" b="1" i="0" u="none" strike="noStrike" kern="1200" cap="none" spc="-30" normalizeH="0" noProof="0">
              <a:ln>
                <a:noFill/>
              </a:ln>
              <a:solidFill>
                <a:schemeClr val="bg1"/>
              </a:solidFill>
              <a:effectLst/>
              <a:uLnTx/>
              <a:uFillTx/>
              <a:latin typeface="+mj-lt"/>
              <a:ea typeface="BIZ UDP明朝 Medium" panose="02020500000000000000" pitchFamily="18" charset="-128"/>
            </a:endParaRPr>
          </a:p>
        </p:txBody>
      </p:sp>
      <p:sp>
        <p:nvSpPr>
          <p:cNvPr id="12" name="Rectangle 47">
            <a:extLst>
              <a:ext uri="{FF2B5EF4-FFF2-40B4-BE49-F238E27FC236}">
                <a16:creationId xmlns:a16="http://schemas.microsoft.com/office/drawing/2014/main" id="{CE8E31EF-03F5-42E3-B4CD-8143CD01CA98}"/>
              </a:ext>
            </a:extLst>
          </p:cNvPr>
          <p:cNvSpPr/>
          <p:nvPr/>
        </p:nvSpPr>
        <p:spPr>
          <a:xfrm>
            <a:off x="6131767" y="3286316"/>
            <a:ext cx="1804106" cy="3300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ctr">
            <a:spAutoFit/>
          </a:bodyPr>
          <a:lstStyle/>
          <a:p>
            <a:pPr lvl="0" algn="ctr" defTabSz="914400">
              <a:defRPr/>
            </a:pPr>
            <a:r>
              <a:rPr lang="ja-JP" altLang="en-US" sz="1200" b="1">
                <a:solidFill>
                  <a:schemeClr val="bg1"/>
                </a:solidFill>
                <a:ea typeface="BIZ UDP明朝 Medium" panose="02020500000000000000" pitchFamily="18" charset="-128"/>
              </a:rPr>
              <a:t>報酬・評価の妥当性</a:t>
            </a:r>
            <a:endParaRPr lang="en-US" altLang="ja-JP" sz="1200" b="1">
              <a:solidFill>
                <a:schemeClr val="bg1"/>
              </a:solidFill>
              <a:ea typeface="BIZ UDP明朝 Medium" panose="02020500000000000000" pitchFamily="18" charset="-128"/>
            </a:endParaRPr>
          </a:p>
        </p:txBody>
      </p:sp>
      <p:sp>
        <p:nvSpPr>
          <p:cNvPr id="13" name="Rectangle 48">
            <a:extLst>
              <a:ext uri="{FF2B5EF4-FFF2-40B4-BE49-F238E27FC236}">
                <a16:creationId xmlns:a16="http://schemas.microsoft.com/office/drawing/2014/main" id="{2FC8EC86-D051-1BE2-D3D3-F860694DD050}"/>
              </a:ext>
            </a:extLst>
          </p:cNvPr>
          <p:cNvSpPr/>
          <p:nvPr/>
        </p:nvSpPr>
        <p:spPr>
          <a:xfrm>
            <a:off x="8023291" y="2962642"/>
            <a:ext cx="1804106" cy="3300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1200" cap="none" spc="0" normalizeH="0" baseline="0" noProof="0">
                <a:ln>
                  <a:noFill/>
                </a:ln>
                <a:solidFill>
                  <a:schemeClr val="bg1"/>
                </a:solidFill>
                <a:effectLst/>
                <a:uLnTx/>
                <a:uFillTx/>
                <a:latin typeface="+mj-lt"/>
                <a:ea typeface="BIZ UDP明朝 Medium" panose="02020500000000000000" pitchFamily="18" charset="-128"/>
              </a:rPr>
              <a:t>経営者サクセッション</a:t>
            </a:r>
            <a:endParaRPr kumimoji="0" lang="en-US" sz="1200" b="1" i="0" u="none" strike="noStrike" kern="1200" cap="none" spc="0" normalizeH="0" baseline="0" noProof="0">
              <a:ln>
                <a:noFill/>
              </a:ln>
              <a:solidFill>
                <a:schemeClr val="bg1"/>
              </a:solidFill>
              <a:effectLst/>
              <a:uLnTx/>
              <a:uFillTx/>
              <a:latin typeface="+mj-lt"/>
              <a:ea typeface="BIZ UDP明朝 Medium" panose="02020500000000000000" pitchFamily="18" charset="-128"/>
            </a:endParaRPr>
          </a:p>
        </p:txBody>
      </p:sp>
      <p:sp>
        <p:nvSpPr>
          <p:cNvPr id="14" name="Rectangle 49">
            <a:extLst>
              <a:ext uri="{FF2B5EF4-FFF2-40B4-BE49-F238E27FC236}">
                <a16:creationId xmlns:a16="http://schemas.microsoft.com/office/drawing/2014/main" id="{8CA1E2E7-AD50-CF57-1F3D-A4D34DE810F8}"/>
              </a:ext>
            </a:extLst>
          </p:cNvPr>
          <p:cNvSpPr/>
          <p:nvPr/>
        </p:nvSpPr>
        <p:spPr>
          <a:xfrm>
            <a:off x="9914816" y="2638968"/>
            <a:ext cx="1804106" cy="33007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1200" cap="none" spc="0" normalizeH="0" baseline="0" noProof="0">
                <a:ln>
                  <a:noFill/>
                </a:ln>
                <a:solidFill>
                  <a:schemeClr val="bg1"/>
                </a:solidFill>
                <a:effectLst/>
                <a:uLnTx/>
                <a:uFillTx/>
                <a:latin typeface="+mj-lt"/>
                <a:ea typeface="BIZ UDP明朝 Medium" panose="02020500000000000000" pitchFamily="18" charset="-128"/>
              </a:rPr>
              <a:t>ボードサクセッション</a:t>
            </a:r>
            <a:endParaRPr kumimoji="0" lang="en-US" sz="1200" b="1" i="0" u="none" strike="noStrike" kern="1200" cap="none" spc="0" normalizeH="0" baseline="0" noProof="0">
              <a:ln>
                <a:noFill/>
              </a:ln>
              <a:solidFill>
                <a:schemeClr val="bg1"/>
              </a:solidFill>
              <a:effectLst/>
              <a:uLnTx/>
              <a:uFillTx/>
              <a:latin typeface="+mj-lt"/>
              <a:ea typeface="BIZ UDP明朝 Medium" panose="02020500000000000000" pitchFamily="18" charset="-128"/>
            </a:endParaRPr>
          </a:p>
        </p:txBody>
      </p:sp>
      <p:sp>
        <p:nvSpPr>
          <p:cNvPr id="15" name="TextBox 50">
            <a:extLst>
              <a:ext uri="{FF2B5EF4-FFF2-40B4-BE49-F238E27FC236}">
                <a16:creationId xmlns:a16="http://schemas.microsoft.com/office/drawing/2014/main" id="{098B438B-AFE7-C3D2-D4E5-0CB1342C9317}"/>
              </a:ext>
            </a:extLst>
          </p:cNvPr>
          <p:cNvSpPr txBox="1"/>
          <p:nvPr/>
        </p:nvSpPr>
        <p:spPr>
          <a:xfrm>
            <a:off x="6371765" y="2851852"/>
            <a:ext cx="1324110" cy="184666"/>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1200" cap="none" spc="0" normalizeH="0" baseline="0" noProof="0">
                <a:ln>
                  <a:noFill/>
                </a:ln>
                <a:solidFill>
                  <a:srgbClr val="000000"/>
                </a:solidFill>
                <a:effectLst/>
                <a:uLnTx/>
                <a:uFillTx/>
                <a:latin typeface="BIZ UDP明朝 Medium" panose="02020500000000000000" pitchFamily="18" charset="-128"/>
                <a:ea typeface="BIZ UDP明朝 Medium" panose="02020500000000000000" pitchFamily="18" charset="-128"/>
              </a:rPr>
              <a:t>報酬ガバナンス</a:t>
            </a:r>
            <a:endParaRPr kumimoji="0" lang="en-US" sz="1200" b="1" i="0" u="none" strike="noStrike" kern="1200" cap="none" spc="0" normalizeH="0" baseline="0" noProof="0">
              <a:ln>
                <a:noFill/>
              </a:ln>
              <a:solidFill>
                <a:srgbClr val="000000"/>
              </a:solidFill>
              <a:effectLst/>
              <a:uLnTx/>
              <a:uFillTx/>
              <a:latin typeface="BIZ UDP明朝 Medium" panose="02020500000000000000" pitchFamily="18" charset="-128"/>
              <a:ea typeface="BIZ UDP明朝 Medium" panose="02020500000000000000" pitchFamily="18" charset="-128"/>
            </a:endParaRPr>
          </a:p>
        </p:txBody>
      </p:sp>
      <p:sp>
        <p:nvSpPr>
          <p:cNvPr id="16" name="TextBox 51">
            <a:extLst>
              <a:ext uri="{FF2B5EF4-FFF2-40B4-BE49-F238E27FC236}">
                <a16:creationId xmlns:a16="http://schemas.microsoft.com/office/drawing/2014/main" id="{FF577F9F-11BE-8911-5DC3-01BEAF5ED9AD}"/>
              </a:ext>
            </a:extLst>
          </p:cNvPr>
          <p:cNvSpPr txBox="1"/>
          <p:nvPr/>
        </p:nvSpPr>
        <p:spPr>
          <a:xfrm>
            <a:off x="4240235" y="3185542"/>
            <a:ext cx="1804107" cy="184666"/>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1200" cap="none" spc="0" normalizeH="0" baseline="0" noProof="0">
                <a:ln>
                  <a:noFill/>
                </a:ln>
                <a:solidFill>
                  <a:srgbClr val="000000"/>
                </a:solidFill>
                <a:effectLst/>
                <a:uLnTx/>
                <a:uFillTx/>
                <a:latin typeface="BIZ UDP明朝 Medium" panose="02020500000000000000" pitchFamily="18" charset="-128"/>
                <a:ea typeface="BIZ UDP明朝 Medium" panose="02020500000000000000" pitchFamily="18" charset="-128"/>
              </a:rPr>
              <a:t>各取締役の役割</a:t>
            </a:r>
            <a:endParaRPr kumimoji="0" lang="en-US" sz="1200" b="1" i="0" u="none" strike="noStrike" kern="1200" cap="none" spc="0" normalizeH="0" baseline="0" noProof="0">
              <a:ln>
                <a:noFill/>
              </a:ln>
              <a:solidFill>
                <a:srgbClr val="000000"/>
              </a:solidFill>
              <a:effectLst/>
              <a:uLnTx/>
              <a:uFillTx/>
              <a:latin typeface="BIZ UDP明朝 Medium" panose="02020500000000000000" pitchFamily="18" charset="-128"/>
              <a:ea typeface="BIZ UDP明朝 Medium" panose="02020500000000000000" pitchFamily="18" charset="-128"/>
            </a:endParaRPr>
          </a:p>
        </p:txBody>
      </p:sp>
      <p:sp>
        <p:nvSpPr>
          <p:cNvPr id="17" name="Oval 52">
            <a:extLst>
              <a:ext uri="{FF2B5EF4-FFF2-40B4-BE49-F238E27FC236}">
                <a16:creationId xmlns:a16="http://schemas.microsoft.com/office/drawing/2014/main" id="{BB4F8CF6-F85F-C637-C10A-259505FDB30A}"/>
              </a:ext>
            </a:extLst>
          </p:cNvPr>
          <p:cNvSpPr>
            <a:spLocks noChangeAspect="1"/>
          </p:cNvSpPr>
          <p:nvPr/>
        </p:nvSpPr>
        <p:spPr bwMode="auto">
          <a:xfrm>
            <a:off x="11574922" y="2423848"/>
            <a:ext cx="144000" cy="144000"/>
          </a:xfrm>
          <a:prstGeom prst="ellipse">
            <a:avLst/>
          </a:prstGeom>
          <a:solidFill>
            <a:schemeClr val="accent3"/>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j-lt"/>
              <a:ea typeface="BIZ UDP明朝 Medium" panose="02020500000000000000" pitchFamily="18" charset="-128"/>
              <a:cs typeface="Roboto" panose="02000000000000000000" pitchFamily="2" charset="0"/>
            </a:endParaRPr>
          </a:p>
        </p:txBody>
      </p:sp>
      <p:sp>
        <p:nvSpPr>
          <p:cNvPr id="18" name="Rectangle 54">
            <a:extLst>
              <a:ext uri="{FF2B5EF4-FFF2-40B4-BE49-F238E27FC236}">
                <a16:creationId xmlns:a16="http://schemas.microsoft.com/office/drawing/2014/main" id="{21A5A1EA-C6CA-A65D-676D-87CE829A2770}"/>
              </a:ext>
            </a:extLst>
          </p:cNvPr>
          <p:cNvSpPr/>
          <p:nvPr/>
        </p:nvSpPr>
        <p:spPr>
          <a:xfrm>
            <a:off x="457199" y="4670893"/>
            <a:ext cx="1804100" cy="153888"/>
          </a:xfrm>
          <a:prstGeom prst="rect">
            <a:avLst/>
          </a:prstGeom>
        </p:spPr>
        <p:txBody>
          <a:bodyPr wrap="square" lIns="0" tIns="0" rIns="0" bIns="0" anchor="t">
            <a:spAutoFit/>
          </a:bodyPr>
          <a:lstStyle/>
          <a:p>
            <a:pPr marL="228600" marR="0" lvl="2" indent="-141288" defTabSz="292608" fontAlgn="auto">
              <a:spcAft>
                <a:spcPts val="300"/>
              </a:spcAft>
              <a:buClr>
                <a:schemeClr val="tx2"/>
              </a:buClr>
              <a:buSzPct val="100000"/>
              <a:buFont typeface="Arial" panose="020B0604020202020204" pitchFamily="34" charset="0"/>
              <a:buChar char="•"/>
              <a:tabLst>
                <a:tab pos="276225" algn="l"/>
                <a:tab pos="584200" algn="l"/>
              </a:tabLst>
              <a:defRPr/>
            </a:pPr>
            <a:r>
              <a:rPr lang="ja-JP" altLang="en-US" sz="1000">
                <a:latin typeface="+mj-lt"/>
                <a:ea typeface="BIZ UDP明朝 Medium" panose="02020500000000000000" pitchFamily="18" charset="-128"/>
                <a:cs typeface="Times New Roman" panose="02020603050405020304" pitchFamily="18" charset="0"/>
              </a:rPr>
              <a:t>実効性に関する自己評価</a:t>
            </a:r>
            <a:endParaRPr lang="en-US" altLang="ja-JP" sz="1000">
              <a:latin typeface="+mj-lt"/>
              <a:ea typeface="BIZ UDP明朝 Medium" panose="02020500000000000000" pitchFamily="18" charset="-128"/>
              <a:cs typeface="Times New Roman" panose="02020603050405020304" pitchFamily="18" charset="0"/>
            </a:endParaRPr>
          </a:p>
        </p:txBody>
      </p:sp>
      <p:sp>
        <p:nvSpPr>
          <p:cNvPr id="19" name="Rectangle 57">
            <a:extLst>
              <a:ext uri="{FF2B5EF4-FFF2-40B4-BE49-F238E27FC236}">
                <a16:creationId xmlns:a16="http://schemas.microsoft.com/office/drawing/2014/main" id="{1642C38C-CF24-1CDD-71F5-FBC887995891}"/>
              </a:ext>
            </a:extLst>
          </p:cNvPr>
          <p:cNvSpPr/>
          <p:nvPr/>
        </p:nvSpPr>
        <p:spPr>
          <a:xfrm>
            <a:off x="2348728" y="4340821"/>
            <a:ext cx="1804100" cy="346249"/>
          </a:xfrm>
          <a:prstGeom prst="rect">
            <a:avLst/>
          </a:prstGeom>
        </p:spPr>
        <p:txBody>
          <a:bodyPr wrap="square" lIns="0" tIns="0" rIns="0" bIns="0" anchor="t">
            <a:spAutoFit/>
          </a:bodyPr>
          <a:lstStyle/>
          <a:p>
            <a:pPr marL="228600" marR="0" lvl="2" indent="-141288" defTabSz="292608" fontAlgn="auto">
              <a:spcAft>
                <a:spcPts val="300"/>
              </a:spcAft>
              <a:buClr>
                <a:schemeClr val="tx2"/>
              </a:buClr>
              <a:buSzPct val="100000"/>
              <a:buFont typeface="Arial" panose="020B0604020202020204" pitchFamily="34" charset="0"/>
              <a:buChar char="•"/>
              <a:tabLst>
                <a:tab pos="276225" algn="l"/>
                <a:tab pos="584200" algn="l"/>
              </a:tabLst>
              <a:defRPr/>
            </a:pPr>
            <a:r>
              <a:rPr lang="ja-JP" altLang="en-US" sz="1000">
                <a:latin typeface="+mj-lt"/>
                <a:ea typeface="BIZ UDP明朝 Medium" panose="02020500000000000000" pitchFamily="18" charset="-128"/>
                <a:cs typeface="Times New Roman" panose="02020603050405020304" pitchFamily="18" charset="0"/>
              </a:rPr>
              <a:t>第三者による評価、分析</a:t>
            </a:r>
            <a:endParaRPr lang="en-US" altLang="ja-JP" sz="1000">
              <a:latin typeface="+mj-lt"/>
              <a:ea typeface="BIZ UDP明朝 Medium" panose="02020500000000000000" pitchFamily="18" charset="-128"/>
              <a:cs typeface="Times New Roman" panose="02020603050405020304" pitchFamily="18" charset="0"/>
            </a:endParaRPr>
          </a:p>
          <a:p>
            <a:pPr marL="228600" lvl="2" indent="-141288" defTabSz="292608">
              <a:spcAft>
                <a:spcPts val="300"/>
              </a:spcAft>
              <a:buClr>
                <a:schemeClr val="tx2"/>
              </a:buClr>
              <a:buSzPct val="100000"/>
              <a:buFont typeface="Arial" panose="020B0604020202020204" pitchFamily="34" charset="0"/>
              <a:buChar char="•"/>
              <a:tabLst>
                <a:tab pos="276225" algn="l"/>
                <a:tab pos="584200" algn="l"/>
              </a:tabLst>
              <a:defRPr/>
            </a:pPr>
            <a:r>
              <a:rPr lang="ja-JP" altLang="en-US" sz="1000">
                <a:ea typeface="BIZ UDP明朝 Medium" panose="02020500000000000000" pitchFamily="18" charset="-128"/>
                <a:cs typeface="Times New Roman" panose="02020603050405020304" pitchFamily="18" charset="0"/>
              </a:rPr>
              <a:t>プロセスの分析・高度化</a:t>
            </a:r>
            <a:endParaRPr lang="en-US" altLang="ja-JP" sz="1000">
              <a:ea typeface="BIZ UDP明朝 Medium" panose="02020500000000000000" pitchFamily="18" charset="-128"/>
              <a:cs typeface="Times New Roman" panose="02020603050405020304" pitchFamily="18" charset="0"/>
            </a:endParaRPr>
          </a:p>
        </p:txBody>
      </p:sp>
      <p:sp>
        <p:nvSpPr>
          <p:cNvPr id="20" name="Rectangle 58">
            <a:extLst>
              <a:ext uri="{FF2B5EF4-FFF2-40B4-BE49-F238E27FC236}">
                <a16:creationId xmlns:a16="http://schemas.microsoft.com/office/drawing/2014/main" id="{E00CAD99-E81C-5A7B-9016-297325988893}"/>
              </a:ext>
            </a:extLst>
          </p:cNvPr>
          <p:cNvSpPr/>
          <p:nvPr/>
        </p:nvSpPr>
        <p:spPr>
          <a:xfrm>
            <a:off x="4240251" y="4017147"/>
            <a:ext cx="1804100" cy="538609"/>
          </a:xfrm>
          <a:prstGeom prst="rect">
            <a:avLst/>
          </a:prstGeom>
        </p:spPr>
        <p:txBody>
          <a:bodyPr wrap="square" lIns="0" tIns="0" rIns="0" bIns="0" anchor="t">
            <a:spAutoFit/>
          </a:bodyPr>
          <a:lstStyle/>
          <a:p>
            <a:pPr marL="228600" lvl="2" indent="-141288" defTabSz="292608">
              <a:lnSpc>
                <a:spcPct val="100000"/>
              </a:lnSpc>
              <a:spcAft>
                <a:spcPts val="300"/>
              </a:spcAft>
              <a:buClr>
                <a:schemeClr val="tx2"/>
              </a:buClr>
              <a:buSzPct val="100000"/>
              <a:buFont typeface="Arial" panose="020B0604020202020204" pitchFamily="34" charset="0"/>
              <a:buChar char="•"/>
              <a:tabLst>
                <a:tab pos="276225" algn="l"/>
                <a:tab pos="584200" algn="l"/>
              </a:tabLst>
              <a:defRPr/>
            </a:pPr>
            <a:r>
              <a:rPr lang="ja-JP" altLang="en-US" sz="1000">
                <a:latin typeface="+mj-lt"/>
                <a:ea typeface="BIZ UDP明朝 Medium" panose="02020500000000000000" pitchFamily="18" charset="-128"/>
                <a:cs typeface="Times New Roman" panose="02020603050405020304" pitchFamily="18" charset="0"/>
              </a:rPr>
              <a:t>個々の取締役の相互評価</a:t>
            </a:r>
            <a:endParaRPr lang="en-US" altLang="ja-JP" sz="1000">
              <a:latin typeface="+mj-lt"/>
              <a:ea typeface="BIZ UDP明朝 Medium" panose="02020500000000000000" pitchFamily="18" charset="-128"/>
              <a:cs typeface="Times New Roman" panose="02020603050405020304" pitchFamily="18" charset="0"/>
            </a:endParaRPr>
          </a:p>
          <a:p>
            <a:pPr marL="228600" lvl="2" indent="-141288" defTabSz="292608">
              <a:lnSpc>
                <a:spcPct val="100000"/>
              </a:lnSpc>
              <a:spcAft>
                <a:spcPts val="300"/>
              </a:spcAft>
              <a:buClr>
                <a:schemeClr val="tx2"/>
              </a:buClr>
              <a:buSzPct val="100000"/>
              <a:buFont typeface="Arial" panose="020B0604020202020204" pitchFamily="34" charset="0"/>
              <a:buChar char="•"/>
              <a:tabLst>
                <a:tab pos="276225" algn="l"/>
                <a:tab pos="584200" algn="l"/>
              </a:tabLst>
              <a:defRPr/>
            </a:pPr>
            <a:r>
              <a:rPr lang="ja-JP" altLang="en-US" sz="1000">
                <a:latin typeface="+mj-lt"/>
                <a:ea typeface="BIZ UDP明朝 Medium" panose="02020500000000000000" pitchFamily="18" charset="-128"/>
                <a:cs typeface="Times New Roman" panose="02020603050405020304" pitchFamily="18" charset="0"/>
              </a:rPr>
              <a:t>議長・委員長主導</a:t>
            </a:r>
          </a:p>
          <a:p>
            <a:pPr marL="0" lvl="2" defTabSz="292608">
              <a:lnSpc>
                <a:spcPct val="100000"/>
              </a:lnSpc>
              <a:spcAft>
                <a:spcPts val="300"/>
              </a:spcAft>
              <a:buClr>
                <a:schemeClr val="tx2"/>
              </a:buClr>
              <a:buSzPct val="100000"/>
              <a:tabLst>
                <a:tab pos="276225" algn="l"/>
                <a:tab pos="584200" algn="l"/>
              </a:tabLst>
              <a:defRPr/>
            </a:pPr>
            <a:endParaRPr lang="en-US" sz="1000">
              <a:latin typeface="+mj-lt"/>
              <a:ea typeface="BIZ UDP明朝 Medium" panose="02020500000000000000" pitchFamily="18" charset="-128"/>
              <a:cs typeface="Times New Roman" panose="02020603050405020304" pitchFamily="18" charset="0"/>
            </a:endParaRPr>
          </a:p>
        </p:txBody>
      </p:sp>
      <p:sp>
        <p:nvSpPr>
          <p:cNvPr id="21" name="Rectangle 59">
            <a:extLst>
              <a:ext uri="{FF2B5EF4-FFF2-40B4-BE49-F238E27FC236}">
                <a16:creationId xmlns:a16="http://schemas.microsoft.com/office/drawing/2014/main" id="{E06A2F4F-40ED-FD5E-CBDF-165AE5D89A13}"/>
              </a:ext>
            </a:extLst>
          </p:cNvPr>
          <p:cNvSpPr/>
          <p:nvPr/>
        </p:nvSpPr>
        <p:spPr>
          <a:xfrm>
            <a:off x="6131773" y="3693473"/>
            <a:ext cx="1804100" cy="346249"/>
          </a:xfrm>
          <a:prstGeom prst="rect">
            <a:avLst/>
          </a:prstGeom>
        </p:spPr>
        <p:txBody>
          <a:bodyPr wrap="square" lIns="0" tIns="0" rIns="0" bIns="0" anchor="t">
            <a:spAutoFit/>
          </a:bodyPr>
          <a:lstStyle/>
          <a:p>
            <a:pPr marL="228600" lvl="2" indent="-141288" defTabSz="292608">
              <a:lnSpc>
                <a:spcPct val="100000"/>
              </a:lnSpc>
              <a:spcAft>
                <a:spcPts val="300"/>
              </a:spcAft>
              <a:buClr>
                <a:schemeClr val="tx2"/>
              </a:buClr>
              <a:buSzPct val="100000"/>
              <a:buFont typeface="Arial" panose="020B0604020202020204" pitchFamily="34" charset="0"/>
              <a:buChar char="•"/>
              <a:tabLst>
                <a:tab pos="276225" algn="l"/>
                <a:tab pos="584200" algn="l"/>
              </a:tabLst>
              <a:defRPr/>
            </a:pPr>
            <a:r>
              <a:rPr lang="ja-JP" altLang="en-US" sz="1000">
                <a:latin typeface="+mj-lt"/>
                <a:ea typeface="BIZ UDP明朝 Medium" panose="02020500000000000000" pitchFamily="18" charset="-128"/>
                <a:cs typeface="Times New Roman" panose="02020603050405020304" pitchFamily="18" charset="0"/>
              </a:rPr>
              <a:t>報酬の妥当性担保</a:t>
            </a:r>
            <a:endParaRPr lang="en-US" altLang="ja-JP" sz="1000">
              <a:latin typeface="+mj-lt"/>
              <a:ea typeface="BIZ UDP明朝 Medium" panose="02020500000000000000" pitchFamily="18" charset="-128"/>
              <a:cs typeface="Times New Roman" panose="02020603050405020304" pitchFamily="18" charset="0"/>
            </a:endParaRPr>
          </a:p>
          <a:p>
            <a:pPr marL="228600" lvl="2" indent="-141288" defTabSz="292608">
              <a:lnSpc>
                <a:spcPct val="100000"/>
              </a:lnSpc>
              <a:spcAft>
                <a:spcPts val="300"/>
              </a:spcAft>
              <a:buClr>
                <a:schemeClr val="tx2"/>
              </a:buClr>
              <a:buSzPct val="100000"/>
              <a:buFont typeface="Arial" panose="020B0604020202020204" pitchFamily="34" charset="0"/>
              <a:buChar char="•"/>
              <a:tabLst>
                <a:tab pos="276225" algn="l"/>
                <a:tab pos="584200" algn="l"/>
              </a:tabLst>
              <a:defRPr/>
            </a:pPr>
            <a:r>
              <a:rPr lang="ja-JP" altLang="en-US" sz="1000">
                <a:latin typeface="+mj-lt"/>
                <a:ea typeface="BIZ UDP明朝 Medium" panose="02020500000000000000" pitchFamily="18" charset="-128"/>
                <a:cs typeface="Times New Roman" panose="02020603050405020304" pitchFamily="18" charset="0"/>
              </a:rPr>
              <a:t>評価の指名との連動</a:t>
            </a:r>
          </a:p>
        </p:txBody>
      </p:sp>
      <p:sp>
        <p:nvSpPr>
          <p:cNvPr id="22" name="Rectangle 60">
            <a:extLst>
              <a:ext uri="{FF2B5EF4-FFF2-40B4-BE49-F238E27FC236}">
                <a16:creationId xmlns:a16="http://schemas.microsoft.com/office/drawing/2014/main" id="{8834B0B6-CC56-9C24-7745-69D614EBD052}"/>
              </a:ext>
            </a:extLst>
          </p:cNvPr>
          <p:cNvSpPr/>
          <p:nvPr/>
        </p:nvSpPr>
        <p:spPr>
          <a:xfrm>
            <a:off x="8023297" y="3364918"/>
            <a:ext cx="1804100" cy="346249"/>
          </a:xfrm>
          <a:prstGeom prst="rect">
            <a:avLst/>
          </a:prstGeom>
        </p:spPr>
        <p:txBody>
          <a:bodyPr wrap="square" lIns="0" tIns="0" rIns="0" bIns="0" anchor="t">
            <a:spAutoFit/>
          </a:bodyPr>
          <a:lstStyle/>
          <a:p>
            <a:pPr marL="228600" lvl="2" indent="-141288" defTabSz="292608">
              <a:lnSpc>
                <a:spcPct val="100000"/>
              </a:lnSpc>
              <a:spcAft>
                <a:spcPts val="300"/>
              </a:spcAft>
              <a:buClr>
                <a:schemeClr val="tx2"/>
              </a:buClr>
              <a:buSzPct val="100000"/>
              <a:buFont typeface="Arial" panose="020B0604020202020204" pitchFamily="34" charset="0"/>
              <a:buChar char="•"/>
              <a:tabLst>
                <a:tab pos="276225" algn="l"/>
                <a:tab pos="584200" algn="l"/>
              </a:tabLst>
              <a:defRPr/>
            </a:pPr>
            <a:r>
              <a:rPr lang="ja-JP" altLang="en-US" sz="1000">
                <a:latin typeface="+mj-lt"/>
                <a:ea typeface="BIZ UDP明朝 Medium" panose="02020500000000000000" pitchFamily="18" charset="-128"/>
                <a:cs typeface="Times New Roman" panose="02020603050405020304" pitchFamily="18" charset="0"/>
              </a:rPr>
              <a:t>経営者評価の最適化</a:t>
            </a:r>
            <a:endParaRPr lang="en-US" altLang="ja-JP" sz="1000">
              <a:latin typeface="+mj-lt"/>
              <a:ea typeface="BIZ UDP明朝 Medium" panose="02020500000000000000" pitchFamily="18" charset="-128"/>
              <a:cs typeface="Times New Roman" panose="02020603050405020304" pitchFamily="18" charset="0"/>
            </a:endParaRPr>
          </a:p>
          <a:p>
            <a:pPr marL="228600" lvl="2" indent="-141288" defTabSz="292608">
              <a:lnSpc>
                <a:spcPct val="100000"/>
              </a:lnSpc>
              <a:spcAft>
                <a:spcPts val="300"/>
              </a:spcAft>
              <a:buClr>
                <a:schemeClr val="tx2"/>
              </a:buClr>
              <a:buSzPct val="100000"/>
              <a:buFont typeface="Arial" panose="020B0604020202020204" pitchFamily="34" charset="0"/>
              <a:buChar char="•"/>
              <a:tabLst>
                <a:tab pos="276225" algn="l"/>
                <a:tab pos="584200" algn="l"/>
              </a:tabLst>
              <a:defRPr/>
            </a:pPr>
            <a:r>
              <a:rPr lang="ja-JP" altLang="en-US" sz="1000">
                <a:latin typeface="+mj-lt"/>
                <a:ea typeface="BIZ UDP明朝 Medium" panose="02020500000000000000" pitchFamily="18" charset="-128"/>
                <a:cs typeface="Times New Roman" panose="02020603050405020304" pitchFamily="18" charset="0"/>
              </a:rPr>
              <a:t>指名委員会主導</a:t>
            </a:r>
          </a:p>
        </p:txBody>
      </p:sp>
      <p:sp>
        <p:nvSpPr>
          <p:cNvPr id="23" name="Rectangle 61">
            <a:extLst>
              <a:ext uri="{FF2B5EF4-FFF2-40B4-BE49-F238E27FC236}">
                <a16:creationId xmlns:a16="http://schemas.microsoft.com/office/drawing/2014/main" id="{EC57F73D-24D4-7E63-6771-90679BA26543}"/>
              </a:ext>
            </a:extLst>
          </p:cNvPr>
          <p:cNvSpPr/>
          <p:nvPr/>
        </p:nvSpPr>
        <p:spPr>
          <a:xfrm>
            <a:off x="9914822" y="3052524"/>
            <a:ext cx="1804100" cy="153888"/>
          </a:xfrm>
          <a:prstGeom prst="rect">
            <a:avLst/>
          </a:prstGeom>
        </p:spPr>
        <p:txBody>
          <a:bodyPr wrap="square" lIns="0" tIns="0" rIns="0" bIns="0" anchor="t">
            <a:spAutoFit/>
          </a:bodyPr>
          <a:lstStyle/>
          <a:p>
            <a:pPr marL="228600" marR="0" lvl="2" indent="-141288" defTabSz="292608" fontAlgn="auto">
              <a:spcAft>
                <a:spcPts val="300"/>
              </a:spcAft>
              <a:buClr>
                <a:schemeClr val="tx2"/>
              </a:buClr>
              <a:buSzPct val="100000"/>
              <a:buFont typeface="Arial" panose="020B0604020202020204" pitchFamily="34" charset="0"/>
              <a:buChar char="•"/>
              <a:tabLst>
                <a:tab pos="276225" algn="l"/>
                <a:tab pos="584200" algn="l"/>
              </a:tabLst>
              <a:defRPr/>
            </a:pPr>
            <a:r>
              <a:rPr lang="ja-JP" altLang="en-US" sz="1000">
                <a:latin typeface="+mj-lt"/>
                <a:ea typeface="BIZ UDP明朝 Medium" panose="02020500000000000000" pitchFamily="18" charset="-128"/>
                <a:cs typeface="Times New Roman" panose="02020603050405020304" pitchFamily="18" charset="0"/>
              </a:rPr>
              <a:t>持続的な監督機能の強化</a:t>
            </a:r>
            <a:endParaRPr lang="en-US" sz="1000">
              <a:latin typeface="+mj-lt"/>
              <a:ea typeface="BIZ UDP明朝 Medium" panose="02020500000000000000" pitchFamily="18" charset="-128"/>
              <a:cs typeface="Times New Roman" panose="02020603050405020304" pitchFamily="18" charset="0"/>
            </a:endParaRPr>
          </a:p>
        </p:txBody>
      </p:sp>
      <p:sp>
        <p:nvSpPr>
          <p:cNvPr id="24" name="Oval 62">
            <a:extLst>
              <a:ext uri="{FF2B5EF4-FFF2-40B4-BE49-F238E27FC236}">
                <a16:creationId xmlns:a16="http://schemas.microsoft.com/office/drawing/2014/main" id="{DF5A8A09-215B-1F48-467A-12F641DD1833}"/>
              </a:ext>
            </a:extLst>
          </p:cNvPr>
          <p:cNvSpPr>
            <a:spLocks noChangeAspect="1"/>
          </p:cNvSpPr>
          <p:nvPr/>
        </p:nvSpPr>
        <p:spPr bwMode="auto">
          <a:xfrm>
            <a:off x="9683397" y="2750341"/>
            <a:ext cx="144000" cy="144000"/>
          </a:xfrm>
          <a:prstGeom prst="ellipse">
            <a:avLst/>
          </a:prstGeom>
          <a:solidFill>
            <a:schemeClr val="accent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j-lt"/>
              <a:ea typeface="BIZ UDP明朝 Medium" panose="02020500000000000000" pitchFamily="18" charset="-128"/>
              <a:cs typeface="Roboto" panose="02000000000000000000" pitchFamily="2" charset="0"/>
            </a:endParaRPr>
          </a:p>
        </p:txBody>
      </p:sp>
      <p:sp>
        <p:nvSpPr>
          <p:cNvPr id="25" name="Oval 63">
            <a:extLst>
              <a:ext uri="{FF2B5EF4-FFF2-40B4-BE49-F238E27FC236}">
                <a16:creationId xmlns:a16="http://schemas.microsoft.com/office/drawing/2014/main" id="{F408658F-6E0E-4198-5CA6-66A92CF00554}"/>
              </a:ext>
            </a:extLst>
          </p:cNvPr>
          <p:cNvSpPr>
            <a:spLocks noChangeAspect="1"/>
          </p:cNvSpPr>
          <p:nvPr/>
        </p:nvSpPr>
        <p:spPr bwMode="auto">
          <a:xfrm>
            <a:off x="7791873" y="3066028"/>
            <a:ext cx="144000" cy="144000"/>
          </a:xfrm>
          <a:prstGeom prst="ellipse">
            <a:avLst/>
          </a:prstGeom>
          <a:solidFill>
            <a:schemeClr val="accent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j-lt"/>
              <a:ea typeface="BIZ UDP明朝 Medium" panose="02020500000000000000" pitchFamily="18" charset="-128"/>
              <a:cs typeface="Roboto" panose="02000000000000000000" pitchFamily="2" charset="0"/>
            </a:endParaRPr>
          </a:p>
        </p:txBody>
      </p:sp>
      <p:sp>
        <p:nvSpPr>
          <p:cNvPr id="27" name="Oval 64">
            <a:extLst>
              <a:ext uri="{FF2B5EF4-FFF2-40B4-BE49-F238E27FC236}">
                <a16:creationId xmlns:a16="http://schemas.microsoft.com/office/drawing/2014/main" id="{4E564504-1D99-4039-73C0-3B086450A2CA}"/>
              </a:ext>
            </a:extLst>
          </p:cNvPr>
          <p:cNvSpPr>
            <a:spLocks noChangeAspect="1"/>
          </p:cNvSpPr>
          <p:nvPr/>
        </p:nvSpPr>
        <p:spPr bwMode="auto">
          <a:xfrm>
            <a:off x="5900351" y="3389785"/>
            <a:ext cx="144000" cy="144000"/>
          </a:xfrm>
          <a:prstGeom prst="ellipse">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j-lt"/>
              <a:ea typeface="BIZ UDP明朝 Medium" panose="02020500000000000000" pitchFamily="18" charset="-128"/>
              <a:cs typeface="Roboto" panose="02000000000000000000" pitchFamily="2" charset="0"/>
            </a:endParaRPr>
          </a:p>
        </p:txBody>
      </p:sp>
      <p:sp>
        <p:nvSpPr>
          <p:cNvPr id="28" name="Oval 65">
            <a:extLst>
              <a:ext uri="{FF2B5EF4-FFF2-40B4-BE49-F238E27FC236}">
                <a16:creationId xmlns:a16="http://schemas.microsoft.com/office/drawing/2014/main" id="{2746EB8C-C259-4A20-3418-C57D4DF5E81E}"/>
              </a:ext>
            </a:extLst>
          </p:cNvPr>
          <p:cNvSpPr>
            <a:spLocks noChangeAspect="1"/>
          </p:cNvSpPr>
          <p:nvPr/>
        </p:nvSpPr>
        <p:spPr bwMode="auto">
          <a:xfrm>
            <a:off x="4008828" y="3713459"/>
            <a:ext cx="144000" cy="144000"/>
          </a:xfrm>
          <a:prstGeom prst="ellipse">
            <a:avLst/>
          </a:prstGeom>
          <a:solidFill>
            <a:schemeClr val="tx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j-lt"/>
              <a:ea typeface="BIZ UDP明朝 Medium" panose="02020500000000000000" pitchFamily="18" charset="-128"/>
              <a:cs typeface="Roboto" panose="02000000000000000000" pitchFamily="2" charset="0"/>
            </a:endParaRPr>
          </a:p>
        </p:txBody>
      </p:sp>
      <p:sp>
        <p:nvSpPr>
          <p:cNvPr id="29" name="Oval 66">
            <a:extLst>
              <a:ext uri="{FF2B5EF4-FFF2-40B4-BE49-F238E27FC236}">
                <a16:creationId xmlns:a16="http://schemas.microsoft.com/office/drawing/2014/main" id="{1D41AB55-D173-7AEC-2C3B-483BEEEABCF9}"/>
              </a:ext>
            </a:extLst>
          </p:cNvPr>
          <p:cNvSpPr>
            <a:spLocks noChangeAspect="1"/>
          </p:cNvSpPr>
          <p:nvPr/>
        </p:nvSpPr>
        <p:spPr bwMode="auto">
          <a:xfrm>
            <a:off x="2117305" y="4039067"/>
            <a:ext cx="144000" cy="144000"/>
          </a:xfrm>
          <a:prstGeom prst="ellipse">
            <a:avLst/>
          </a:prstGeom>
          <a:solidFill>
            <a:srgbClr val="C2A8F0"/>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j-lt"/>
              <a:ea typeface="BIZ UDP明朝 Medium" panose="02020500000000000000" pitchFamily="18" charset="-128"/>
              <a:cs typeface="Roboto" panose="02000000000000000000" pitchFamily="2" charset="0"/>
            </a:endParaRPr>
          </a:p>
        </p:txBody>
      </p:sp>
      <p:cxnSp>
        <p:nvCxnSpPr>
          <p:cNvPr id="30" name="Straight Connector 67">
            <a:extLst>
              <a:ext uri="{FF2B5EF4-FFF2-40B4-BE49-F238E27FC236}">
                <a16:creationId xmlns:a16="http://schemas.microsoft.com/office/drawing/2014/main" id="{48BC25D0-2D68-79E8-C0CC-32C742E8ACBE}"/>
              </a:ext>
            </a:extLst>
          </p:cNvPr>
          <p:cNvCxnSpPr>
            <a:stCxn id="29" idx="2"/>
          </p:cNvCxnSpPr>
          <p:nvPr/>
        </p:nvCxnSpPr>
        <p:spPr>
          <a:xfrm flipH="1">
            <a:off x="457199" y="4111067"/>
            <a:ext cx="1660106"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Elbow Connector 54">
            <a:extLst>
              <a:ext uri="{FF2B5EF4-FFF2-40B4-BE49-F238E27FC236}">
                <a16:creationId xmlns:a16="http://schemas.microsoft.com/office/drawing/2014/main" id="{75C35904-E26F-FE8E-DD7C-47C678A474A8}"/>
              </a:ext>
            </a:extLst>
          </p:cNvPr>
          <p:cNvCxnSpPr>
            <a:stCxn id="29" idx="0"/>
            <a:endCxn id="28" idx="2"/>
          </p:cNvCxnSpPr>
          <p:nvPr/>
        </p:nvCxnSpPr>
        <p:spPr>
          <a:xfrm rot="5400000" flipH="1" flipV="1">
            <a:off x="2972262" y="3002502"/>
            <a:ext cx="253608" cy="1819523"/>
          </a:xfrm>
          <a:prstGeom prst="bentConnector2">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 name="Elbow Connector 56">
            <a:extLst>
              <a:ext uri="{FF2B5EF4-FFF2-40B4-BE49-F238E27FC236}">
                <a16:creationId xmlns:a16="http://schemas.microsoft.com/office/drawing/2014/main" id="{CE6B20CC-3A1C-759C-FE5E-F2159DCDC932}"/>
              </a:ext>
            </a:extLst>
          </p:cNvPr>
          <p:cNvCxnSpPr>
            <a:stCxn id="28" idx="0"/>
            <a:endCxn id="27" idx="2"/>
          </p:cNvCxnSpPr>
          <p:nvPr/>
        </p:nvCxnSpPr>
        <p:spPr>
          <a:xfrm rot="5400000" flipH="1" flipV="1">
            <a:off x="4864752" y="2677861"/>
            <a:ext cx="251674" cy="1819523"/>
          </a:xfrm>
          <a:prstGeom prst="bentConnector2">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Elbow Connector 58">
            <a:extLst>
              <a:ext uri="{FF2B5EF4-FFF2-40B4-BE49-F238E27FC236}">
                <a16:creationId xmlns:a16="http://schemas.microsoft.com/office/drawing/2014/main" id="{BA6FFFCC-A5FC-24EA-03D0-D996E8EF091D}"/>
              </a:ext>
            </a:extLst>
          </p:cNvPr>
          <p:cNvCxnSpPr>
            <a:stCxn id="27" idx="0"/>
            <a:endCxn id="25" idx="2"/>
          </p:cNvCxnSpPr>
          <p:nvPr/>
        </p:nvCxnSpPr>
        <p:spPr>
          <a:xfrm rot="5400000" flipH="1" flipV="1">
            <a:off x="6756234" y="2354146"/>
            <a:ext cx="251757" cy="1819522"/>
          </a:xfrm>
          <a:prstGeom prst="bentConnector2">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Elbow Connector 60">
            <a:extLst>
              <a:ext uri="{FF2B5EF4-FFF2-40B4-BE49-F238E27FC236}">
                <a16:creationId xmlns:a16="http://schemas.microsoft.com/office/drawing/2014/main" id="{309BED02-975D-55DD-4A13-4DC8B917608F}"/>
              </a:ext>
            </a:extLst>
          </p:cNvPr>
          <p:cNvCxnSpPr>
            <a:stCxn id="25" idx="0"/>
            <a:endCxn id="24" idx="2"/>
          </p:cNvCxnSpPr>
          <p:nvPr/>
        </p:nvCxnSpPr>
        <p:spPr>
          <a:xfrm rot="5400000" flipH="1" flipV="1">
            <a:off x="8651792" y="2034423"/>
            <a:ext cx="243687" cy="1819524"/>
          </a:xfrm>
          <a:prstGeom prst="bentConnector2">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Elbow Connector 62">
            <a:extLst>
              <a:ext uri="{FF2B5EF4-FFF2-40B4-BE49-F238E27FC236}">
                <a16:creationId xmlns:a16="http://schemas.microsoft.com/office/drawing/2014/main" id="{C18E5392-4B7C-23F3-F2B0-4511178630D5}"/>
              </a:ext>
            </a:extLst>
          </p:cNvPr>
          <p:cNvCxnSpPr>
            <a:stCxn id="24" idx="0"/>
            <a:endCxn id="17" idx="2"/>
          </p:cNvCxnSpPr>
          <p:nvPr/>
        </p:nvCxnSpPr>
        <p:spPr>
          <a:xfrm rot="5400000" flipH="1" flipV="1">
            <a:off x="10537913" y="1713333"/>
            <a:ext cx="254493" cy="1819525"/>
          </a:xfrm>
          <a:prstGeom prst="bentConnector2">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6" name="TextBox 50">
            <a:extLst>
              <a:ext uri="{FF2B5EF4-FFF2-40B4-BE49-F238E27FC236}">
                <a16:creationId xmlns:a16="http://schemas.microsoft.com/office/drawing/2014/main" id="{97F0EAC9-7E93-EF8A-89DD-703F3AC8A90B}"/>
              </a:ext>
            </a:extLst>
          </p:cNvPr>
          <p:cNvSpPr txBox="1"/>
          <p:nvPr/>
        </p:nvSpPr>
        <p:spPr>
          <a:xfrm>
            <a:off x="8183580" y="2565978"/>
            <a:ext cx="1324110" cy="184666"/>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1200" cap="none" spc="0" normalizeH="0" baseline="0" noProof="0">
                <a:ln>
                  <a:noFill/>
                </a:ln>
                <a:solidFill>
                  <a:srgbClr val="000000"/>
                </a:solidFill>
                <a:effectLst/>
                <a:uLnTx/>
                <a:uFillTx/>
                <a:latin typeface="BIZ UDP明朝 Medium" panose="02020500000000000000" pitchFamily="18" charset="-128"/>
                <a:ea typeface="BIZ UDP明朝 Medium" panose="02020500000000000000" pitchFamily="18" charset="-128"/>
              </a:rPr>
              <a:t>指名ガバナンス</a:t>
            </a:r>
            <a:endParaRPr kumimoji="0" lang="en-US" sz="1200" b="1" i="0" u="none" strike="noStrike" kern="1200" cap="none" spc="0" normalizeH="0" baseline="0" noProof="0">
              <a:ln>
                <a:noFill/>
              </a:ln>
              <a:solidFill>
                <a:srgbClr val="000000"/>
              </a:solidFill>
              <a:effectLst/>
              <a:uLnTx/>
              <a:uFillTx/>
              <a:latin typeface="BIZ UDP明朝 Medium" panose="02020500000000000000" pitchFamily="18" charset="-128"/>
              <a:ea typeface="BIZ UDP明朝 Medium" panose="02020500000000000000" pitchFamily="18" charset="-128"/>
            </a:endParaRPr>
          </a:p>
        </p:txBody>
      </p:sp>
      <p:sp>
        <p:nvSpPr>
          <p:cNvPr id="37" name="TextBox 50">
            <a:extLst>
              <a:ext uri="{FF2B5EF4-FFF2-40B4-BE49-F238E27FC236}">
                <a16:creationId xmlns:a16="http://schemas.microsoft.com/office/drawing/2014/main" id="{3C1D21F2-AE25-FB6C-92B8-6DC93AC8578C}"/>
              </a:ext>
            </a:extLst>
          </p:cNvPr>
          <p:cNvSpPr txBox="1"/>
          <p:nvPr/>
        </p:nvSpPr>
        <p:spPr>
          <a:xfrm>
            <a:off x="10154814" y="2248893"/>
            <a:ext cx="1324110" cy="184666"/>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1200" cap="none" spc="0" normalizeH="0" baseline="0" noProof="0">
                <a:ln>
                  <a:noFill/>
                </a:ln>
                <a:solidFill>
                  <a:srgbClr val="000000"/>
                </a:solidFill>
                <a:effectLst/>
                <a:uLnTx/>
                <a:uFillTx/>
                <a:latin typeface="BIZ UDP明朝 Medium" panose="02020500000000000000" pitchFamily="18" charset="-128"/>
                <a:ea typeface="BIZ UDP明朝 Medium" panose="02020500000000000000" pitchFamily="18" charset="-128"/>
              </a:rPr>
              <a:t>監督機能の最適化</a:t>
            </a:r>
            <a:endParaRPr kumimoji="0" lang="en-US" sz="1200" b="1" i="0" u="none" strike="noStrike" kern="1200" cap="none" spc="0" normalizeH="0" baseline="0" noProof="0">
              <a:ln>
                <a:noFill/>
              </a:ln>
              <a:solidFill>
                <a:srgbClr val="000000"/>
              </a:solidFill>
              <a:effectLst/>
              <a:uLnTx/>
              <a:uFillTx/>
              <a:latin typeface="BIZ UDP明朝 Medium" panose="02020500000000000000" pitchFamily="18" charset="-128"/>
              <a:ea typeface="BIZ UDP明朝 Medium" panose="02020500000000000000" pitchFamily="18" charset="-128"/>
            </a:endParaRPr>
          </a:p>
        </p:txBody>
      </p:sp>
      <p:sp>
        <p:nvSpPr>
          <p:cNvPr id="38" name="TextBox 51">
            <a:extLst>
              <a:ext uri="{FF2B5EF4-FFF2-40B4-BE49-F238E27FC236}">
                <a16:creationId xmlns:a16="http://schemas.microsoft.com/office/drawing/2014/main" id="{CB02556D-694B-EC8E-FFB2-79C8A9A1E0DE}"/>
              </a:ext>
            </a:extLst>
          </p:cNvPr>
          <p:cNvSpPr txBox="1"/>
          <p:nvPr/>
        </p:nvSpPr>
        <p:spPr>
          <a:xfrm>
            <a:off x="2261296" y="3458983"/>
            <a:ext cx="1804107" cy="184666"/>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1200" cap="none" spc="0" normalizeH="0" baseline="0" noProof="0">
                <a:ln>
                  <a:noFill/>
                </a:ln>
                <a:solidFill>
                  <a:srgbClr val="000000"/>
                </a:solidFill>
                <a:effectLst/>
                <a:uLnTx/>
                <a:uFillTx/>
                <a:latin typeface="BIZ UDP明朝 Medium" panose="02020500000000000000" pitchFamily="18" charset="-128"/>
                <a:ea typeface="BIZ UDP明朝 Medium" panose="02020500000000000000" pitchFamily="18" charset="-128"/>
              </a:rPr>
              <a:t>客観性向上</a:t>
            </a:r>
            <a:endParaRPr kumimoji="0" lang="en-US" sz="1200" b="1" i="0" u="none" strike="noStrike" kern="1200" cap="none" spc="0" normalizeH="0" baseline="0" noProof="0">
              <a:ln>
                <a:noFill/>
              </a:ln>
              <a:solidFill>
                <a:srgbClr val="000000"/>
              </a:solidFill>
              <a:effectLst/>
              <a:uLnTx/>
              <a:uFillTx/>
              <a:latin typeface="BIZ UDP明朝 Medium" panose="02020500000000000000" pitchFamily="18" charset="-128"/>
              <a:ea typeface="BIZ UDP明朝 Medium" panose="02020500000000000000" pitchFamily="18" charset="-128"/>
            </a:endParaRPr>
          </a:p>
        </p:txBody>
      </p:sp>
      <p:sp>
        <p:nvSpPr>
          <p:cNvPr id="44" name="Slide Number Placeholder 2">
            <a:extLst>
              <a:ext uri="{FF2B5EF4-FFF2-40B4-BE49-F238E27FC236}">
                <a16:creationId xmlns:a16="http://schemas.microsoft.com/office/drawing/2014/main" id="{CC9C78BF-7AFA-810F-AF24-D8B8EC80E7E3}"/>
              </a:ext>
            </a:extLst>
          </p:cNvPr>
          <p:cNvSpPr>
            <a:spLocks noGrp="1"/>
          </p:cNvSpPr>
          <p:nvPr>
            <p:ph type="sldNum" sz="quarter" idx="18"/>
          </p:nvPr>
        </p:nvSpPr>
        <p:spPr>
          <a:xfrm>
            <a:off x="11427675" y="6437376"/>
            <a:ext cx="306387" cy="208758"/>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3DCA5C9-2E11-4C67-86EB-AE1DE127DC64}" type="slidenum">
              <a:rPr kumimoji="0" lang="en-US" sz="900" b="0" i="0" u="none" strike="noStrike" kern="1200" cap="none" spc="0" normalizeH="0" baseline="0" noProof="0" smtClean="0">
                <a:ln>
                  <a:noFill/>
                </a:ln>
                <a:solidFill>
                  <a:srgbClr val="000000"/>
                </a:solidFill>
                <a:effectLst/>
                <a:uLnTx/>
                <a:uFillTx/>
                <a:latin typeface="Times New Roman" panose="02020603050405020304"/>
                <a:ea typeface="BIZ UDP明朝 Medium" panose="02020500000000000000" pitchFamily="18" charset="-128"/>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a:ln>
                <a:noFill/>
              </a:ln>
              <a:solidFill>
                <a:srgbClr val="000000"/>
              </a:solidFill>
              <a:effectLst/>
              <a:uLnTx/>
              <a:uFillTx/>
              <a:latin typeface="Times New Roman" panose="02020603050405020304"/>
              <a:ea typeface="BIZ UDP明朝 Medium" panose="02020500000000000000" pitchFamily="18" charset="-128"/>
            </a:endParaRPr>
          </a:p>
        </p:txBody>
      </p:sp>
      <p:cxnSp>
        <p:nvCxnSpPr>
          <p:cNvPr id="49" name="直線矢印コネクタ 48">
            <a:extLst>
              <a:ext uri="{FF2B5EF4-FFF2-40B4-BE49-F238E27FC236}">
                <a16:creationId xmlns:a16="http://schemas.microsoft.com/office/drawing/2014/main" id="{DCEE3F0B-3D8D-8278-646D-1526EFAFBD87}"/>
              </a:ext>
            </a:extLst>
          </p:cNvPr>
          <p:cNvCxnSpPr>
            <a:cxnSpLocks/>
          </p:cNvCxnSpPr>
          <p:nvPr/>
        </p:nvCxnSpPr>
        <p:spPr>
          <a:xfrm>
            <a:off x="2348722" y="5561956"/>
            <a:ext cx="7406676"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0" name="Text Box 25">
            <a:extLst>
              <a:ext uri="{FF2B5EF4-FFF2-40B4-BE49-F238E27FC236}">
                <a16:creationId xmlns:a16="http://schemas.microsoft.com/office/drawing/2014/main" id="{9FC50A8D-083D-2C20-66D8-6FB2D8E326B3}"/>
              </a:ext>
            </a:extLst>
          </p:cNvPr>
          <p:cNvSpPr txBox="1">
            <a:spLocks noChangeArrowheads="1"/>
          </p:cNvSpPr>
          <p:nvPr/>
        </p:nvSpPr>
        <p:spPr bwMode="auto">
          <a:xfrm>
            <a:off x="4529536" y="5460223"/>
            <a:ext cx="3166339" cy="215444"/>
          </a:xfrm>
          <a:prstGeom prst="rect">
            <a:avLst/>
          </a:prstGeom>
          <a:solidFill>
            <a:schemeClr val="bg1"/>
          </a:solidFill>
          <a:ln>
            <a:noFill/>
          </a:ln>
        </p:spPr>
        <p:txBody>
          <a:bodyPr wrap="square" lIns="0" tIns="0" rIns="0" bIns="0" anchor="t">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lnSpc>
                <a:spcPct val="90000"/>
              </a:lnSpc>
              <a:spcBef>
                <a:spcPct val="0"/>
              </a:spcBef>
              <a:spcAft>
                <a:spcPct val="0"/>
              </a:spcAft>
              <a:defRPr>
                <a:solidFill>
                  <a:schemeClr val="tx1"/>
                </a:solidFill>
                <a:latin typeface="Arial" charset="0"/>
                <a:cs typeface="Arial" charset="0"/>
              </a:defRPr>
            </a:lvl6pPr>
            <a:lvl7pPr marL="2971800" indent="-228600" eaLnBrk="0" fontAlgn="base" hangingPunct="0">
              <a:lnSpc>
                <a:spcPct val="90000"/>
              </a:lnSpc>
              <a:spcBef>
                <a:spcPct val="0"/>
              </a:spcBef>
              <a:spcAft>
                <a:spcPct val="0"/>
              </a:spcAft>
              <a:defRPr>
                <a:solidFill>
                  <a:schemeClr val="tx1"/>
                </a:solidFill>
                <a:latin typeface="Arial" charset="0"/>
                <a:cs typeface="Arial" charset="0"/>
              </a:defRPr>
            </a:lvl7pPr>
            <a:lvl8pPr marL="3429000" indent="-228600" eaLnBrk="0" fontAlgn="base" hangingPunct="0">
              <a:lnSpc>
                <a:spcPct val="90000"/>
              </a:lnSpc>
              <a:spcBef>
                <a:spcPct val="0"/>
              </a:spcBef>
              <a:spcAft>
                <a:spcPct val="0"/>
              </a:spcAft>
              <a:defRPr>
                <a:solidFill>
                  <a:schemeClr val="tx1"/>
                </a:solidFill>
                <a:latin typeface="Arial" charset="0"/>
                <a:cs typeface="Arial" charset="0"/>
              </a:defRPr>
            </a:lvl8pPr>
            <a:lvl9pPr marL="3886200" indent="-228600" eaLnBrk="0" fontAlgn="base" hangingPunct="0">
              <a:lnSpc>
                <a:spcPct val="90000"/>
              </a:lnSpc>
              <a:spcBef>
                <a:spcPct val="0"/>
              </a:spcBef>
              <a:spcAft>
                <a:spcPct val="0"/>
              </a:spcAft>
              <a:defRPr>
                <a:solidFill>
                  <a:schemeClr val="tx1"/>
                </a:solidFill>
                <a:latin typeface="Arial" charset="0"/>
                <a:cs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400" b="1" i="0" u="none" strike="noStrike" kern="1200" cap="none" spc="0" normalizeH="0" baseline="0" noProof="0">
                <a:ln>
                  <a:noFill/>
                </a:ln>
                <a:solidFill>
                  <a:schemeClr val="accent1"/>
                </a:solidFill>
                <a:effectLst/>
                <a:uLnTx/>
                <a:uFillTx/>
                <a:latin typeface="+mj-lt"/>
                <a:ea typeface="BIZ UDP明朝 Medium" panose="02020500000000000000" pitchFamily="18" charset="-128"/>
                <a:cs typeface="Arial"/>
              </a:rPr>
              <a:t>より有効な検証を段階的に高度化</a:t>
            </a:r>
            <a:endParaRPr kumimoji="0" lang="en-US" sz="1400" b="1" i="0" u="none" strike="noStrike" kern="1200" cap="none" spc="0" normalizeH="0" baseline="0" noProof="0">
              <a:ln>
                <a:noFill/>
              </a:ln>
              <a:solidFill>
                <a:schemeClr val="accent1"/>
              </a:solidFill>
              <a:effectLst/>
              <a:uLnTx/>
              <a:uFillTx/>
              <a:latin typeface="+mj-lt"/>
              <a:ea typeface="BIZ UDP明朝 Medium" panose="02020500000000000000" pitchFamily="18" charset="-128"/>
            </a:endParaRPr>
          </a:p>
        </p:txBody>
      </p:sp>
      <p:cxnSp>
        <p:nvCxnSpPr>
          <p:cNvPr id="41" name="直線矢印コネクタ 40">
            <a:extLst>
              <a:ext uri="{FF2B5EF4-FFF2-40B4-BE49-F238E27FC236}">
                <a16:creationId xmlns:a16="http://schemas.microsoft.com/office/drawing/2014/main" id="{CDD2D23C-169B-4888-8C16-96D5E8D80713}"/>
              </a:ext>
            </a:extLst>
          </p:cNvPr>
          <p:cNvCxnSpPr>
            <a:cxnSpLocks/>
          </p:cNvCxnSpPr>
          <p:nvPr/>
        </p:nvCxnSpPr>
        <p:spPr>
          <a:xfrm>
            <a:off x="6080760" y="4390624"/>
            <a:ext cx="5623560"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2" name="Text Box 25">
            <a:extLst>
              <a:ext uri="{FF2B5EF4-FFF2-40B4-BE49-F238E27FC236}">
                <a16:creationId xmlns:a16="http://schemas.microsoft.com/office/drawing/2014/main" id="{72DA8A6F-9C6B-0918-02D9-1C0D1D0C791A}"/>
              </a:ext>
            </a:extLst>
          </p:cNvPr>
          <p:cNvSpPr txBox="1">
            <a:spLocks noChangeArrowheads="1"/>
          </p:cNvSpPr>
          <p:nvPr/>
        </p:nvSpPr>
        <p:spPr bwMode="auto">
          <a:xfrm>
            <a:off x="7775145" y="4278875"/>
            <a:ext cx="2300398" cy="215444"/>
          </a:xfrm>
          <a:prstGeom prst="rect">
            <a:avLst/>
          </a:prstGeom>
          <a:solidFill>
            <a:schemeClr val="bg1"/>
          </a:solidFill>
          <a:ln>
            <a:noFill/>
          </a:ln>
        </p:spPr>
        <p:txBody>
          <a:bodyPr wrap="square" lIns="0" tIns="0" rIns="0" bIns="0" anchor="t">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lnSpc>
                <a:spcPct val="90000"/>
              </a:lnSpc>
              <a:spcBef>
                <a:spcPct val="0"/>
              </a:spcBef>
              <a:spcAft>
                <a:spcPct val="0"/>
              </a:spcAft>
              <a:defRPr>
                <a:solidFill>
                  <a:schemeClr val="tx1"/>
                </a:solidFill>
                <a:latin typeface="Arial" charset="0"/>
                <a:cs typeface="Arial" charset="0"/>
              </a:defRPr>
            </a:lvl6pPr>
            <a:lvl7pPr marL="2971800" indent="-228600" eaLnBrk="0" fontAlgn="base" hangingPunct="0">
              <a:lnSpc>
                <a:spcPct val="90000"/>
              </a:lnSpc>
              <a:spcBef>
                <a:spcPct val="0"/>
              </a:spcBef>
              <a:spcAft>
                <a:spcPct val="0"/>
              </a:spcAft>
              <a:defRPr>
                <a:solidFill>
                  <a:schemeClr val="tx1"/>
                </a:solidFill>
                <a:latin typeface="Arial" charset="0"/>
                <a:cs typeface="Arial" charset="0"/>
              </a:defRPr>
            </a:lvl7pPr>
            <a:lvl8pPr marL="3429000" indent="-228600" eaLnBrk="0" fontAlgn="base" hangingPunct="0">
              <a:lnSpc>
                <a:spcPct val="90000"/>
              </a:lnSpc>
              <a:spcBef>
                <a:spcPct val="0"/>
              </a:spcBef>
              <a:spcAft>
                <a:spcPct val="0"/>
              </a:spcAft>
              <a:defRPr>
                <a:solidFill>
                  <a:schemeClr val="tx1"/>
                </a:solidFill>
                <a:latin typeface="Arial" charset="0"/>
                <a:cs typeface="Arial" charset="0"/>
              </a:defRPr>
            </a:lvl8pPr>
            <a:lvl9pPr marL="3886200" indent="-228600" eaLnBrk="0" fontAlgn="base" hangingPunct="0">
              <a:lnSpc>
                <a:spcPct val="90000"/>
              </a:lnSpc>
              <a:spcBef>
                <a:spcPct val="0"/>
              </a:spcBef>
              <a:spcAft>
                <a:spcPct val="0"/>
              </a:spcAft>
              <a:defRPr>
                <a:solidFill>
                  <a:schemeClr val="tx1"/>
                </a:solidFill>
                <a:latin typeface="Arial" charset="0"/>
                <a:cs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400" b="1" i="0" u="none" strike="noStrike" kern="1200" cap="none" spc="0" normalizeH="0" baseline="0" noProof="0">
                <a:ln>
                  <a:noFill/>
                </a:ln>
                <a:solidFill>
                  <a:schemeClr val="accent2"/>
                </a:solidFill>
                <a:effectLst/>
                <a:uLnTx/>
                <a:uFillTx/>
                <a:latin typeface="+mj-lt"/>
                <a:ea typeface="BIZ UDP明朝 Medium" panose="02020500000000000000" pitchFamily="18" charset="-128"/>
                <a:cs typeface="Arial"/>
              </a:rPr>
              <a:t>「評価する側」の実効性向上</a:t>
            </a:r>
            <a:endParaRPr kumimoji="0" lang="en-US" sz="1400" b="1" i="0" u="none" strike="noStrike" kern="1200" cap="none" spc="0" normalizeH="0" baseline="0" noProof="0">
              <a:ln>
                <a:noFill/>
              </a:ln>
              <a:solidFill>
                <a:schemeClr val="accent2"/>
              </a:solidFill>
              <a:effectLst/>
              <a:uLnTx/>
              <a:uFillTx/>
              <a:latin typeface="+mj-lt"/>
              <a:ea typeface="BIZ UDP明朝 Medium" panose="02020500000000000000" pitchFamily="18" charset="-128"/>
            </a:endParaRPr>
          </a:p>
        </p:txBody>
      </p:sp>
      <p:sp>
        <p:nvSpPr>
          <p:cNvPr id="60" name="TextBox 5">
            <a:extLst>
              <a:ext uri="{FF2B5EF4-FFF2-40B4-BE49-F238E27FC236}">
                <a16:creationId xmlns:a16="http://schemas.microsoft.com/office/drawing/2014/main" id="{D00B9631-0BBC-A00B-09AF-1A783239B46D}"/>
              </a:ext>
            </a:extLst>
          </p:cNvPr>
          <p:cNvSpPr txBox="1"/>
          <p:nvPr/>
        </p:nvSpPr>
        <p:spPr>
          <a:xfrm>
            <a:off x="809400" y="1762955"/>
            <a:ext cx="10573200" cy="349702"/>
          </a:xfrm>
          <a:prstGeom prst="rect">
            <a:avLst/>
          </a:prstGeom>
          <a:noFill/>
          <a:ln>
            <a:noFill/>
          </a:ln>
        </p:spPr>
        <p:txBody>
          <a:bodyPr wrap="square" lIns="36000" tIns="36000" rIns="36000" bIns="36000" rtlCol="0" anchor="ctr" anchorCtr="0">
            <a:spAutoFit/>
          </a:bodyPr>
          <a:lstStyle/>
          <a:p>
            <a:pPr algn="ctr"/>
            <a:r>
              <a:rPr lang="ja-JP" altLang="en-US" b="1">
                <a:latin typeface="+mj-lt"/>
                <a:ea typeface="BIZ UDP明朝 Medium" panose="02020500000000000000" pitchFamily="18" charset="-128"/>
                <a:cs typeface="Corbel" charset="0"/>
              </a:rPr>
              <a:t>ボード・サクセッションの確立を目指した実効性評価・実効性向上の道筋</a:t>
            </a:r>
          </a:p>
        </p:txBody>
      </p:sp>
      <p:cxnSp>
        <p:nvCxnSpPr>
          <p:cNvPr id="63" name="直線矢印コネクタ 62">
            <a:extLst>
              <a:ext uri="{FF2B5EF4-FFF2-40B4-BE49-F238E27FC236}">
                <a16:creationId xmlns:a16="http://schemas.microsoft.com/office/drawing/2014/main" id="{B4E781D3-A13A-33FD-87EB-1E7006916E90}"/>
              </a:ext>
            </a:extLst>
          </p:cNvPr>
          <p:cNvCxnSpPr>
            <a:cxnSpLocks/>
          </p:cNvCxnSpPr>
          <p:nvPr/>
        </p:nvCxnSpPr>
        <p:spPr>
          <a:xfrm>
            <a:off x="4240236" y="4976290"/>
            <a:ext cx="6576633"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67" name="Text Box 25">
            <a:extLst>
              <a:ext uri="{FF2B5EF4-FFF2-40B4-BE49-F238E27FC236}">
                <a16:creationId xmlns:a16="http://schemas.microsoft.com/office/drawing/2014/main" id="{B855A51B-0C38-93ED-D55B-7C079C00895F}"/>
              </a:ext>
            </a:extLst>
          </p:cNvPr>
          <p:cNvSpPr txBox="1">
            <a:spLocks noChangeArrowheads="1"/>
          </p:cNvSpPr>
          <p:nvPr/>
        </p:nvSpPr>
        <p:spPr bwMode="auto">
          <a:xfrm>
            <a:off x="5443021" y="4878639"/>
            <a:ext cx="4240376" cy="215444"/>
          </a:xfrm>
          <a:prstGeom prst="rect">
            <a:avLst/>
          </a:prstGeom>
          <a:solidFill>
            <a:schemeClr val="bg1"/>
          </a:solidFill>
          <a:ln>
            <a:noFill/>
          </a:ln>
        </p:spPr>
        <p:txBody>
          <a:bodyPr wrap="square" lIns="0" tIns="0" rIns="0" bIns="0" anchor="t">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lnSpc>
                <a:spcPct val="90000"/>
              </a:lnSpc>
              <a:spcBef>
                <a:spcPct val="0"/>
              </a:spcBef>
              <a:spcAft>
                <a:spcPct val="0"/>
              </a:spcAft>
              <a:defRPr>
                <a:solidFill>
                  <a:schemeClr val="tx1"/>
                </a:solidFill>
                <a:latin typeface="Arial" charset="0"/>
                <a:cs typeface="Arial" charset="0"/>
              </a:defRPr>
            </a:lvl6pPr>
            <a:lvl7pPr marL="2971800" indent="-228600" eaLnBrk="0" fontAlgn="base" hangingPunct="0">
              <a:lnSpc>
                <a:spcPct val="90000"/>
              </a:lnSpc>
              <a:spcBef>
                <a:spcPct val="0"/>
              </a:spcBef>
              <a:spcAft>
                <a:spcPct val="0"/>
              </a:spcAft>
              <a:defRPr>
                <a:solidFill>
                  <a:schemeClr val="tx1"/>
                </a:solidFill>
                <a:latin typeface="Arial" charset="0"/>
                <a:cs typeface="Arial" charset="0"/>
              </a:defRPr>
            </a:lvl7pPr>
            <a:lvl8pPr marL="3429000" indent="-228600" eaLnBrk="0" fontAlgn="base" hangingPunct="0">
              <a:lnSpc>
                <a:spcPct val="90000"/>
              </a:lnSpc>
              <a:spcBef>
                <a:spcPct val="0"/>
              </a:spcBef>
              <a:spcAft>
                <a:spcPct val="0"/>
              </a:spcAft>
              <a:defRPr>
                <a:solidFill>
                  <a:schemeClr val="tx1"/>
                </a:solidFill>
                <a:latin typeface="Arial" charset="0"/>
                <a:cs typeface="Arial" charset="0"/>
              </a:defRPr>
            </a:lvl8pPr>
            <a:lvl9pPr marL="3886200" indent="-228600" eaLnBrk="0" fontAlgn="base" hangingPunct="0">
              <a:lnSpc>
                <a:spcPct val="90000"/>
              </a:lnSpc>
              <a:spcBef>
                <a:spcPct val="0"/>
              </a:spcBef>
              <a:spcAft>
                <a:spcPct val="0"/>
              </a:spcAft>
              <a:defRPr>
                <a:solidFill>
                  <a:schemeClr val="tx1"/>
                </a:solidFill>
                <a:latin typeface="Arial" charset="0"/>
                <a:cs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400" b="1" i="0" u="none" strike="noStrike" kern="1200" cap="none" spc="0" normalizeH="0" baseline="0" noProof="0">
                <a:ln>
                  <a:noFill/>
                </a:ln>
                <a:solidFill>
                  <a:schemeClr val="tx2"/>
                </a:solidFill>
                <a:effectLst/>
                <a:uLnTx/>
                <a:uFillTx/>
                <a:latin typeface="+mj-lt"/>
                <a:ea typeface="BIZ UDP明朝 Medium" panose="02020500000000000000" pitchFamily="18" charset="-128"/>
                <a:cs typeface="Arial"/>
              </a:rPr>
              <a:t>報酬の視点の転換 ： 「経営者のパフォーマンス評価」へ</a:t>
            </a:r>
            <a:endParaRPr kumimoji="0" lang="en-US" sz="1400" b="1" i="0" u="none" strike="noStrike" kern="1200" cap="none" spc="0" normalizeH="0" baseline="0" noProof="0">
              <a:ln>
                <a:noFill/>
              </a:ln>
              <a:solidFill>
                <a:schemeClr val="tx2"/>
              </a:solidFill>
              <a:effectLst/>
              <a:uLnTx/>
              <a:uFillTx/>
              <a:latin typeface="+mj-lt"/>
              <a:ea typeface="BIZ UDP明朝 Medium" panose="02020500000000000000" pitchFamily="18" charset="-128"/>
            </a:endParaRPr>
          </a:p>
        </p:txBody>
      </p:sp>
    </p:spTree>
    <p:extLst>
      <p:ext uri="{BB962C8B-B14F-4D97-AF65-F5344CB8AC3E}">
        <p14:creationId xmlns:p14="http://schemas.microsoft.com/office/powerpoint/2010/main" val="4268670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37A3A-CF79-4423-4966-D6709F2D6FF6}"/>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AD501C6-4D7E-2C33-BB8C-AE9028043B73}"/>
              </a:ext>
            </a:extLst>
          </p:cNvPr>
          <p:cNvSpPr>
            <a:spLocks noGrp="1"/>
          </p:cNvSpPr>
          <p:nvPr>
            <p:ph type="body" sz="quarter" idx="17"/>
          </p:nvPr>
        </p:nvSpPr>
        <p:spPr/>
        <p:txBody>
          <a:bodyPr/>
          <a:lstStyle/>
          <a:p>
            <a:endParaRPr kumimoji="1" lang="ja-JP" altLang="en-US">
              <a:latin typeface="+mj-lt"/>
              <a:ea typeface="BIZ UDP明朝 Medium" panose="02020500000000000000" pitchFamily="18" charset="-128"/>
            </a:endParaRPr>
          </a:p>
        </p:txBody>
      </p:sp>
      <p:sp>
        <p:nvSpPr>
          <p:cNvPr id="3" name="タイトル 2">
            <a:extLst>
              <a:ext uri="{FF2B5EF4-FFF2-40B4-BE49-F238E27FC236}">
                <a16:creationId xmlns:a16="http://schemas.microsoft.com/office/drawing/2014/main" id="{A2592672-4EAD-F2D7-8B17-5DE72E77CE3F}"/>
              </a:ext>
            </a:extLst>
          </p:cNvPr>
          <p:cNvSpPr>
            <a:spLocks noGrp="1"/>
          </p:cNvSpPr>
          <p:nvPr>
            <p:ph type="title"/>
          </p:nvPr>
        </p:nvSpPr>
        <p:spPr/>
        <p:txBody>
          <a:bodyPr/>
          <a:lstStyle/>
          <a:p>
            <a:r>
              <a:rPr lang="ja-JP" altLang="en-US" sz="2800">
                <a:ea typeface="BIZ UDP明朝 Medium" panose="02020500000000000000" pitchFamily="18" charset="-128"/>
              </a:rPr>
              <a:t>まとめ</a:t>
            </a:r>
            <a:endParaRPr kumimoji="1" lang="ja-JP" altLang="en-US" sz="2800">
              <a:ea typeface="BIZ UDP明朝 Medium" panose="02020500000000000000" pitchFamily="18" charset="-128"/>
            </a:endParaRPr>
          </a:p>
        </p:txBody>
      </p:sp>
      <p:sp>
        <p:nvSpPr>
          <p:cNvPr id="5" name="フッター プレースホルダー 4">
            <a:extLst>
              <a:ext uri="{FF2B5EF4-FFF2-40B4-BE49-F238E27FC236}">
                <a16:creationId xmlns:a16="http://schemas.microsoft.com/office/drawing/2014/main" id="{CE850FA7-24D6-ED0C-C26B-100BDE5CC44D}"/>
              </a:ext>
            </a:extLst>
          </p:cNvPr>
          <p:cNvSpPr>
            <a:spLocks noGrp="1"/>
          </p:cNvSpPr>
          <p:nvPr>
            <p:ph type="ftr" sz="quarter" idx="10"/>
          </p:nvPr>
        </p:nvSpPr>
        <p:spPr/>
        <p:txBody>
          <a:bodyPr/>
          <a:lstStyle/>
          <a:p>
            <a:pPr lvl="6"/>
            <a:r>
              <a:rPr lang="en-US"/>
              <a:t>© 2025 WTW. Proprietary and confidential. For WTW and WTW client use only.</a:t>
            </a:r>
          </a:p>
        </p:txBody>
      </p:sp>
      <p:sp>
        <p:nvSpPr>
          <p:cNvPr id="44" name="Slide Number Placeholder 2">
            <a:extLst>
              <a:ext uri="{FF2B5EF4-FFF2-40B4-BE49-F238E27FC236}">
                <a16:creationId xmlns:a16="http://schemas.microsoft.com/office/drawing/2014/main" id="{C9C61351-7B15-19E8-DBBB-9A16093A4068}"/>
              </a:ext>
            </a:extLst>
          </p:cNvPr>
          <p:cNvSpPr>
            <a:spLocks noGrp="1"/>
          </p:cNvSpPr>
          <p:nvPr>
            <p:ph type="sldNum" sz="quarter" idx="18"/>
          </p:nvPr>
        </p:nvSpPr>
        <p:spPr>
          <a:xfrm>
            <a:off x="11427675" y="6437376"/>
            <a:ext cx="306387" cy="208758"/>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3DCA5C9-2E11-4C67-86EB-AE1DE127DC64}" type="slidenum">
              <a:rPr kumimoji="0" lang="en-US" sz="900" b="0" i="0" u="none" strike="noStrike" kern="1200" cap="none" spc="0" normalizeH="0" baseline="0" noProof="0" smtClean="0">
                <a:ln>
                  <a:noFill/>
                </a:ln>
                <a:solidFill>
                  <a:srgbClr val="000000"/>
                </a:solidFill>
                <a:effectLst/>
                <a:uLnTx/>
                <a:uFillTx/>
                <a:latin typeface="Times New Roman" panose="02020603050405020304"/>
                <a:ea typeface="BIZ UDP明朝 Medium" panose="02020500000000000000" pitchFamily="18" charset="-128"/>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900" b="0" i="0" u="none" strike="noStrike" kern="1200" cap="none" spc="0" normalizeH="0" baseline="0" noProof="0">
              <a:ln>
                <a:noFill/>
              </a:ln>
              <a:solidFill>
                <a:srgbClr val="000000"/>
              </a:solidFill>
              <a:effectLst/>
              <a:uLnTx/>
              <a:uFillTx/>
              <a:latin typeface="Times New Roman" panose="02020603050405020304"/>
              <a:ea typeface="BIZ UDP明朝 Medium" panose="02020500000000000000" pitchFamily="18" charset="-128"/>
            </a:endParaRPr>
          </a:p>
        </p:txBody>
      </p:sp>
      <p:sp>
        <p:nvSpPr>
          <p:cNvPr id="26" name="Rectangle 40">
            <a:extLst>
              <a:ext uri="{FF2B5EF4-FFF2-40B4-BE49-F238E27FC236}">
                <a16:creationId xmlns:a16="http://schemas.microsoft.com/office/drawing/2014/main" id="{03A2CBA1-3671-7DBF-AB0E-D427465585E4}"/>
              </a:ext>
            </a:extLst>
          </p:cNvPr>
          <p:cNvSpPr/>
          <p:nvPr/>
        </p:nvSpPr>
        <p:spPr bwMode="auto">
          <a:xfrm>
            <a:off x="634053" y="1456729"/>
            <a:ext cx="11070267" cy="1340258"/>
          </a:xfrm>
          <a:prstGeom prst="rect">
            <a:avLst/>
          </a:prstGeom>
          <a:solidFill>
            <a:schemeClr val="bg1">
              <a:lumMod val="95000"/>
            </a:schemeClr>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40" name="Text Placeholder 3">
            <a:extLst>
              <a:ext uri="{FF2B5EF4-FFF2-40B4-BE49-F238E27FC236}">
                <a16:creationId xmlns:a16="http://schemas.microsoft.com/office/drawing/2014/main" id="{F9364F5D-BEA1-67B8-95FA-800FD9152E7A}"/>
              </a:ext>
            </a:extLst>
          </p:cNvPr>
          <p:cNvSpPr txBox="1">
            <a:spLocks/>
          </p:cNvSpPr>
          <p:nvPr/>
        </p:nvSpPr>
        <p:spPr>
          <a:xfrm>
            <a:off x="1570007" y="1602846"/>
            <a:ext cx="1857881" cy="215443"/>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19170">
              <a:spcBef>
                <a:spcPct val="20000"/>
              </a:spcBef>
              <a:defRPr/>
            </a:pPr>
            <a:r>
              <a:rPr lang="ja-JP" altLang="en-US" b="1">
                <a:solidFill>
                  <a:srgbClr val="000000"/>
                </a:solidFill>
                <a:latin typeface="+mj-lt"/>
                <a:ea typeface="BIZ UDP明朝 Medium" panose="02020500000000000000" pitchFamily="18" charset="-128"/>
              </a:rPr>
              <a:t>報酬ガバナンスとは何か</a:t>
            </a:r>
            <a:endParaRPr lang="en-US" b="1">
              <a:solidFill>
                <a:srgbClr val="000000"/>
              </a:solidFill>
              <a:latin typeface="+mj-lt"/>
              <a:ea typeface="BIZ UDP明朝 Medium" panose="02020500000000000000" pitchFamily="18" charset="-128"/>
            </a:endParaRPr>
          </a:p>
        </p:txBody>
      </p:sp>
      <p:sp>
        <p:nvSpPr>
          <p:cNvPr id="41" name="Text Placeholder 3">
            <a:extLst>
              <a:ext uri="{FF2B5EF4-FFF2-40B4-BE49-F238E27FC236}">
                <a16:creationId xmlns:a16="http://schemas.microsoft.com/office/drawing/2014/main" id="{6C9F2A10-72C1-2BB4-65F5-B661A81F001F}"/>
              </a:ext>
            </a:extLst>
          </p:cNvPr>
          <p:cNvSpPr txBox="1">
            <a:spLocks/>
          </p:cNvSpPr>
          <p:nvPr/>
        </p:nvSpPr>
        <p:spPr>
          <a:xfrm>
            <a:off x="1570007" y="1972967"/>
            <a:ext cx="9987938" cy="307777"/>
          </a:xfrm>
          <a:prstGeom prst="rect">
            <a:avLst/>
          </a:prstGeom>
        </p:spPr>
        <p:txBody>
          <a:bodyPr wrap="square" lIns="0" tIns="0" rIns="0" bIns="0" anchor="ctr"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19170">
              <a:spcBef>
                <a:spcPct val="20000"/>
              </a:spcBef>
              <a:defRPr/>
            </a:pPr>
            <a:r>
              <a:rPr lang="ja-JP" altLang="en-US" sz="2000">
                <a:solidFill>
                  <a:srgbClr val="000000"/>
                </a:solidFill>
                <a:latin typeface="+mj-lt"/>
                <a:ea typeface="BIZ UDP明朝 Medium" panose="02020500000000000000" pitchFamily="18" charset="-128"/>
              </a:rPr>
              <a:t>経営者に対する「パフォーマンス評価」へと視点の転換、経営者評価の一貫性を確保</a:t>
            </a:r>
          </a:p>
        </p:txBody>
      </p:sp>
      <p:sp>
        <p:nvSpPr>
          <p:cNvPr id="42" name="Text Placeholder 3">
            <a:extLst>
              <a:ext uri="{FF2B5EF4-FFF2-40B4-BE49-F238E27FC236}">
                <a16:creationId xmlns:a16="http://schemas.microsoft.com/office/drawing/2014/main" id="{CC0143CC-F799-E9C8-77D2-5A38C8F799A9}"/>
              </a:ext>
            </a:extLst>
          </p:cNvPr>
          <p:cNvSpPr txBox="1">
            <a:spLocks/>
          </p:cNvSpPr>
          <p:nvPr/>
        </p:nvSpPr>
        <p:spPr>
          <a:xfrm>
            <a:off x="973790" y="1819080"/>
            <a:ext cx="256480" cy="615553"/>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sz="4000">
                <a:solidFill>
                  <a:srgbClr val="000000"/>
                </a:solidFill>
                <a:latin typeface="+mj-lt"/>
                <a:ea typeface="BIZ UDP明朝 Medium" panose="02020500000000000000" pitchFamily="18" charset="-128"/>
              </a:rPr>
              <a:t>1</a:t>
            </a:r>
          </a:p>
        </p:txBody>
      </p:sp>
      <p:sp>
        <p:nvSpPr>
          <p:cNvPr id="43" name="Rectangle 2">
            <a:extLst>
              <a:ext uri="{FF2B5EF4-FFF2-40B4-BE49-F238E27FC236}">
                <a16:creationId xmlns:a16="http://schemas.microsoft.com/office/drawing/2014/main" id="{290DAA1B-1752-3B59-A019-3877569DD737}"/>
              </a:ext>
            </a:extLst>
          </p:cNvPr>
          <p:cNvSpPr/>
          <p:nvPr/>
        </p:nvSpPr>
        <p:spPr bwMode="auto">
          <a:xfrm>
            <a:off x="457200" y="1456728"/>
            <a:ext cx="109727" cy="1340259"/>
          </a:xfrm>
          <a:prstGeom prst="rect">
            <a:avLst/>
          </a:prstGeom>
          <a:solidFill>
            <a:srgbClr val="C2A8F0"/>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48" name="Rectangle 41">
            <a:extLst>
              <a:ext uri="{FF2B5EF4-FFF2-40B4-BE49-F238E27FC236}">
                <a16:creationId xmlns:a16="http://schemas.microsoft.com/office/drawing/2014/main" id="{99E14387-791E-7E49-CA81-AE137F68EC76}"/>
              </a:ext>
            </a:extLst>
          </p:cNvPr>
          <p:cNvSpPr/>
          <p:nvPr/>
        </p:nvSpPr>
        <p:spPr bwMode="auto">
          <a:xfrm>
            <a:off x="634051" y="3009843"/>
            <a:ext cx="11070267" cy="1349981"/>
          </a:xfrm>
          <a:prstGeom prst="rect">
            <a:avLst/>
          </a:prstGeom>
          <a:solidFill>
            <a:schemeClr val="bg1">
              <a:lumMod val="95000"/>
            </a:schemeClr>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50" name="Text Placeholder 3">
            <a:extLst>
              <a:ext uri="{FF2B5EF4-FFF2-40B4-BE49-F238E27FC236}">
                <a16:creationId xmlns:a16="http://schemas.microsoft.com/office/drawing/2014/main" id="{78EBBA0D-F899-3C15-0867-94C42191D7FA}"/>
              </a:ext>
            </a:extLst>
          </p:cNvPr>
          <p:cNvSpPr txBox="1">
            <a:spLocks/>
          </p:cNvSpPr>
          <p:nvPr/>
        </p:nvSpPr>
        <p:spPr>
          <a:xfrm>
            <a:off x="1576011" y="3152674"/>
            <a:ext cx="1386598" cy="215443"/>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19170">
              <a:spcBef>
                <a:spcPct val="20000"/>
              </a:spcBef>
              <a:defRPr/>
            </a:pPr>
            <a:r>
              <a:rPr lang="ja-JP" altLang="en-US" b="1">
                <a:solidFill>
                  <a:srgbClr val="000000"/>
                </a:solidFill>
                <a:latin typeface="+mj-lt"/>
                <a:ea typeface="BIZ UDP明朝 Medium" panose="02020500000000000000" pitchFamily="18" charset="-128"/>
              </a:rPr>
              <a:t>取締役会のあり方</a:t>
            </a:r>
            <a:endParaRPr lang="en-US" b="1">
              <a:solidFill>
                <a:srgbClr val="000000"/>
              </a:solidFill>
              <a:latin typeface="+mj-lt"/>
              <a:ea typeface="BIZ UDP明朝 Medium" panose="02020500000000000000" pitchFamily="18" charset="-128"/>
            </a:endParaRPr>
          </a:p>
        </p:txBody>
      </p:sp>
      <p:sp>
        <p:nvSpPr>
          <p:cNvPr id="51" name="Text Placeholder 3">
            <a:extLst>
              <a:ext uri="{FF2B5EF4-FFF2-40B4-BE49-F238E27FC236}">
                <a16:creationId xmlns:a16="http://schemas.microsoft.com/office/drawing/2014/main" id="{790DFDFF-C825-9F80-57F8-B43B4625274D}"/>
              </a:ext>
            </a:extLst>
          </p:cNvPr>
          <p:cNvSpPr txBox="1">
            <a:spLocks/>
          </p:cNvSpPr>
          <p:nvPr/>
        </p:nvSpPr>
        <p:spPr>
          <a:xfrm>
            <a:off x="1570007" y="3530944"/>
            <a:ext cx="9987938" cy="307777"/>
          </a:xfrm>
          <a:prstGeom prst="rect">
            <a:avLst/>
          </a:prstGeom>
        </p:spPr>
        <p:txBody>
          <a:bodyPr wrap="square" lIns="0" tIns="0" rIns="0" bIns="0" anchor="ctr"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19170">
              <a:spcBef>
                <a:spcPct val="20000"/>
              </a:spcBef>
              <a:tabLst>
                <a:tab pos="5197475" algn="l"/>
              </a:tabLst>
              <a:defRPr/>
            </a:pPr>
            <a:r>
              <a:rPr lang="ja-JP" altLang="en-US" sz="2000">
                <a:solidFill>
                  <a:srgbClr val="000000"/>
                </a:solidFill>
                <a:latin typeface="+mj-lt"/>
                <a:ea typeface="BIZ UDP明朝 Medium" panose="02020500000000000000" pitchFamily="18" charset="-128"/>
              </a:rPr>
              <a:t>継続的に監督機能が発揮できる仕組み（個人評価を含む）の確立、監督機能の持続性を担保</a:t>
            </a:r>
          </a:p>
        </p:txBody>
      </p:sp>
      <p:sp>
        <p:nvSpPr>
          <p:cNvPr id="52" name="Text Placeholder 3">
            <a:extLst>
              <a:ext uri="{FF2B5EF4-FFF2-40B4-BE49-F238E27FC236}">
                <a16:creationId xmlns:a16="http://schemas.microsoft.com/office/drawing/2014/main" id="{879D7C64-BF6B-07A7-129F-D64AA1ABFABF}"/>
              </a:ext>
            </a:extLst>
          </p:cNvPr>
          <p:cNvSpPr txBox="1">
            <a:spLocks/>
          </p:cNvSpPr>
          <p:nvPr/>
        </p:nvSpPr>
        <p:spPr>
          <a:xfrm>
            <a:off x="973790" y="3368117"/>
            <a:ext cx="256480" cy="615553"/>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sz="4000">
                <a:solidFill>
                  <a:srgbClr val="000000"/>
                </a:solidFill>
                <a:latin typeface="+mj-lt"/>
                <a:ea typeface="BIZ UDP明朝 Medium" panose="02020500000000000000" pitchFamily="18" charset="-128"/>
              </a:rPr>
              <a:t>2</a:t>
            </a:r>
          </a:p>
        </p:txBody>
      </p:sp>
      <p:sp>
        <p:nvSpPr>
          <p:cNvPr id="53" name="Rectangle 48">
            <a:extLst>
              <a:ext uri="{FF2B5EF4-FFF2-40B4-BE49-F238E27FC236}">
                <a16:creationId xmlns:a16="http://schemas.microsoft.com/office/drawing/2014/main" id="{2460577C-40FD-23A0-D97D-9EA6B3691E27}"/>
              </a:ext>
            </a:extLst>
          </p:cNvPr>
          <p:cNvSpPr/>
          <p:nvPr/>
        </p:nvSpPr>
        <p:spPr bwMode="auto">
          <a:xfrm>
            <a:off x="457199" y="3011747"/>
            <a:ext cx="109727" cy="1340259"/>
          </a:xfrm>
          <a:prstGeom prst="rect">
            <a:avLst/>
          </a:prstGeom>
          <a:solidFill>
            <a:srgbClr val="E377DC"/>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54" name="Rectangle 49">
            <a:extLst>
              <a:ext uri="{FF2B5EF4-FFF2-40B4-BE49-F238E27FC236}">
                <a16:creationId xmlns:a16="http://schemas.microsoft.com/office/drawing/2014/main" id="{63A73EE8-DCB9-623B-FDD9-5EEBD5AD44FD}"/>
              </a:ext>
            </a:extLst>
          </p:cNvPr>
          <p:cNvSpPr/>
          <p:nvPr/>
        </p:nvSpPr>
        <p:spPr bwMode="auto">
          <a:xfrm>
            <a:off x="634051" y="4566765"/>
            <a:ext cx="11070267" cy="1340259"/>
          </a:xfrm>
          <a:prstGeom prst="rect">
            <a:avLst/>
          </a:prstGeom>
          <a:solidFill>
            <a:schemeClr val="bg1">
              <a:lumMod val="95000"/>
            </a:schemeClr>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
        <p:nvSpPr>
          <p:cNvPr id="56" name="Text Placeholder 3">
            <a:extLst>
              <a:ext uri="{FF2B5EF4-FFF2-40B4-BE49-F238E27FC236}">
                <a16:creationId xmlns:a16="http://schemas.microsoft.com/office/drawing/2014/main" id="{AD21C3C5-5897-E94D-4FD8-BEA5B70B1B75}"/>
              </a:ext>
            </a:extLst>
          </p:cNvPr>
          <p:cNvSpPr txBox="1">
            <a:spLocks/>
          </p:cNvSpPr>
          <p:nvPr/>
        </p:nvSpPr>
        <p:spPr>
          <a:xfrm>
            <a:off x="1570007" y="4713674"/>
            <a:ext cx="3008838" cy="215443"/>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19170">
              <a:spcBef>
                <a:spcPct val="20000"/>
              </a:spcBef>
              <a:defRPr/>
            </a:pPr>
            <a:r>
              <a:rPr lang="ja-JP" altLang="en-US" b="1">
                <a:solidFill>
                  <a:srgbClr val="000000"/>
                </a:solidFill>
                <a:latin typeface="+mj-lt"/>
                <a:ea typeface="BIZ UDP明朝 Medium" panose="02020500000000000000" pitchFamily="18" charset="-128"/>
              </a:rPr>
              <a:t>経営者評価と実効性向上の戦略的実践</a:t>
            </a:r>
            <a:endParaRPr lang="en-US" b="1">
              <a:solidFill>
                <a:srgbClr val="000000"/>
              </a:solidFill>
              <a:latin typeface="+mj-lt"/>
              <a:ea typeface="BIZ UDP明朝 Medium" panose="02020500000000000000" pitchFamily="18" charset="-128"/>
            </a:endParaRPr>
          </a:p>
        </p:txBody>
      </p:sp>
      <p:sp>
        <p:nvSpPr>
          <p:cNvPr id="57" name="Text Placeholder 3">
            <a:extLst>
              <a:ext uri="{FF2B5EF4-FFF2-40B4-BE49-F238E27FC236}">
                <a16:creationId xmlns:a16="http://schemas.microsoft.com/office/drawing/2014/main" id="{BC2969BB-63F2-FBFF-52B5-33DE1B4B08DE}"/>
              </a:ext>
            </a:extLst>
          </p:cNvPr>
          <p:cNvSpPr txBox="1">
            <a:spLocks/>
          </p:cNvSpPr>
          <p:nvPr/>
        </p:nvSpPr>
        <p:spPr>
          <a:xfrm>
            <a:off x="1565707" y="5083004"/>
            <a:ext cx="9987938" cy="307777"/>
          </a:xfrm>
          <a:prstGeom prst="rect">
            <a:avLst/>
          </a:prstGeom>
        </p:spPr>
        <p:txBody>
          <a:bodyPr wrap="square" lIns="0" tIns="0" rIns="0" bIns="0" anchor="ctr"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19170">
              <a:spcBef>
                <a:spcPct val="20000"/>
              </a:spcBef>
              <a:defRPr/>
            </a:pPr>
            <a:r>
              <a:rPr lang="ja-JP" altLang="en-US" sz="2000">
                <a:solidFill>
                  <a:srgbClr val="000000"/>
                </a:solidFill>
                <a:ea typeface="BIZ UDP明朝 Medium" panose="02020500000000000000" pitchFamily="18" charset="-128"/>
              </a:rPr>
              <a:t>「評価する側も襟を正す」　（</a:t>
            </a:r>
            <a:r>
              <a:rPr lang="ja-JP" altLang="en-US" sz="2000">
                <a:solidFill>
                  <a:srgbClr val="000000"/>
                </a:solidFill>
                <a:latin typeface="+mj-lt"/>
                <a:ea typeface="BIZ UDP明朝 Medium" panose="02020500000000000000" pitchFamily="18" charset="-128"/>
              </a:rPr>
              <a:t>指名と報酬の戦略的な役割分担、監督機能の最適化）</a:t>
            </a:r>
          </a:p>
        </p:txBody>
      </p:sp>
      <p:sp>
        <p:nvSpPr>
          <p:cNvPr id="58" name="Text Placeholder 3">
            <a:extLst>
              <a:ext uri="{FF2B5EF4-FFF2-40B4-BE49-F238E27FC236}">
                <a16:creationId xmlns:a16="http://schemas.microsoft.com/office/drawing/2014/main" id="{4FFAC795-FB81-37E7-8609-23E3FE6E5ACB}"/>
              </a:ext>
            </a:extLst>
          </p:cNvPr>
          <p:cNvSpPr txBox="1">
            <a:spLocks/>
          </p:cNvSpPr>
          <p:nvPr/>
        </p:nvSpPr>
        <p:spPr>
          <a:xfrm>
            <a:off x="971639" y="4929117"/>
            <a:ext cx="256480" cy="615553"/>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sz="4000">
                <a:solidFill>
                  <a:srgbClr val="000000"/>
                </a:solidFill>
                <a:latin typeface="+mj-lt"/>
                <a:ea typeface="BIZ UDP明朝 Medium" panose="02020500000000000000" pitchFamily="18" charset="-128"/>
              </a:rPr>
              <a:t>3</a:t>
            </a:r>
          </a:p>
        </p:txBody>
      </p:sp>
      <p:sp>
        <p:nvSpPr>
          <p:cNvPr id="59" name="Rectangle 54">
            <a:extLst>
              <a:ext uri="{FF2B5EF4-FFF2-40B4-BE49-F238E27FC236}">
                <a16:creationId xmlns:a16="http://schemas.microsoft.com/office/drawing/2014/main" id="{A86817CE-175C-0127-AC37-D4794595D923}"/>
              </a:ext>
            </a:extLst>
          </p:cNvPr>
          <p:cNvSpPr/>
          <p:nvPr/>
        </p:nvSpPr>
        <p:spPr bwMode="auto">
          <a:xfrm>
            <a:off x="457199" y="4566765"/>
            <a:ext cx="109727" cy="1340259"/>
          </a:xfrm>
          <a:prstGeom prst="rect">
            <a:avLst/>
          </a:prstGeom>
          <a:solidFill>
            <a:srgbClr val="FFA3C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j-lt"/>
              <a:ea typeface="BIZ UDP明朝 Medium" panose="02020500000000000000" pitchFamily="18" charset="-128"/>
              <a:cs typeface="Roboto" panose="02000000000000000000" pitchFamily="2" charset="0"/>
            </a:endParaRPr>
          </a:p>
        </p:txBody>
      </p:sp>
    </p:spTree>
    <p:extLst>
      <p:ext uri="{BB962C8B-B14F-4D97-AF65-F5344CB8AC3E}">
        <p14:creationId xmlns:p14="http://schemas.microsoft.com/office/powerpoint/2010/main" val="3970896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EC16CF3-EAB6-4C6A-9499-5D20092A0060}"/>
              </a:ext>
            </a:extLst>
          </p:cNvPr>
          <p:cNvSpPr>
            <a:spLocks noGrp="1"/>
          </p:cNvSpPr>
          <p:nvPr>
            <p:ph type="body" sz="quarter" idx="17"/>
          </p:nvPr>
        </p:nvSpPr>
        <p:spPr/>
        <p:txBody>
          <a:bodyPr/>
          <a:lstStyle/>
          <a:p>
            <a:endParaRPr kumimoji="1" lang="ja-JP" altLang="en-US"/>
          </a:p>
        </p:txBody>
      </p:sp>
      <p:sp>
        <p:nvSpPr>
          <p:cNvPr id="3" name="Title 2">
            <a:extLst>
              <a:ext uri="{FF2B5EF4-FFF2-40B4-BE49-F238E27FC236}">
                <a16:creationId xmlns:a16="http://schemas.microsoft.com/office/drawing/2014/main" id="{8E686E9A-C73D-42AB-A6E9-A12A7C3AF47C}"/>
              </a:ext>
            </a:extLst>
          </p:cNvPr>
          <p:cNvSpPr>
            <a:spLocks noGrp="1"/>
          </p:cNvSpPr>
          <p:nvPr>
            <p:ph type="title"/>
          </p:nvPr>
        </p:nvSpPr>
        <p:spPr/>
        <p:txBody>
          <a:bodyPr/>
          <a:lstStyle/>
          <a:p>
            <a:r>
              <a:rPr lang="ja-JP" altLang="en-US" sz="2800"/>
              <a:t>アンケートご協力のお願い</a:t>
            </a:r>
            <a:endParaRPr kumimoji="1" lang="ja-JP" altLang="en-US"/>
          </a:p>
        </p:txBody>
      </p:sp>
      <p:sp>
        <p:nvSpPr>
          <p:cNvPr id="4" name="Content Placeholder 3">
            <a:extLst>
              <a:ext uri="{FF2B5EF4-FFF2-40B4-BE49-F238E27FC236}">
                <a16:creationId xmlns:a16="http://schemas.microsoft.com/office/drawing/2014/main" id="{AAE1A63A-465E-43B7-B0DE-B14612E548B4}"/>
              </a:ext>
            </a:extLst>
          </p:cNvPr>
          <p:cNvSpPr>
            <a:spLocks noGrp="1"/>
          </p:cNvSpPr>
          <p:nvPr>
            <p:ph sz="quarter" idx="19"/>
          </p:nvPr>
        </p:nvSpPr>
        <p:spPr/>
        <p:txBody>
          <a:bodyPr rIns="0"/>
          <a:lstStyle/>
          <a:p>
            <a:pPr lvl="2"/>
            <a:r>
              <a:rPr lang="ja-JP" altLang="en-US"/>
              <a:t>本日はセミナーにご参加いただき、誠にありがとうございました。</a:t>
            </a:r>
            <a:endParaRPr lang="en-US" altLang="ja-JP"/>
          </a:p>
          <a:p>
            <a:pPr lvl="2"/>
            <a:endParaRPr lang="en-US" altLang="ja-JP"/>
          </a:p>
          <a:p>
            <a:pPr lvl="2"/>
            <a:r>
              <a:rPr lang="ja-JP" altLang="en-US"/>
              <a:t>恐れ入りますが、セミナーを今後より一層有意義で分かりやすいものにするため、参加者の皆様にアンケートをお願いしています。</a:t>
            </a:r>
          </a:p>
          <a:p>
            <a:pPr lvl="2"/>
            <a:r>
              <a:rPr lang="ja-JP" altLang="en-US"/>
              <a:t>アンケートは、下記</a:t>
            </a:r>
            <a:r>
              <a:rPr lang="en-US" altLang="ja-JP"/>
              <a:t>URL</a:t>
            </a:r>
            <a:r>
              <a:rPr lang="ja-JP" altLang="en-US"/>
              <a:t>または</a:t>
            </a:r>
            <a:r>
              <a:rPr lang="en-US" altLang="ja-JP"/>
              <a:t>QR</a:t>
            </a:r>
            <a:r>
              <a:rPr lang="ja-JP" altLang="en-US"/>
              <a:t>コードを読み込んでご回答いただければと存じます。（所要時間：数分程度）</a:t>
            </a:r>
          </a:p>
          <a:p>
            <a:pPr lvl="2"/>
            <a:endParaRPr lang="en-US" altLang="ja-JP"/>
          </a:p>
          <a:p>
            <a:pPr lvl="2"/>
            <a:r>
              <a:rPr lang="ja-JP" altLang="en-US"/>
              <a:t>ご協力のほど、何卒、よろしくお願いいたします。</a:t>
            </a:r>
          </a:p>
        </p:txBody>
      </p:sp>
      <p:sp>
        <p:nvSpPr>
          <p:cNvPr id="5" name="Slide Number Placeholder 4">
            <a:extLst>
              <a:ext uri="{FF2B5EF4-FFF2-40B4-BE49-F238E27FC236}">
                <a16:creationId xmlns:a16="http://schemas.microsoft.com/office/drawing/2014/main" id="{9D08B25A-6856-42E6-87F8-8F79CD0D5DA7}"/>
              </a:ext>
            </a:extLst>
          </p:cNvPr>
          <p:cNvSpPr>
            <a:spLocks noGrp="1"/>
          </p:cNvSpPr>
          <p:nvPr>
            <p:ph type="sldNum" sz="quarter" idx="18"/>
          </p:nvPr>
        </p:nvSpPr>
        <p:spPr/>
        <p:txBody>
          <a:bodyPr/>
          <a:lstStyle/>
          <a:p>
            <a:fld id="{63DCA5C9-2E11-4C67-86EB-AE1DE127DC64}" type="slidenum">
              <a:rPr lang="en-US" smtClean="0"/>
              <a:pPr/>
              <a:t>16</a:t>
            </a:fld>
            <a:endParaRPr lang="en-US"/>
          </a:p>
        </p:txBody>
      </p:sp>
      <p:sp>
        <p:nvSpPr>
          <p:cNvPr id="8" name="Footer Placeholder 7">
            <a:extLst>
              <a:ext uri="{FF2B5EF4-FFF2-40B4-BE49-F238E27FC236}">
                <a16:creationId xmlns:a16="http://schemas.microsoft.com/office/drawing/2014/main" id="{EC6B4F37-A694-CD31-8BE8-BCF64BBC78A6}"/>
              </a:ext>
            </a:extLst>
          </p:cNvPr>
          <p:cNvSpPr>
            <a:spLocks noGrp="1"/>
          </p:cNvSpPr>
          <p:nvPr>
            <p:ph type="ftr" sz="quarter" idx="10"/>
          </p:nvPr>
        </p:nvSpPr>
        <p:spPr/>
        <p:txBody>
          <a:bodyPr/>
          <a:lstStyle/>
          <a:p>
            <a:pPr lvl="6"/>
            <a:r>
              <a:rPr lang="en-US"/>
              <a:t>© 2025 WTW. Proprietary and confidential. For WTW and WTW client use only.</a:t>
            </a:r>
          </a:p>
        </p:txBody>
      </p:sp>
      <p:pic>
        <p:nvPicPr>
          <p:cNvPr id="11" name="Picture 10">
            <a:extLst>
              <a:ext uri="{FF2B5EF4-FFF2-40B4-BE49-F238E27FC236}">
                <a16:creationId xmlns:a16="http://schemas.microsoft.com/office/drawing/2014/main" id="{83484558-6087-2316-E175-C0924968E2F2}"/>
              </a:ext>
            </a:extLst>
          </p:cNvPr>
          <p:cNvPicPr>
            <a:picLocks noChangeAspect="1"/>
          </p:cNvPicPr>
          <p:nvPr/>
        </p:nvPicPr>
        <p:blipFill>
          <a:blip r:embed="rId3"/>
          <a:stretch>
            <a:fillRect/>
          </a:stretch>
        </p:blipFill>
        <p:spPr>
          <a:xfrm>
            <a:off x="5261281" y="4373667"/>
            <a:ext cx="1638955" cy="1638955"/>
          </a:xfrm>
          <a:prstGeom prst="rect">
            <a:avLst/>
          </a:prstGeom>
          <a:ln w="28575">
            <a:solidFill>
              <a:schemeClr val="tx2"/>
            </a:solidFill>
          </a:ln>
        </p:spPr>
      </p:pic>
      <p:sp>
        <p:nvSpPr>
          <p:cNvPr id="14" name="TextBox 13">
            <a:extLst>
              <a:ext uri="{FF2B5EF4-FFF2-40B4-BE49-F238E27FC236}">
                <a16:creationId xmlns:a16="http://schemas.microsoft.com/office/drawing/2014/main" id="{3EA63F93-AC66-76C8-2679-EFF7EF52C500}"/>
              </a:ext>
            </a:extLst>
          </p:cNvPr>
          <p:cNvSpPr txBox="1"/>
          <p:nvPr/>
        </p:nvSpPr>
        <p:spPr>
          <a:xfrm>
            <a:off x="3032758" y="3857669"/>
            <a:ext cx="6096000" cy="338554"/>
          </a:xfrm>
          <a:prstGeom prst="rect">
            <a:avLst/>
          </a:prstGeom>
          <a:noFill/>
        </p:spPr>
        <p:txBody>
          <a:bodyPr wrap="square">
            <a:spAutoFit/>
          </a:bodyPr>
          <a:lstStyle/>
          <a:p>
            <a:pPr algn="ctr"/>
            <a:r>
              <a:rPr lang="en-US" altLang="ja-JP" sz="1600" u="sng">
                <a:solidFill>
                  <a:srgbClr val="7F34B2"/>
                </a:solidFill>
                <a:effectLst/>
                <a:cs typeface="ＭＳ Ｐゴシック" panose="020B0600070205080204" pitchFamily="50" charset="-128"/>
                <a:hlinkClick r:id="rId4"/>
              </a:rPr>
              <a:t>https://forms.office.com/r/DAqvgzM5kd</a:t>
            </a:r>
            <a:endParaRPr lang="ja-JP" altLang="en-US" sz="3600"/>
          </a:p>
        </p:txBody>
      </p:sp>
    </p:spTree>
    <p:extLst>
      <p:ext uri="{BB962C8B-B14F-4D97-AF65-F5344CB8AC3E}">
        <p14:creationId xmlns:p14="http://schemas.microsoft.com/office/powerpoint/2010/main" val="700205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29F48F-EC6D-4F2B-822A-F072D63DCE11}"/>
              </a:ext>
            </a:extLst>
          </p:cNvPr>
          <p:cNvSpPr>
            <a:spLocks noGrp="1"/>
          </p:cNvSpPr>
          <p:nvPr>
            <p:ph type="sldNum" sz="quarter" idx="21"/>
          </p:nvPr>
        </p:nvSpPr>
        <p:spPr/>
        <p:txBody>
          <a:bodyPr/>
          <a:lstStyle/>
          <a:p>
            <a:fld id="{63DCA5C9-2E11-4C67-86EB-AE1DE127DC64}" type="slidenum">
              <a:rPr lang="en-US" smtClean="0"/>
              <a:pPr/>
              <a:t>17</a:t>
            </a:fld>
            <a:endParaRPr lang="en-US"/>
          </a:p>
        </p:txBody>
      </p:sp>
      <p:sp>
        <p:nvSpPr>
          <p:cNvPr id="3" name="Title 2">
            <a:extLst>
              <a:ext uri="{FF2B5EF4-FFF2-40B4-BE49-F238E27FC236}">
                <a16:creationId xmlns:a16="http://schemas.microsoft.com/office/drawing/2014/main" id="{3ECB29E8-85A4-41C1-B09A-B80B7B1B06B4}"/>
              </a:ext>
            </a:extLst>
          </p:cNvPr>
          <p:cNvSpPr>
            <a:spLocks noGrp="1"/>
          </p:cNvSpPr>
          <p:nvPr>
            <p:ph type="title"/>
          </p:nvPr>
        </p:nvSpPr>
        <p:spPr/>
        <p:txBody>
          <a:bodyPr/>
          <a:lstStyle/>
          <a:p>
            <a:r>
              <a:rPr lang="en-US"/>
              <a:t>Thank you</a:t>
            </a:r>
            <a:endParaRPr lang="en-GB"/>
          </a:p>
        </p:txBody>
      </p:sp>
      <p:sp>
        <p:nvSpPr>
          <p:cNvPr id="10" name="Content Placeholder 2">
            <a:extLst>
              <a:ext uri="{FF2B5EF4-FFF2-40B4-BE49-F238E27FC236}">
                <a16:creationId xmlns:a16="http://schemas.microsoft.com/office/drawing/2014/main" id="{05B75F38-335C-EFAA-5DDD-990128578FD2}"/>
              </a:ext>
            </a:extLst>
          </p:cNvPr>
          <p:cNvSpPr txBox="1">
            <a:spLocks/>
          </p:cNvSpPr>
          <p:nvPr/>
        </p:nvSpPr>
        <p:spPr>
          <a:xfrm>
            <a:off x="5294065" y="3429000"/>
            <a:ext cx="3940274" cy="1602685"/>
          </a:xfrm>
          <a:prstGeom prst="rect">
            <a:avLst/>
          </a:prstGeom>
        </p:spPr>
        <p:txBody>
          <a:bodyPr lIns="0" tIns="0" rIns="0" bIns="0"/>
          <a:lstStyle>
            <a:lvl1pPr marL="0" indent="0" algn="l" defTabSz="914400" rtl="0" eaLnBrk="1" latinLnBrk="0" hangingPunct="1">
              <a:spcBef>
                <a:spcPts val="0"/>
              </a:spcBef>
              <a:spcAft>
                <a:spcPts val="350"/>
              </a:spcAft>
              <a:buFontTx/>
              <a:buNone/>
              <a:defRPr sz="1400" b="1" kern="1200">
                <a:solidFill>
                  <a:schemeClr val="tx1"/>
                </a:solidFill>
                <a:latin typeface="+mn-lt"/>
                <a:ea typeface="+mn-ea"/>
                <a:cs typeface="+mn-cs"/>
              </a:defRPr>
            </a:lvl1pPr>
            <a:lvl2pPr marL="0" indent="0" algn="l" defTabSz="914400" rtl="0" eaLnBrk="1" latinLnBrk="0" hangingPunct="1">
              <a:spcBef>
                <a:spcPts val="0"/>
              </a:spcBef>
              <a:spcAft>
                <a:spcPts val="350"/>
              </a:spcAft>
              <a:buFontTx/>
              <a:buNone/>
              <a:defRPr sz="1400" kern="1200">
                <a:solidFill>
                  <a:schemeClr val="tx1"/>
                </a:solidFill>
                <a:latin typeface="+mn-lt"/>
                <a:ea typeface="+mn-ea"/>
                <a:cs typeface="+mn-cs"/>
              </a:defRPr>
            </a:lvl2pPr>
            <a:lvl3pPr marL="228600" indent="-228600" algn="l" defTabSz="914400" rtl="0" eaLnBrk="1" latinLnBrk="0" hangingPunct="1">
              <a:spcBef>
                <a:spcPts val="0"/>
              </a:spcBef>
              <a:spcAft>
                <a:spcPts val="350"/>
              </a:spcAft>
              <a:buClr>
                <a:srgbClr val="702082"/>
              </a:buClr>
              <a:buFont typeface="Wingdings" pitchFamily="2" charset="2"/>
              <a:buChar char="§"/>
              <a:defRPr sz="1400" kern="1200" baseline="0">
                <a:solidFill>
                  <a:schemeClr val="tx1"/>
                </a:solidFill>
                <a:latin typeface="+mn-lt"/>
                <a:ea typeface="+mn-ea"/>
                <a:cs typeface="+mn-cs"/>
              </a:defRPr>
            </a:lvl3pPr>
            <a:lvl4pPr marL="457200" indent="-228600" algn="l" defTabSz="914400" rtl="0" eaLnBrk="1" latinLnBrk="0" hangingPunct="1">
              <a:spcBef>
                <a:spcPts val="0"/>
              </a:spcBef>
              <a:spcAft>
                <a:spcPts val="280"/>
              </a:spcAft>
              <a:buClr>
                <a:schemeClr val="accent6"/>
              </a:buClr>
              <a:buFont typeface="Wingdings" pitchFamily="2" charset="2"/>
              <a:buChar char="§"/>
              <a:defRPr sz="1200" kern="1200">
                <a:solidFill>
                  <a:schemeClr val="tx1"/>
                </a:solidFill>
                <a:latin typeface="+mn-lt"/>
                <a:ea typeface="+mn-ea"/>
                <a:cs typeface="+mn-cs"/>
              </a:defRPr>
            </a:lvl4pPr>
            <a:lvl5pPr marL="731520" indent="-228600" algn="l" defTabSz="914400" rtl="0" eaLnBrk="1" latinLnBrk="0" hangingPunct="1">
              <a:spcBef>
                <a:spcPts val="0"/>
              </a:spcBef>
              <a:spcAft>
                <a:spcPts val="280"/>
              </a:spcAft>
              <a:buClr>
                <a:srgbClr val="000000"/>
              </a:buClr>
              <a:buFont typeface="Arial" pitchFamily="34" charset="0"/>
              <a:buChar char="̵"/>
              <a:defRPr sz="1200" kern="1200" baseline="0">
                <a:solidFill>
                  <a:schemeClr val="tx1"/>
                </a:solidFill>
                <a:latin typeface="+mn-lt"/>
                <a:ea typeface="+mn-ea"/>
                <a:cs typeface="+mn-cs"/>
              </a:defRPr>
            </a:lvl5pPr>
            <a:lvl6pPr marL="1005840" indent="-228600" algn="l" defTabSz="914400" rtl="0" eaLnBrk="1" latinLnBrk="0" hangingPunct="1">
              <a:spcBef>
                <a:spcPts val="0"/>
              </a:spcBef>
              <a:spcAft>
                <a:spcPts val="240"/>
              </a:spcAft>
              <a:buClr>
                <a:srgbClr val="000000"/>
              </a:buClr>
              <a:buFont typeface="Arial" pitchFamily="34" charset="0"/>
              <a:buChar char="̵"/>
              <a:defRPr sz="1000" kern="1200" baseline="0">
                <a:solidFill>
                  <a:schemeClr val="tx1"/>
                </a:solidFill>
                <a:latin typeface="+mn-lt"/>
                <a:ea typeface="+mn-ea"/>
                <a:cs typeface="+mn-cs"/>
              </a:defRPr>
            </a:lvl6pPr>
            <a:lvl7pPr marL="1280160" indent="-228600" algn="l" defTabSz="914400" rtl="0" eaLnBrk="1" latinLnBrk="0" hangingPunct="1">
              <a:spcBef>
                <a:spcPts val="0"/>
              </a:spcBef>
              <a:spcAft>
                <a:spcPts val="240"/>
              </a:spcAft>
              <a:buClr>
                <a:srgbClr val="000000"/>
              </a:buClr>
              <a:buFont typeface="Arial" pitchFamily="34" charset="0"/>
              <a:buChar char="̵"/>
              <a:defRPr sz="1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ja-JP" altLang="en-US" sz="1200">
                <a:solidFill>
                  <a:srgbClr val="7F35B2"/>
                </a:solidFill>
                <a:latin typeface="+mj-lt"/>
                <a:ea typeface="BIZ UDP明朝 Medium" panose="02020500000000000000" pitchFamily="18" charset="-128"/>
                <a:cs typeface="メイリオ" panose="020B0604030504040204" pitchFamily="50" charset="-128"/>
              </a:rPr>
              <a:t>お問い合わせ先</a:t>
            </a:r>
            <a:endParaRPr lang="en-US" altLang="ja-JP" sz="1200" b="0">
              <a:solidFill>
                <a:srgbClr val="7F35B2"/>
              </a:solidFill>
              <a:latin typeface="+mj-lt"/>
              <a:ea typeface="BIZ UDP明朝 Medium" panose="02020500000000000000" pitchFamily="18" charset="-128"/>
              <a:cs typeface="メイリオ" panose="020B0604030504040204" pitchFamily="50" charset="-128"/>
            </a:endParaRPr>
          </a:p>
          <a:p>
            <a:r>
              <a:rPr lang="ja-JP" altLang="en-US" sz="1100">
                <a:solidFill>
                  <a:prstClr val="black"/>
                </a:solidFill>
                <a:latin typeface="+mj-lt"/>
                <a:ea typeface="BIZ UDP明朝 Medium" panose="02020500000000000000" pitchFamily="18" charset="-128"/>
                <a:cs typeface="メイリオ" panose="020B0604030504040204" pitchFamily="50" charset="-128"/>
              </a:rPr>
              <a:t>タワーズワトソン株式会社</a:t>
            </a:r>
            <a:endParaRPr lang="en-US" altLang="ja-JP" sz="1100">
              <a:solidFill>
                <a:prstClr val="black"/>
              </a:solidFill>
              <a:latin typeface="+mj-lt"/>
              <a:ea typeface="BIZ UDP明朝 Medium" panose="02020500000000000000" pitchFamily="18" charset="-128"/>
              <a:cs typeface="メイリオ" panose="020B0604030504040204" pitchFamily="50" charset="-128"/>
            </a:endParaRPr>
          </a:p>
          <a:p>
            <a:r>
              <a:rPr lang="ja-JP" altLang="en-US" sz="1100">
                <a:solidFill>
                  <a:prstClr val="black"/>
                </a:solidFill>
                <a:latin typeface="+mj-lt"/>
                <a:ea typeface="BIZ UDP明朝 Medium" panose="02020500000000000000" pitchFamily="18" charset="-128"/>
                <a:cs typeface="メイリオ" panose="020B0604030504040204" pitchFamily="50" charset="-128"/>
              </a:rPr>
              <a:t>経営者報酬・ボードアドバイザリープラクティス</a:t>
            </a:r>
            <a:r>
              <a:rPr lang="en-US" altLang="ja-JP" sz="1100">
                <a:solidFill>
                  <a:prstClr val="black"/>
                </a:solidFill>
                <a:latin typeface="+mj-lt"/>
                <a:ea typeface="BIZ UDP明朝 Medium" panose="02020500000000000000" pitchFamily="18" charset="-128"/>
                <a:cs typeface="メイリオ" panose="020B0604030504040204" pitchFamily="50" charset="-128"/>
              </a:rPr>
              <a:t> </a:t>
            </a:r>
          </a:p>
          <a:p>
            <a:r>
              <a:rPr lang="ja-JP" altLang="en-US" sz="1100" b="0">
                <a:solidFill>
                  <a:prstClr val="black"/>
                </a:solidFill>
                <a:latin typeface="+mj-lt"/>
                <a:ea typeface="BIZ UDP明朝 Medium" panose="02020500000000000000" pitchFamily="18" charset="-128"/>
                <a:cs typeface="メイリオ" panose="020B0604030504040204" pitchFamily="50" charset="-128"/>
              </a:rPr>
              <a:t>〒</a:t>
            </a:r>
            <a:r>
              <a:rPr lang="en-US" altLang="ja-JP" sz="1100" b="0">
                <a:solidFill>
                  <a:prstClr val="black"/>
                </a:solidFill>
                <a:latin typeface="+mj-lt"/>
                <a:ea typeface="BIZ UDP明朝 Medium" panose="02020500000000000000" pitchFamily="18" charset="-128"/>
                <a:cs typeface="メイリオ" panose="020B0604030504040204" pitchFamily="50" charset="-128"/>
              </a:rPr>
              <a:t>100-0011</a:t>
            </a:r>
          </a:p>
          <a:p>
            <a:r>
              <a:rPr lang="ja-JP" altLang="en-US" sz="1100" b="0">
                <a:solidFill>
                  <a:prstClr val="black"/>
                </a:solidFill>
                <a:latin typeface="+mj-lt"/>
                <a:ea typeface="BIZ UDP明朝 Medium" panose="02020500000000000000" pitchFamily="18" charset="-128"/>
                <a:cs typeface="メイリオ" panose="020B0604030504040204" pitchFamily="50" charset="-128"/>
              </a:rPr>
              <a:t>東京都千代田区内幸町</a:t>
            </a:r>
            <a:r>
              <a:rPr lang="en-US" altLang="ja-JP" sz="1100" b="0">
                <a:solidFill>
                  <a:prstClr val="black"/>
                </a:solidFill>
                <a:latin typeface="+mj-lt"/>
                <a:ea typeface="BIZ UDP明朝 Medium" panose="02020500000000000000" pitchFamily="18" charset="-128"/>
                <a:cs typeface="メイリオ" panose="020B0604030504040204" pitchFamily="50" charset="-128"/>
              </a:rPr>
              <a:t>2-1-6</a:t>
            </a:r>
            <a:r>
              <a:rPr lang="ja-JP" altLang="en-US" sz="1100" b="0">
                <a:solidFill>
                  <a:prstClr val="black"/>
                </a:solidFill>
                <a:latin typeface="+mj-lt"/>
                <a:ea typeface="BIZ UDP明朝 Medium" panose="02020500000000000000" pitchFamily="18" charset="-128"/>
                <a:cs typeface="メイリオ" panose="020B0604030504040204" pitchFamily="50" charset="-128"/>
              </a:rPr>
              <a:t>　日比谷パークフロント</a:t>
            </a:r>
            <a:r>
              <a:rPr lang="en-US" altLang="ja-JP" sz="1100" b="0">
                <a:solidFill>
                  <a:prstClr val="black"/>
                </a:solidFill>
                <a:latin typeface="+mj-lt"/>
                <a:ea typeface="BIZ UDP明朝 Medium" panose="02020500000000000000" pitchFamily="18" charset="-128"/>
                <a:cs typeface="メイリオ" panose="020B0604030504040204" pitchFamily="50" charset="-128"/>
              </a:rPr>
              <a:t>13</a:t>
            </a:r>
            <a:r>
              <a:rPr lang="ja-JP" altLang="en-US" sz="1100" b="0">
                <a:solidFill>
                  <a:prstClr val="black"/>
                </a:solidFill>
                <a:latin typeface="+mj-lt"/>
                <a:ea typeface="BIZ UDP明朝 Medium" panose="02020500000000000000" pitchFamily="18" charset="-128"/>
                <a:cs typeface="メイリオ" panose="020B0604030504040204" pitchFamily="50" charset="-128"/>
              </a:rPr>
              <a:t>階</a:t>
            </a:r>
            <a:endParaRPr lang="en-US" altLang="ja-JP" sz="1100" b="0">
              <a:solidFill>
                <a:prstClr val="black"/>
              </a:solidFill>
              <a:latin typeface="+mj-lt"/>
              <a:ea typeface="BIZ UDP明朝 Medium" panose="02020500000000000000" pitchFamily="18" charset="-128"/>
              <a:cs typeface="メイリオ" panose="020B0604030504040204" pitchFamily="50" charset="-128"/>
            </a:endParaRPr>
          </a:p>
          <a:p>
            <a:r>
              <a:rPr lang="en-US" altLang="ja-JP" sz="1100" b="0">
                <a:solidFill>
                  <a:prstClr val="black"/>
                </a:solidFill>
                <a:latin typeface="+mj-lt"/>
                <a:ea typeface="BIZ UDP明朝 Medium" panose="02020500000000000000" pitchFamily="18" charset="-128"/>
                <a:cs typeface="メイリオ" panose="020B0604030504040204" pitchFamily="50" charset="-128"/>
              </a:rPr>
              <a:t>TEL</a:t>
            </a:r>
            <a:r>
              <a:rPr lang="ja-JP" altLang="en-US" sz="1100" b="0">
                <a:solidFill>
                  <a:prstClr val="black"/>
                </a:solidFill>
                <a:latin typeface="+mj-lt"/>
                <a:ea typeface="BIZ UDP明朝 Medium" panose="02020500000000000000" pitchFamily="18" charset="-128"/>
                <a:cs typeface="メイリオ" panose="020B0604030504040204" pitchFamily="50" charset="-128"/>
              </a:rPr>
              <a:t>　</a:t>
            </a:r>
            <a:r>
              <a:rPr lang="en-US" altLang="ja-JP" sz="1100" b="0">
                <a:solidFill>
                  <a:prstClr val="black"/>
                </a:solidFill>
                <a:latin typeface="+mj-lt"/>
                <a:ea typeface="BIZ UDP明朝 Medium" panose="02020500000000000000" pitchFamily="18" charset="-128"/>
                <a:cs typeface="メイリオ" panose="020B0604030504040204" pitchFamily="50" charset="-128"/>
              </a:rPr>
              <a:t>03-6833-4606</a:t>
            </a:r>
          </a:p>
          <a:p>
            <a:r>
              <a:rPr lang="en-US" altLang="ja-JP" sz="1100" b="0">
                <a:solidFill>
                  <a:prstClr val="black"/>
                </a:solidFill>
                <a:latin typeface="+mj-lt"/>
                <a:ea typeface="BIZ UDP明朝 Medium" panose="02020500000000000000" pitchFamily="18" charset="-128"/>
                <a:cs typeface="メイリオ" panose="020B0604030504040204" pitchFamily="50" charset="-128"/>
              </a:rPr>
              <a:t>E-mail</a:t>
            </a:r>
            <a:r>
              <a:rPr lang="ja-JP" altLang="en-US" sz="1100" b="0">
                <a:solidFill>
                  <a:prstClr val="black"/>
                </a:solidFill>
                <a:latin typeface="+mj-lt"/>
                <a:ea typeface="BIZ UDP明朝 Medium" panose="02020500000000000000" pitchFamily="18" charset="-128"/>
                <a:cs typeface="メイリオ" panose="020B0604030504040204" pitchFamily="50" charset="-128"/>
              </a:rPr>
              <a:t>　</a:t>
            </a:r>
            <a:r>
              <a:rPr lang="en-US" sz="1100" b="0">
                <a:solidFill>
                  <a:prstClr val="black"/>
                </a:solidFill>
                <a:latin typeface="+mj-lt"/>
                <a:ea typeface="BIZ UDP明朝 Medium" panose="02020500000000000000" pitchFamily="18" charset="-128"/>
                <a:cs typeface="メイリオ" panose="020B0604030504040204" pitchFamily="50" charset="-128"/>
              </a:rPr>
              <a:t>TW.EC.Tokyo@wtwco.com</a:t>
            </a:r>
          </a:p>
        </p:txBody>
      </p:sp>
      <p:sp>
        <p:nvSpPr>
          <p:cNvPr id="11" name="Rectangle 5">
            <a:extLst>
              <a:ext uri="{FF2B5EF4-FFF2-40B4-BE49-F238E27FC236}">
                <a16:creationId xmlns:a16="http://schemas.microsoft.com/office/drawing/2014/main" id="{83D69217-3206-E102-0C26-1B843E275EFD}"/>
              </a:ext>
            </a:extLst>
          </p:cNvPr>
          <p:cNvSpPr/>
          <p:nvPr/>
        </p:nvSpPr>
        <p:spPr>
          <a:xfrm>
            <a:off x="609600" y="1062126"/>
            <a:ext cx="10972800" cy="1768538"/>
          </a:xfrm>
          <a:prstGeom prst="rect">
            <a:avLst/>
          </a:prstGeom>
          <a:solidFill>
            <a:srgbClr val="E6E6E6"/>
          </a:solidFill>
          <a:ln w="12700" cap="flat" cmpd="sng" algn="ctr">
            <a:noFill/>
            <a:prstDash val="solid"/>
            <a:miter lim="800000"/>
          </a:ln>
          <a:effectLst/>
        </p:spPr>
        <p:txBody>
          <a:bodyPr rtlCol="0" anchor="t">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351"/>
              </a:spcAft>
              <a:buClrTx/>
              <a:buSzTx/>
              <a:buFontTx/>
              <a:buNone/>
              <a:tabLst/>
              <a:defRPr/>
            </a:pPr>
            <a:r>
              <a:rPr kumimoji="0" lang="ja-JP" altLang="en-US" sz="1050" b="1" i="0" u="none" strike="noStrike" kern="1200" cap="none" spc="0" normalizeH="0" noProof="0">
                <a:ln>
                  <a:noFill/>
                </a:ln>
                <a:solidFill>
                  <a:srgbClr val="7F35B2"/>
                </a:solidFill>
                <a:effectLst/>
                <a:uLnTx/>
                <a:uFillTx/>
                <a:latin typeface="+mj-lt"/>
                <a:ea typeface="BIZ UDP明朝 Medium" panose="02020500000000000000" pitchFamily="18" charset="-128"/>
              </a:rPr>
              <a:t>本資料の目的</a:t>
            </a:r>
            <a:endParaRPr kumimoji="0" lang="en-US" altLang="ja-JP" sz="1050" b="1" i="0" u="none" strike="noStrike" kern="1200" cap="none" spc="0" normalizeH="0" noProof="0">
              <a:ln>
                <a:noFill/>
              </a:ln>
              <a:solidFill>
                <a:srgbClr val="7F35B2"/>
              </a:solidFill>
              <a:effectLst/>
              <a:uLnTx/>
              <a:uFillTx/>
              <a:latin typeface="+mj-lt"/>
              <a:ea typeface="BIZ UDP明朝 Medium" panose="02020500000000000000" pitchFamily="18" charset="-128"/>
            </a:endParaRPr>
          </a:p>
          <a:p>
            <a:pPr marL="0" marR="0" lvl="0" indent="0" algn="l" defTabSz="457200" rtl="0" eaLnBrk="1" fontAlgn="auto" latinLnBrk="0" hangingPunct="1">
              <a:lnSpc>
                <a:spcPct val="100000"/>
              </a:lnSpc>
              <a:spcBef>
                <a:spcPts val="0"/>
              </a:spcBef>
              <a:spcAft>
                <a:spcPts val="351"/>
              </a:spcAft>
              <a:buClrTx/>
              <a:buSzTx/>
              <a:buFontTx/>
              <a:buNone/>
              <a:tabLst/>
              <a:defRPr/>
            </a:pPr>
            <a:r>
              <a:rPr kumimoji="0" lang="ja-JP" altLang="en-US" sz="1000" b="0" i="0" u="none" strike="noStrike" kern="1200" cap="none" spc="0" normalizeH="0" noProof="0">
                <a:ln>
                  <a:noFill/>
                </a:ln>
                <a:solidFill>
                  <a:srgbClr val="000000"/>
                </a:solidFill>
                <a:effectLst/>
                <a:uLnTx/>
                <a:uFillTx/>
                <a:latin typeface="+mj-lt"/>
                <a:ea typeface="BIZ UDP明朝 Medium" panose="02020500000000000000" pitchFamily="18" charset="-128"/>
              </a:rPr>
              <a:t>本資料は、貴社との契約において定められた、もしくは想定された所定の目的で使用されることを意図して作成されたものです。したがって、契約上想定されていない状況下や目的には適合しない可能性があり、弊社はそのような使用に関するいかなる責任も負うものではありません。</a:t>
            </a:r>
            <a:endParaRPr kumimoji="0" lang="en-US" altLang="ja-JP" sz="1000" b="0" i="0" u="none" strike="noStrike" kern="1200" cap="none" spc="0" normalizeH="0" noProof="0">
              <a:ln>
                <a:noFill/>
              </a:ln>
              <a:solidFill>
                <a:srgbClr val="000000"/>
              </a:solidFill>
              <a:effectLst/>
              <a:uLnTx/>
              <a:uFillTx/>
              <a:latin typeface="+mj-lt"/>
              <a:ea typeface="BIZ UDP明朝 Medium" panose="02020500000000000000" pitchFamily="18" charset="-128"/>
            </a:endParaRPr>
          </a:p>
          <a:p>
            <a:pPr marL="0" marR="0" lvl="0" indent="0" algn="l" defTabSz="457200" rtl="0" eaLnBrk="1" fontAlgn="auto" latinLnBrk="0" hangingPunct="1">
              <a:lnSpc>
                <a:spcPct val="100000"/>
              </a:lnSpc>
              <a:spcBef>
                <a:spcPts val="0"/>
              </a:spcBef>
              <a:spcAft>
                <a:spcPts val="351"/>
              </a:spcAft>
              <a:buClrTx/>
              <a:buSzTx/>
              <a:buFontTx/>
              <a:buNone/>
              <a:tabLst/>
              <a:defRPr/>
            </a:pPr>
            <a:r>
              <a:rPr kumimoji="0" lang="ja-JP" altLang="en-US" sz="1000" b="0" i="0" u="none" strike="noStrike" kern="1200" cap="none" spc="0" normalizeH="0" noProof="0">
                <a:ln>
                  <a:noFill/>
                </a:ln>
                <a:solidFill>
                  <a:srgbClr val="000000"/>
                </a:solidFill>
                <a:effectLst/>
                <a:uLnTx/>
                <a:uFillTx/>
                <a:latin typeface="+mj-lt"/>
                <a:ea typeface="BIZ UDP明朝 Medium" panose="02020500000000000000" pitchFamily="18" charset="-128"/>
              </a:rPr>
              <a:t>また本資料は、法律・会計・税務等のアドバイスの提供を目的としたものではありません。法律・会計・税務等のアドバイスについては、弁護士・公認会計士・税理士等に必ずご相談ください。</a:t>
            </a:r>
            <a:endParaRPr kumimoji="0" lang="en-US" altLang="ja-JP" sz="1000" b="0" i="0" u="none" strike="noStrike" kern="1200" cap="none" spc="0" normalizeH="0" noProof="0">
              <a:ln>
                <a:noFill/>
              </a:ln>
              <a:solidFill>
                <a:srgbClr val="000000"/>
              </a:solidFill>
              <a:effectLst/>
              <a:uLnTx/>
              <a:uFillTx/>
              <a:latin typeface="+mj-lt"/>
              <a:ea typeface="BIZ UDP明朝 Medium" panose="02020500000000000000" pitchFamily="18" charset="-128"/>
            </a:endParaRPr>
          </a:p>
          <a:p>
            <a:pPr marL="457200" marR="0" lvl="1" indent="0" algn="l" defTabSz="457200" rtl="0" eaLnBrk="1" fontAlgn="auto" latinLnBrk="0" hangingPunct="1">
              <a:lnSpc>
                <a:spcPct val="100000"/>
              </a:lnSpc>
              <a:spcBef>
                <a:spcPts val="0"/>
              </a:spcBef>
              <a:spcAft>
                <a:spcPts val="351"/>
              </a:spcAft>
              <a:buClrTx/>
              <a:buSzTx/>
              <a:buFontTx/>
              <a:buNone/>
              <a:tabLst/>
              <a:defRPr/>
            </a:pPr>
            <a:endParaRPr kumimoji="0" lang="en-US" sz="1000" b="0" i="0" u="none" strike="noStrike" kern="1200" cap="none" spc="0" normalizeH="0" noProof="0">
              <a:ln>
                <a:noFill/>
              </a:ln>
              <a:solidFill>
                <a:srgbClr val="000000"/>
              </a:solidFill>
              <a:effectLst/>
              <a:uLnTx/>
              <a:uFillTx/>
              <a:latin typeface="+mj-lt"/>
              <a:ea typeface="BIZ UDP明朝 Medium" panose="02020500000000000000" pitchFamily="18" charset="-128"/>
            </a:endParaRPr>
          </a:p>
          <a:p>
            <a:pPr marL="0" marR="0" lvl="0" indent="0" algn="l" defTabSz="457200" rtl="0" eaLnBrk="1" fontAlgn="auto" latinLnBrk="0" hangingPunct="1">
              <a:lnSpc>
                <a:spcPct val="100000"/>
              </a:lnSpc>
              <a:spcBef>
                <a:spcPts val="0"/>
              </a:spcBef>
              <a:spcAft>
                <a:spcPts val="351"/>
              </a:spcAft>
              <a:buClrTx/>
              <a:buSzTx/>
              <a:buFontTx/>
              <a:buNone/>
              <a:tabLst/>
              <a:defRPr/>
            </a:pPr>
            <a:r>
              <a:rPr kumimoji="0" lang="ja-JP" altLang="en-US" sz="1050" b="1" i="0" u="none" strike="noStrike" kern="1200" cap="none" spc="0" normalizeH="0" noProof="0">
                <a:ln>
                  <a:noFill/>
                </a:ln>
                <a:solidFill>
                  <a:srgbClr val="7F35B2"/>
                </a:solidFill>
                <a:effectLst/>
                <a:uLnTx/>
                <a:uFillTx/>
                <a:latin typeface="+mj-lt"/>
                <a:ea typeface="BIZ UDP明朝 Medium" panose="02020500000000000000" pitchFamily="18" charset="-128"/>
              </a:rPr>
              <a:t>本資料の頒布及び使用</a:t>
            </a:r>
            <a:endParaRPr kumimoji="0" lang="en-US" altLang="ja-JP" sz="1050" b="1" i="0" u="none" strike="noStrike" kern="1200" cap="none" spc="0" normalizeH="0" noProof="0">
              <a:ln>
                <a:noFill/>
              </a:ln>
              <a:solidFill>
                <a:srgbClr val="7F35B2"/>
              </a:solidFill>
              <a:effectLst/>
              <a:uLnTx/>
              <a:uFillTx/>
              <a:latin typeface="+mj-lt"/>
              <a:ea typeface="BIZ UDP明朝 Medium" panose="02020500000000000000" pitchFamily="18" charset="-128"/>
            </a:endParaRPr>
          </a:p>
          <a:p>
            <a:pPr marL="0" marR="0" lvl="0" indent="0" algn="l" defTabSz="457200" rtl="0" eaLnBrk="1" fontAlgn="auto" latinLnBrk="0" hangingPunct="1">
              <a:lnSpc>
                <a:spcPct val="100000"/>
              </a:lnSpc>
              <a:spcBef>
                <a:spcPts val="0"/>
              </a:spcBef>
              <a:spcAft>
                <a:spcPts val="351"/>
              </a:spcAft>
              <a:buClrTx/>
              <a:buSzTx/>
              <a:buFontTx/>
              <a:buNone/>
              <a:tabLst/>
              <a:defRPr/>
            </a:pPr>
            <a:r>
              <a:rPr kumimoji="0" lang="ja-JP" altLang="en-US" sz="1000" b="0" i="0" u="none" strike="noStrike" kern="1200" cap="none" spc="0" normalizeH="0" noProof="0">
                <a:ln>
                  <a:noFill/>
                </a:ln>
                <a:solidFill>
                  <a:srgbClr val="000000"/>
                </a:solidFill>
                <a:effectLst/>
                <a:uLnTx/>
                <a:uFillTx/>
                <a:latin typeface="+mj-lt"/>
                <a:ea typeface="BIZ UDP明朝 Medium" panose="02020500000000000000" pitchFamily="18" charset="-128"/>
              </a:rPr>
              <a:t>本資料は貴社との合意の範疇において、専ら貴社による使用のために作成されたものです。本資料は他者による使用を想定しておらず、他者の要求、関心事項、もしくは目的に適合するものではございません。したがって、本資料は、貴社と弊社の間での書面による合意がある場合を除き、いかなる第三者への開示または頒布を行うことはできません。弊社は、本資料を受領した第三者に対して、いかなる責任、注意義務、損害賠償責任を負わず、また、第三者による本資料への依拠は専ら自身のリスクに依るものとします。</a:t>
            </a:r>
            <a:endParaRPr kumimoji="0" lang="en-US" sz="1000" b="0" i="0" u="none" strike="noStrike" kern="1200" cap="none" spc="0" normalizeH="0" noProof="0">
              <a:ln>
                <a:noFill/>
              </a:ln>
              <a:solidFill>
                <a:srgbClr val="000000"/>
              </a:solidFill>
              <a:effectLst/>
              <a:uLnTx/>
              <a:uFillTx/>
              <a:latin typeface="+mj-lt"/>
              <a:ea typeface="BIZ UDP明朝 Medium" panose="02020500000000000000" pitchFamily="18" charset="-128"/>
            </a:endParaRPr>
          </a:p>
        </p:txBody>
      </p:sp>
      <p:sp>
        <p:nvSpPr>
          <p:cNvPr id="12" name="Content Placeholder 2">
            <a:extLst>
              <a:ext uri="{FF2B5EF4-FFF2-40B4-BE49-F238E27FC236}">
                <a16:creationId xmlns:a16="http://schemas.microsoft.com/office/drawing/2014/main" id="{A3C7CE83-FE8C-5A74-B7D1-9695EE5DC377}"/>
              </a:ext>
            </a:extLst>
          </p:cNvPr>
          <p:cNvSpPr txBox="1">
            <a:spLocks/>
          </p:cNvSpPr>
          <p:nvPr/>
        </p:nvSpPr>
        <p:spPr>
          <a:xfrm>
            <a:off x="609600" y="3429000"/>
            <a:ext cx="4318200" cy="2044399"/>
          </a:xfrm>
          <a:prstGeom prst="rect">
            <a:avLst/>
          </a:prstGeom>
          <a:solidFill>
            <a:schemeClr val="bg2"/>
          </a:solidFill>
        </p:spPr>
        <p:txBody>
          <a:bodyPr wrap="square" lIns="90000" tIns="46800" rIns="90000" bIns="46800" anchor="ctr" anchorCtr="0">
            <a:noAutofit/>
          </a:bodyPr>
          <a:lstStyle>
            <a:lvl1pPr marL="0" indent="0" algn="l" defTabSz="914400" rtl="0" eaLnBrk="1" latinLnBrk="0" hangingPunct="1">
              <a:spcBef>
                <a:spcPts val="0"/>
              </a:spcBef>
              <a:spcAft>
                <a:spcPts val="350"/>
              </a:spcAft>
              <a:buFontTx/>
              <a:buNone/>
              <a:defRPr sz="1400" b="1" kern="1200">
                <a:solidFill>
                  <a:schemeClr val="tx1"/>
                </a:solidFill>
                <a:latin typeface="+mn-lt"/>
                <a:ea typeface="+mn-ea"/>
                <a:cs typeface="+mn-cs"/>
              </a:defRPr>
            </a:lvl1pPr>
            <a:lvl2pPr marL="0" indent="0" algn="l" defTabSz="914400" rtl="0" eaLnBrk="1" latinLnBrk="0" hangingPunct="1">
              <a:spcBef>
                <a:spcPts val="0"/>
              </a:spcBef>
              <a:spcAft>
                <a:spcPts val="350"/>
              </a:spcAft>
              <a:buFontTx/>
              <a:buNone/>
              <a:defRPr sz="1400" kern="1200">
                <a:solidFill>
                  <a:schemeClr val="tx1"/>
                </a:solidFill>
                <a:latin typeface="+mn-lt"/>
                <a:ea typeface="+mn-ea"/>
                <a:cs typeface="+mn-cs"/>
              </a:defRPr>
            </a:lvl2pPr>
            <a:lvl3pPr marL="228600" indent="-228600" algn="l" defTabSz="914400" rtl="0" eaLnBrk="1" latinLnBrk="0" hangingPunct="1">
              <a:spcBef>
                <a:spcPts val="0"/>
              </a:spcBef>
              <a:spcAft>
                <a:spcPts val="350"/>
              </a:spcAft>
              <a:buClr>
                <a:srgbClr val="702082"/>
              </a:buClr>
              <a:buFont typeface="Wingdings" pitchFamily="2" charset="2"/>
              <a:buChar char="§"/>
              <a:defRPr sz="1400" kern="1200" baseline="0">
                <a:solidFill>
                  <a:schemeClr val="tx1"/>
                </a:solidFill>
                <a:latin typeface="+mn-lt"/>
                <a:ea typeface="+mn-ea"/>
                <a:cs typeface="+mn-cs"/>
              </a:defRPr>
            </a:lvl3pPr>
            <a:lvl4pPr marL="457200" indent="-228600" algn="l" defTabSz="914400" rtl="0" eaLnBrk="1" latinLnBrk="0" hangingPunct="1">
              <a:spcBef>
                <a:spcPts val="0"/>
              </a:spcBef>
              <a:spcAft>
                <a:spcPts val="280"/>
              </a:spcAft>
              <a:buClr>
                <a:schemeClr val="accent6"/>
              </a:buClr>
              <a:buFont typeface="Wingdings" pitchFamily="2" charset="2"/>
              <a:buChar char="§"/>
              <a:defRPr sz="1200" kern="1200">
                <a:solidFill>
                  <a:schemeClr val="tx1"/>
                </a:solidFill>
                <a:latin typeface="+mn-lt"/>
                <a:ea typeface="+mn-ea"/>
                <a:cs typeface="+mn-cs"/>
              </a:defRPr>
            </a:lvl4pPr>
            <a:lvl5pPr marL="731520" indent="-228600" algn="l" defTabSz="914400" rtl="0" eaLnBrk="1" latinLnBrk="0" hangingPunct="1">
              <a:spcBef>
                <a:spcPts val="0"/>
              </a:spcBef>
              <a:spcAft>
                <a:spcPts val="280"/>
              </a:spcAft>
              <a:buClr>
                <a:srgbClr val="000000"/>
              </a:buClr>
              <a:buFont typeface="Arial" pitchFamily="34" charset="0"/>
              <a:buChar char="̵"/>
              <a:defRPr sz="1200" kern="1200" baseline="0">
                <a:solidFill>
                  <a:schemeClr val="tx1"/>
                </a:solidFill>
                <a:latin typeface="+mn-lt"/>
                <a:ea typeface="+mn-ea"/>
                <a:cs typeface="+mn-cs"/>
              </a:defRPr>
            </a:lvl5pPr>
            <a:lvl6pPr marL="1005840" indent="-228600" algn="l" defTabSz="914400" rtl="0" eaLnBrk="1" latinLnBrk="0" hangingPunct="1">
              <a:spcBef>
                <a:spcPts val="0"/>
              </a:spcBef>
              <a:spcAft>
                <a:spcPts val="240"/>
              </a:spcAft>
              <a:buClr>
                <a:srgbClr val="000000"/>
              </a:buClr>
              <a:buFont typeface="Arial" pitchFamily="34" charset="0"/>
              <a:buChar char="̵"/>
              <a:defRPr sz="1000" kern="1200" baseline="0">
                <a:solidFill>
                  <a:schemeClr val="tx1"/>
                </a:solidFill>
                <a:latin typeface="+mn-lt"/>
                <a:ea typeface="+mn-ea"/>
                <a:cs typeface="+mn-cs"/>
              </a:defRPr>
            </a:lvl6pPr>
            <a:lvl7pPr marL="1280160" indent="-228600" algn="l" defTabSz="914400" rtl="0" eaLnBrk="1" latinLnBrk="0" hangingPunct="1">
              <a:spcBef>
                <a:spcPts val="0"/>
              </a:spcBef>
              <a:spcAft>
                <a:spcPts val="240"/>
              </a:spcAft>
              <a:buClr>
                <a:srgbClr val="000000"/>
              </a:buClr>
              <a:buFont typeface="Arial" pitchFamily="34" charset="0"/>
              <a:buChar char="̵"/>
              <a:defRPr sz="1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10000"/>
              </a:lnSpc>
            </a:pPr>
            <a:r>
              <a:rPr lang="en-US" altLang="ja-JP" sz="1200">
                <a:solidFill>
                  <a:srgbClr val="7F35B2"/>
                </a:solidFill>
                <a:latin typeface="+mj-lt"/>
                <a:ea typeface="BIZ UDP明朝 Medium" panose="02020500000000000000" pitchFamily="18" charset="-128"/>
                <a:cs typeface="メイリオ" panose="020B0604030504040204" pitchFamily="50" charset="-128"/>
              </a:rPr>
              <a:t>WTW</a:t>
            </a:r>
            <a:r>
              <a:rPr lang="ja-JP" altLang="en-US" sz="1200">
                <a:solidFill>
                  <a:srgbClr val="7F35B2"/>
                </a:solidFill>
                <a:latin typeface="+mj-lt"/>
                <a:ea typeface="BIZ UDP明朝 Medium" panose="02020500000000000000" pitchFamily="18" charset="-128"/>
                <a:cs typeface="メイリオ" panose="020B0604030504040204" pitchFamily="50" charset="-128"/>
              </a:rPr>
              <a:t>（ウイリス・タワーズワトソン）について</a:t>
            </a:r>
            <a:r>
              <a:rPr lang="en-US" sz="1200">
                <a:solidFill>
                  <a:srgbClr val="7F35B2"/>
                </a:solidFill>
                <a:latin typeface="+mj-lt"/>
                <a:ea typeface="BIZ UDP明朝 Medium" panose="02020500000000000000" pitchFamily="18" charset="-128"/>
                <a:cs typeface="メイリオ" panose="020B0604030504040204" pitchFamily="50" charset="-128"/>
              </a:rPr>
              <a:t> </a:t>
            </a:r>
          </a:p>
          <a:p>
            <a:pPr>
              <a:lnSpc>
                <a:spcPct val="110000"/>
              </a:lnSpc>
            </a:pPr>
            <a:r>
              <a:rPr lang="en-US" altLang="ja-JP" sz="1000" b="0">
                <a:latin typeface="+mj-lt"/>
                <a:ea typeface="BIZ UDP明朝 Medium" panose="02020500000000000000" pitchFamily="18" charset="-128"/>
                <a:cs typeface="メイリオ" panose="020B0604030504040204" pitchFamily="50" charset="-128"/>
              </a:rPr>
              <a:t>WTW</a:t>
            </a:r>
            <a:r>
              <a:rPr lang="ja-JP" altLang="en-US" sz="1000" b="0">
                <a:latin typeface="+mj-lt"/>
                <a:ea typeface="BIZ UDP明朝 Medium" panose="02020500000000000000" pitchFamily="18" charset="-128"/>
                <a:cs typeface="メイリオ" panose="020B0604030504040204" pitchFamily="50" charset="-128"/>
              </a:rPr>
              <a:t>（</a:t>
            </a:r>
            <a:r>
              <a:rPr lang="en-US" altLang="ja-JP" sz="1000" b="0">
                <a:latin typeface="+mj-lt"/>
                <a:ea typeface="BIZ UDP明朝 Medium" panose="02020500000000000000" pitchFamily="18" charset="-128"/>
                <a:cs typeface="メイリオ" panose="020B0604030504040204" pitchFamily="50" charset="-128"/>
              </a:rPr>
              <a:t>NASDAQ</a:t>
            </a:r>
            <a:r>
              <a:rPr lang="ja-JP" altLang="en-US" sz="1000" b="0">
                <a:latin typeface="+mj-lt"/>
                <a:ea typeface="BIZ UDP明朝 Medium" panose="02020500000000000000" pitchFamily="18" charset="-128"/>
                <a:cs typeface="メイリオ" panose="020B0604030504040204" pitchFamily="50" charset="-128"/>
              </a:rPr>
              <a:t>：</a:t>
            </a:r>
            <a:r>
              <a:rPr lang="en-US" altLang="ja-JP" sz="1000" b="0">
                <a:latin typeface="+mj-lt"/>
                <a:ea typeface="BIZ UDP明朝 Medium" panose="02020500000000000000" pitchFamily="18" charset="-128"/>
                <a:cs typeface="メイリオ" panose="020B0604030504040204" pitchFamily="50" charset="-128"/>
              </a:rPr>
              <a:t>WTW</a:t>
            </a:r>
            <a:r>
              <a:rPr lang="ja-JP" altLang="en-US" sz="1000" b="0">
                <a:latin typeface="+mj-lt"/>
                <a:ea typeface="BIZ UDP明朝 Medium" panose="02020500000000000000" pitchFamily="18" charset="-128"/>
                <a:cs typeface="メイリオ" panose="020B0604030504040204" pitchFamily="50" charset="-128"/>
              </a:rPr>
              <a:t>）は、企業に対し、「人材」、「リスク」、「資本」の分野でデータと洞察主導のソリューションを提供しています。世界</a:t>
            </a:r>
            <a:r>
              <a:rPr lang="en-US" altLang="ja-JP" sz="1000" b="0">
                <a:latin typeface="+mj-lt"/>
                <a:ea typeface="BIZ UDP明朝 Medium" panose="02020500000000000000" pitchFamily="18" charset="-128"/>
                <a:cs typeface="メイリオ" panose="020B0604030504040204" pitchFamily="50" charset="-128"/>
              </a:rPr>
              <a:t>140</a:t>
            </a:r>
            <a:r>
              <a:rPr lang="ja-JP" altLang="en-US" sz="1000" b="0">
                <a:latin typeface="+mj-lt"/>
                <a:ea typeface="BIZ UDP明朝 Medium" panose="02020500000000000000" pitchFamily="18" charset="-128"/>
                <a:cs typeface="メイリオ" panose="020B0604030504040204" pitchFamily="50" charset="-128"/>
              </a:rPr>
              <a:t>の国と市場においてサービスを提供しているグローバルな視点とローカルな専門知識を活用し、企業戦略の進展、組織のレジリエンス強化、従業員のモチベーション向上、パフォーマンスの最大化を支援します。 </a:t>
            </a:r>
          </a:p>
          <a:p>
            <a:pPr>
              <a:lnSpc>
                <a:spcPct val="110000"/>
              </a:lnSpc>
            </a:pPr>
            <a:r>
              <a:rPr lang="ja-JP" altLang="en-US" sz="1000" b="0">
                <a:latin typeface="+mj-lt"/>
                <a:ea typeface="BIZ UDP明朝 Medium" panose="02020500000000000000" pitchFamily="18" charset="-128"/>
                <a:cs typeface="メイリオ" panose="020B0604030504040204" pitchFamily="50" charset="-128"/>
              </a:rPr>
              <a:t>私たちはお客様と緊密に協力して、持続可能な成功への機会を見つけ出し、あなたを動かす視点を提供します。</a:t>
            </a:r>
          </a:p>
        </p:txBody>
      </p:sp>
      <p:sp>
        <p:nvSpPr>
          <p:cNvPr id="2" name="Footer Placeholder 1">
            <a:extLst>
              <a:ext uri="{FF2B5EF4-FFF2-40B4-BE49-F238E27FC236}">
                <a16:creationId xmlns:a16="http://schemas.microsoft.com/office/drawing/2014/main" id="{42506CD0-28EF-A775-1C1D-A46F17EDEC21}"/>
              </a:ext>
            </a:extLst>
          </p:cNvPr>
          <p:cNvSpPr>
            <a:spLocks noGrp="1"/>
          </p:cNvSpPr>
          <p:nvPr>
            <p:ph type="ftr" sz="quarter" idx="10"/>
          </p:nvPr>
        </p:nvSpPr>
        <p:spPr/>
        <p:txBody>
          <a:bodyPr/>
          <a:lstStyle/>
          <a:p>
            <a:pPr lvl="6"/>
            <a:r>
              <a:rPr lang="en-US"/>
              <a:t>© 2025 WTW. Proprietary and confidential. For WTW and WTW client use only.</a:t>
            </a:r>
          </a:p>
        </p:txBody>
      </p:sp>
    </p:spTree>
    <p:extLst>
      <p:ext uri="{BB962C8B-B14F-4D97-AF65-F5344CB8AC3E}">
        <p14:creationId xmlns:p14="http://schemas.microsoft.com/office/powerpoint/2010/main" val="302988848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GPREFIX" val="SA_"/>
  <p:tag name="SA_WATERMARK" val="SA_WATERMARK"/>
  <p:tag name="SA_CREATEDATE" val="27 June 2022"/>
  <p:tag name="SA_TEMPLATENAME" val="wtw_ppt_16x9_template with in-situ_slides_060922"/>
</p:tagLst>
</file>

<file path=ppt/tags/tag2.xml><?xml version="1.0" encoding="utf-8"?>
<p:tagLst xmlns:a="http://schemas.openxmlformats.org/drawingml/2006/main" xmlns:r="http://schemas.openxmlformats.org/officeDocument/2006/relationships" xmlns:p="http://schemas.openxmlformats.org/presentationml/2006/main">
  <p:tag name="SA_WATERMARK" val="SA_WATERMARK"/>
</p:tagLst>
</file>

<file path=ppt/tags/tag3.xml><?xml version="1.0" encoding="utf-8"?>
<p:tagLst xmlns:a="http://schemas.openxmlformats.org/drawingml/2006/main" xmlns:r="http://schemas.openxmlformats.org/officeDocument/2006/relationships" xmlns:p="http://schemas.openxmlformats.org/presentationml/2006/main">
  <p:tag name="SA_WATERMARK" val="SA_WATERMARK"/>
</p:tagLst>
</file>

<file path=ppt/tags/tag4.xml><?xml version="1.0" encoding="utf-8"?>
<p:tagLst xmlns:a="http://schemas.openxmlformats.org/drawingml/2006/main" xmlns:r="http://schemas.openxmlformats.org/officeDocument/2006/relationships" xmlns:p="http://schemas.openxmlformats.org/presentationml/2006/main">
  <p:tag name="SA_WATERMARK" val="SA_WATERMARK"/>
</p:tagLst>
</file>

<file path=ppt/theme/theme1.xml><?xml version="1.0" encoding="utf-8"?>
<a:theme xmlns:a="http://schemas.openxmlformats.org/drawingml/2006/main" name="WTW Brand Template">
  <a:themeElements>
    <a:clrScheme name="Custom 37">
      <a:dk1>
        <a:srgbClr val="000000"/>
      </a:dk1>
      <a:lt1>
        <a:srgbClr val="FFFFFF"/>
      </a:lt1>
      <a:dk2>
        <a:srgbClr val="7F35B2"/>
      </a:dk2>
      <a:lt2>
        <a:srgbClr val="E6E6E6"/>
      </a:lt2>
      <a:accent1>
        <a:srgbClr val="48086F"/>
      </a:accent1>
      <a:accent2>
        <a:srgbClr val="C900AC"/>
      </a:accent2>
      <a:accent3>
        <a:srgbClr val="F6517F"/>
      </a:accent3>
      <a:accent4>
        <a:srgbClr val="FF8204"/>
      </a:accent4>
      <a:accent5>
        <a:srgbClr val="FFB92A"/>
      </a:accent5>
      <a:accent6>
        <a:srgbClr val="3ADCC9"/>
      </a:accent6>
      <a:hlink>
        <a:srgbClr val="7F34B2"/>
      </a:hlink>
      <a:folHlink>
        <a:srgbClr val="48086F"/>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defPPr algn="ctr">
          <a:defRPr kumimoji="1" sz="1600" b="0" i="0" dirty="0" smtClean="0">
            <a:solidFill>
              <a:schemeClr val="bg1"/>
            </a:solidFill>
            <a:ea typeface="Meiryo UI" panose="020B0604030504040204" pitchFamily="50" charset="-128"/>
            <a:cs typeface="Roboto" panose="02000000000000000000" pitchFamily="2" charset="0"/>
          </a:defRPr>
        </a:defPPr>
      </a:lstStyle>
    </a:spDef>
    <a:txDef>
      <a:spPr>
        <a:noFill/>
      </a:spPr>
      <a:bodyPr wrap="square" lIns="0" tIns="91440" rIns="0" bIns="0" rtlCol="0">
        <a:normAutofit/>
      </a:bodyPr>
      <a:lstStyle>
        <a:defPPr marL="0" indent="-3657600" algn="l">
          <a:spcAft>
            <a:spcPts val="600"/>
          </a:spcAft>
          <a:defRPr sz="1600" b="0" i="0">
            <a:solidFill>
              <a:schemeClr val="tx2"/>
            </a:solidFill>
            <a:latin typeface="+mn-lt"/>
            <a:ea typeface="Roboto" panose="02000000000000000000" pitchFamily="2" charset="0"/>
            <a:cs typeface="Times New Roman" panose="02020603050405020304" pitchFamily="18" charset="0"/>
          </a:defRPr>
        </a:defPPr>
      </a:lstStyle>
    </a:txDef>
  </a:objectDefaults>
  <a:extraClrSchemeLst/>
  <a:custClrLst>
    <a:custClr name="Ultraviolet">
      <a:srgbClr val="7F35B2"/>
    </a:custClr>
    <a:custClr name="Black">
      <a:srgbClr val="000000"/>
    </a:custClr>
    <a:custClr name="White">
      <a:srgbClr val="FFFFFF"/>
    </a:custClr>
    <a:custClr name="Gray Matter Light">
      <a:srgbClr val="E6E6E6"/>
    </a:custClr>
    <a:custClr name="Gray Matter">
      <a:srgbClr val="BFBFBF"/>
    </a:custClr>
    <a:custClr name="Gray Matter Dark">
      <a:srgbClr val="808080"/>
    </a:custClr>
    <a:custClr name="White">
      <a:srgbClr val="FFFFFF"/>
    </a:custClr>
    <a:custClr name="White">
      <a:srgbClr val="FFFFFF"/>
    </a:custClr>
    <a:custClr name="White">
      <a:srgbClr val="FFFFFF"/>
    </a:custClr>
    <a:custClr name="White">
      <a:srgbClr val="FFFFFF"/>
    </a:custClr>
    <a:custClr name="Ultraviolet Dark">
      <a:srgbClr val="48086F"/>
    </a:custClr>
    <a:custClr name="Fireworks">
      <a:srgbClr val="C900AC"/>
    </a:custClr>
    <a:custClr name="Coral Reef">
      <a:srgbClr val="F6517F"/>
    </a:custClr>
    <a:custClr name="Mandarin">
      <a:srgbClr val="FF8204"/>
    </a:custClr>
    <a:custClr name="Submarine">
      <a:srgbClr val="FFB92A"/>
    </a:custClr>
    <a:custClr name="Infinity">
      <a:srgbClr val="3ADCC9"/>
    </a:custClr>
    <a:custClr name="Stratosphere">
      <a:srgbClr val="327FEF"/>
    </a:custClr>
    <a:custClr name="White">
      <a:srgbClr val="FFFFFF"/>
    </a:custClr>
    <a:custClr name="White">
      <a:srgbClr val="FFFFFF"/>
    </a:custClr>
    <a:custClr name="White">
      <a:srgbClr val="FFFFFF"/>
    </a:custClr>
    <a:custClr name="Ultraviolet Light">
      <a:srgbClr val="C2A8F0"/>
    </a:custClr>
    <a:custClr name="Fireworks Light">
      <a:srgbClr val="E377DC"/>
    </a:custClr>
    <a:custClr name="Coral Reef Light">
      <a:srgbClr val="FFA3C2"/>
    </a:custClr>
    <a:custClr name="Mandarin Light">
      <a:srgbClr val="FFBFAC"/>
    </a:custClr>
    <a:custClr name="Submarine Light">
      <a:srgbClr val="F8E19A"/>
    </a:custClr>
    <a:custClr name="Infinity Light">
      <a:srgbClr val="A8E8E2"/>
    </a:custClr>
    <a:custClr name="Stratosphere Light">
      <a:srgbClr val="C3D7FE"/>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wtw_ppt_16x9_template_and_guidance_230119.potx" id="{A086E9CB-5812-4534-A2D8-31C9DF2B1147}" vid="{9FC092D6-71C3-41C1-ABC5-75E4D6A76F8E}"/>
    </a:ext>
  </a:extLst>
</a:theme>
</file>

<file path=ppt/theme/theme2.xml><?xml version="1.0" encoding="utf-8"?>
<a:theme xmlns:a="http://schemas.openxmlformats.org/drawingml/2006/main" name="1_WTW Brand Template">
  <a:themeElements>
    <a:clrScheme name="Custom 37">
      <a:dk1>
        <a:srgbClr val="000000"/>
      </a:dk1>
      <a:lt1>
        <a:srgbClr val="FFFFFF"/>
      </a:lt1>
      <a:dk2>
        <a:srgbClr val="7F35B2"/>
      </a:dk2>
      <a:lt2>
        <a:srgbClr val="E6E6E6"/>
      </a:lt2>
      <a:accent1>
        <a:srgbClr val="48086F"/>
      </a:accent1>
      <a:accent2>
        <a:srgbClr val="C900AC"/>
      </a:accent2>
      <a:accent3>
        <a:srgbClr val="F6517F"/>
      </a:accent3>
      <a:accent4>
        <a:srgbClr val="FF8204"/>
      </a:accent4>
      <a:accent5>
        <a:srgbClr val="FFB92A"/>
      </a:accent5>
      <a:accent6>
        <a:srgbClr val="3ADCC9"/>
      </a:accent6>
      <a:hlink>
        <a:srgbClr val="7F34B2"/>
      </a:hlink>
      <a:folHlink>
        <a:srgbClr val="48086F"/>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defPPr algn="ctr">
          <a:defRPr kumimoji="1" sz="1600" b="0" i="0" dirty="0" smtClean="0">
            <a:solidFill>
              <a:schemeClr val="bg1"/>
            </a:solidFill>
            <a:ea typeface="Meiryo UI" panose="020B0604030504040204" pitchFamily="50" charset="-128"/>
            <a:cs typeface="Roboto" panose="02000000000000000000" pitchFamily="2" charset="0"/>
          </a:defRPr>
        </a:defPPr>
      </a:lstStyle>
    </a:spDef>
    <a:txDef>
      <a:spPr>
        <a:noFill/>
      </a:spPr>
      <a:bodyPr wrap="square" lIns="0" tIns="91440" rIns="0" bIns="0" rtlCol="0">
        <a:normAutofit/>
      </a:bodyPr>
      <a:lstStyle>
        <a:defPPr marL="0" indent="-3657600" algn="l">
          <a:spcAft>
            <a:spcPts val="600"/>
          </a:spcAft>
          <a:defRPr sz="1600" b="0" i="0">
            <a:solidFill>
              <a:schemeClr val="tx2"/>
            </a:solidFill>
            <a:latin typeface="+mn-lt"/>
            <a:ea typeface="Roboto" panose="02000000000000000000" pitchFamily="2" charset="0"/>
            <a:cs typeface="Times New Roman" panose="02020603050405020304" pitchFamily="18" charset="0"/>
          </a:defRPr>
        </a:defPPr>
      </a:lstStyle>
    </a:txDef>
  </a:objectDefaults>
  <a:extraClrSchemeLst/>
  <a:custClrLst>
    <a:custClr name="Ultraviolet">
      <a:srgbClr val="7F35B2"/>
    </a:custClr>
    <a:custClr name="Black">
      <a:srgbClr val="000000"/>
    </a:custClr>
    <a:custClr name="White">
      <a:srgbClr val="FFFFFF"/>
    </a:custClr>
    <a:custClr name="Gray Matter Light">
      <a:srgbClr val="E6E6E6"/>
    </a:custClr>
    <a:custClr name="Gray Matter">
      <a:srgbClr val="BFBFBF"/>
    </a:custClr>
    <a:custClr name="Gray Matter Dark">
      <a:srgbClr val="808080"/>
    </a:custClr>
    <a:custClr name="White">
      <a:srgbClr val="FFFFFF"/>
    </a:custClr>
    <a:custClr name="White">
      <a:srgbClr val="FFFFFF"/>
    </a:custClr>
    <a:custClr name="White">
      <a:srgbClr val="FFFFFF"/>
    </a:custClr>
    <a:custClr name="White">
      <a:srgbClr val="FFFFFF"/>
    </a:custClr>
    <a:custClr name="Ultraviolet Dark">
      <a:srgbClr val="48086F"/>
    </a:custClr>
    <a:custClr name="Fireworks">
      <a:srgbClr val="C900AC"/>
    </a:custClr>
    <a:custClr name="Coral Reef">
      <a:srgbClr val="F6517F"/>
    </a:custClr>
    <a:custClr name="Mandarin">
      <a:srgbClr val="FF8204"/>
    </a:custClr>
    <a:custClr name="Submarine">
      <a:srgbClr val="FFB92A"/>
    </a:custClr>
    <a:custClr name="Infinity">
      <a:srgbClr val="3ADCC9"/>
    </a:custClr>
    <a:custClr name="Stratosphere">
      <a:srgbClr val="327FEF"/>
    </a:custClr>
    <a:custClr name="White">
      <a:srgbClr val="FFFFFF"/>
    </a:custClr>
    <a:custClr name="White">
      <a:srgbClr val="FFFFFF"/>
    </a:custClr>
    <a:custClr name="White">
      <a:srgbClr val="FFFFFF"/>
    </a:custClr>
    <a:custClr name="Ultraviolet Light">
      <a:srgbClr val="C2A8F0"/>
    </a:custClr>
    <a:custClr name="Fireworks Light">
      <a:srgbClr val="E377DC"/>
    </a:custClr>
    <a:custClr name="Coral Reef Light">
      <a:srgbClr val="FFA3C2"/>
    </a:custClr>
    <a:custClr name="Mandarin Light">
      <a:srgbClr val="FFBFAC"/>
    </a:custClr>
    <a:custClr name="Submarine Light">
      <a:srgbClr val="F8E19A"/>
    </a:custClr>
    <a:custClr name="Infinity Light">
      <a:srgbClr val="A8E8E2"/>
    </a:custClr>
    <a:custClr name="Stratosphere Light">
      <a:srgbClr val="C3D7FE"/>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wtw_ppt_16x9_template_and_guidance_230119.potx" id="{A086E9CB-5812-4534-A2D8-31C9DF2B1147}" vid="{9FC092D6-71C3-41C1-ABC5-75E4D6A76F8E}"/>
    </a:ext>
  </a:extLst>
</a:theme>
</file>

<file path=ppt/theme/theme3.xml><?xml version="1.0" encoding="utf-8"?>
<a:theme xmlns:a="http://schemas.openxmlformats.org/drawingml/2006/main" name="5_WTW Brand Template">
  <a:themeElements>
    <a:clrScheme name="Custom 37">
      <a:dk1>
        <a:srgbClr val="000000"/>
      </a:dk1>
      <a:lt1>
        <a:srgbClr val="FFFFFF"/>
      </a:lt1>
      <a:dk2>
        <a:srgbClr val="7F35B2"/>
      </a:dk2>
      <a:lt2>
        <a:srgbClr val="E6E6E6"/>
      </a:lt2>
      <a:accent1>
        <a:srgbClr val="48086F"/>
      </a:accent1>
      <a:accent2>
        <a:srgbClr val="C900AC"/>
      </a:accent2>
      <a:accent3>
        <a:srgbClr val="F6517F"/>
      </a:accent3>
      <a:accent4>
        <a:srgbClr val="FF8204"/>
      </a:accent4>
      <a:accent5>
        <a:srgbClr val="FFB92A"/>
      </a:accent5>
      <a:accent6>
        <a:srgbClr val="3ADCC9"/>
      </a:accent6>
      <a:hlink>
        <a:srgbClr val="7F34B2"/>
      </a:hlink>
      <a:folHlink>
        <a:srgbClr val="48086F"/>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defPPr algn="ctr">
          <a:defRPr sz="1600" b="0" i="0">
            <a:solidFill>
              <a:schemeClr val="bg1"/>
            </a:solidFill>
            <a:latin typeface="+mn-lt"/>
            <a:ea typeface="Roboto" panose="02000000000000000000" pitchFamily="2" charset="0"/>
            <a:cs typeface="Roboto" panose="02000000000000000000" pitchFamily="2" charset="0"/>
          </a:defRPr>
        </a:defPPr>
      </a:lstStyle>
    </a:spDef>
    <a:txDef>
      <a:spPr>
        <a:noFill/>
      </a:spPr>
      <a:bodyPr wrap="square" lIns="0" tIns="91440" rIns="0" bIns="0" rtlCol="0">
        <a:normAutofit/>
      </a:bodyPr>
      <a:lstStyle>
        <a:defPPr marL="0" indent="-3657600" algn="l">
          <a:spcAft>
            <a:spcPts val="600"/>
          </a:spcAft>
          <a:defRPr sz="1600" b="0" i="0">
            <a:solidFill>
              <a:schemeClr val="tx2"/>
            </a:solidFill>
            <a:latin typeface="+mn-lt"/>
            <a:ea typeface="Roboto" panose="02000000000000000000" pitchFamily="2" charset="0"/>
            <a:cs typeface="Times New Roman" panose="02020603050405020304" pitchFamily="18" charset="0"/>
          </a:defRPr>
        </a:defPPr>
      </a:lstStyle>
    </a:txDef>
  </a:objectDefaults>
  <a:extraClrSchemeLst/>
  <a:custClrLst>
    <a:custClr name="Ultraviolet">
      <a:srgbClr val="7F35B2"/>
    </a:custClr>
    <a:custClr name="Black">
      <a:srgbClr val="000000"/>
    </a:custClr>
    <a:custClr name="White">
      <a:srgbClr val="FFFFFF"/>
    </a:custClr>
    <a:custClr name="Gray Matter Light">
      <a:srgbClr val="E6E6E6"/>
    </a:custClr>
    <a:custClr name="Gray Matter">
      <a:srgbClr val="BFBFBF"/>
    </a:custClr>
    <a:custClr name="Gray Matter Dark">
      <a:srgbClr val="808080"/>
    </a:custClr>
    <a:custClr name="White">
      <a:srgbClr val="FFFFFF"/>
    </a:custClr>
    <a:custClr name="White">
      <a:srgbClr val="FFFFFF"/>
    </a:custClr>
    <a:custClr name="White">
      <a:srgbClr val="FFFFFF"/>
    </a:custClr>
    <a:custClr name="White">
      <a:srgbClr val="FFFFFF"/>
    </a:custClr>
    <a:custClr name="Ultraviolet Dark">
      <a:srgbClr val="48086F"/>
    </a:custClr>
    <a:custClr name="Fireworks">
      <a:srgbClr val="C900AC"/>
    </a:custClr>
    <a:custClr name="Coral Reef">
      <a:srgbClr val="F6517F"/>
    </a:custClr>
    <a:custClr name="Mandarin">
      <a:srgbClr val="FF8204"/>
    </a:custClr>
    <a:custClr name="Submarine">
      <a:srgbClr val="FFB92A"/>
    </a:custClr>
    <a:custClr name="Infinity">
      <a:srgbClr val="3ADCC9"/>
    </a:custClr>
    <a:custClr name="Stratosphere">
      <a:srgbClr val="327FEF"/>
    </a:custClr>
    <a:custClr name="White">
      <a:srgbClr val="FFFFFF"/>
    </a:custClr>
    <a:custClr name="White">
      <a:srgbClr val="FFFFFF"/>
    </a:custClr>
    <a:custClr name="White">
      <a:srgbClr val="FFFFFF"/>
    </a:custClr>
    <a:custClr name="Ultraviolet Light">
      <a:srgbClr val="C2A8F0"/>
    </a:custClr>
    <a:custClr name="Fireworks Light">
      <a:srgbClr val="E377DC"/>
    </a:custClr>
    <a:custClr name="Coral Reef Light">
      <a:srgbClr val="FFA3C2"/>
    </a:custClr>
    <a:custClr name="Mandarin Light">
      <a:srgbClr val="FFBFAC"/>
    </a:custClr>
    <a:custClr name="Submarine Light">
      <a:srgbClr val="F8E19A"/>
    </a:custClr>
    <a:custClr name="Infinity Light">
      <a:srgbClr val="A8E8E2"/>
    </a:custClr>
    <a:custClr name="Stratosphere Light">
      <a:srgbClr val="C3D7FE"/>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wtw_tw_urban_ppt_covers_250102" id="{9CBECCA8-4726-7A4F-823C-42500424199F}" vid="{169B7AC0-0E21-CD43-80D5-AA0ED5918D9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2189B84C6C3C743A97DA363997C4A01" ma:contentTypeVersion="17" ma:contentTypeDescription="Create a new document." ma:contentTypeScope="" ma:versionID="e6d7e5a6bae00ff70d1f0c71e2a4f919">
  <xsd:schema xmlns:xsd="http://www.w3.org/2001/XMLSchema" xmlns:xs="http://www.w3.org/2001/XMLSchema" xmlns:p="http://schemas.microsoft.com/office/2006/metadata/properties" xmlns:ns2="66886808-1c66-423b-9c81-d193634f8945" xmlns:ns3="e3af3928-72d3-4b8a-b86b-2250b2499d03" targetNamespace="http://schemas.microsoft.com/office/2006/metadata/properties" ma:root="true" ma:fieldsID="24b86641774d6f43b57660ae815ad8ed" ns2:_="" ns3:_="">
    <xsd:import namespace="66886808-1c66-423b-9c81-d193634f8945"/>
    <xsd:import namespace="e3af3928-72d3-4b8a-b86b-2250b2499d03"/>
    <xsd:element name="properties">
      <xsd:complexType>
        <xsd:sequence>
          <xsd:element name="documentManagement">
            <xsd:complexType>
              <xsd:all>
                <xsd:element ref="ns2:kdaf488c7e22481584a00f2974c1a37d" minOccurs="0"/>
                <xsd:element ref="ns3:TaxCatchAll" minOccurs="0"/>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2:MediaServiceOCR" minOccurs="0"/>
                <xsd:element ref="ns2: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886808-1c66-423b-9c81-d193634f8945" elementFormDefault="qualified">
    <xsd:import namespace="http://schemas.microsoft.com/office/2006/documentManagement/types"/>
    <xsd:import namespace="http://schemas.microsoft.com/office/infopath/2007/PartnerControls"/>
    <xsd:element name="kdaf488c7e22481584a00f2974c1a37d" ma:index="9" nillable="true" ma:taxonomy="true" ma:internalName="kdaf488c7e22481584a00f2974c1a37d" ma:taxonomyFieldName="Tag" ma:displayName="Tag" ma:readOnly="false" ma:fieldId="{4daf488c-7e22-4815-84a0-0f2974c1a37d}" ma:sspId="5d639306-5220-4f62-8b39-d9a537361609" ma:termSetId="8403d538-d188-4c13-bd01-6e3d6aa42355" ma:anchorId="00000000-0000-0000-0000-000000000000" ma:open="fals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description="" ma:indexed="true"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5d639306-5220-4f62-8b39-d9a537361609"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element name="Link" ma:index="23" nillable="true" ma:displayName="Link" ma:format="Hyperlink" ma:internalName="Link">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e3af3928-72d3-4b8a-b86b-2250b2499d03"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fc662806-f223-43ee-aedd-31ef52df7062}" ma:internalName="TaxCatchAll" ma:showField="CatchAllData" ma:web="8bb049fc-a38a-4274-87f2-82a07388eb5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6"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e3af3928-72d3-4b8a-b86b-2250b2499d03" xsi:nil="true"/>
    <lcf76f155ced4ddcb4097134ff3c332f xmlns="66886808-1c66-423b-9c81-d193634f8945">
      <Terms xmlns="http://schemas.microsoft.com/office/infopath/2007/PartnerControls"/>
    </lcf76f155ced4ddcb4097134ff3c332f>
    <kdaf488c7e22481584a00f2974c1a37d xmlns="66886808-1c66-423b-9c81-d193634f8945">
      <Terms xmlns="http://schemas.microsoft.com/office/infopath/2007/PartnerControls"/>
    </kdaf488c7e22481584a00f2974c1a37d>
    <Link xmlns="66886808-1c66-423b-9c81-d193634f8945">
      <Url xsi:nil="true"/>
      <Description xsi:nil="true"/>
    </Link>
  </documentManagement>
</p:properties>
</file>

<file path=customXml/itemProps1.xml><?xml version="1.0" encoding="utf-8"?>
<ds:datastoreItem xmlns:ds="http://schemas.openxmlformats.org/officeDocument/2006/customXml" ds:itemID="{A2EDC82A-0A12-4ADF-BE7D-0E725AB5A49D}">
  <ds:schemaRefs>
    <ds:schemaRef ds:uri="http://schemas.microsoft.com/sharepoint/v3/contenttype/forms"/>
  </ds:schemaRefs>
</ds:datastoreItem>
</file>

<file path=customXml/itemProps2.xml><?xml version="1.0" encoding="utf-8"?>
<ds:datastoreItem xmlns:ds="http://schemas.openxmlformats.org/officeDocument/2006/customXml" ds:itemID="{A8CF4045-CA21-4220-B526-58491BAA31D0}"/>
</file>

<file path=customXml/itemProps3.xml><?xml version="1.0" encoding="utf-8"?>
<ds:datastoreItem xmlns:ds="http://schemas.openxmlformats.org/officeDocument/2006/customXml" ds:itemID="{4F9D9452-C086-407F-8AAD-984BC742A2B1}">
  <ds:schemaRefs>
    <ds:schemaRef ds:uri="66886808-1c66-423b-9c81-d193634f8945"/>
    <ds:schemaRef ds:uri="e3af3928-72d3-4b8a-b86b-2250b2499d0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wtw_ppt_16x9_template_and_guidance_230126</Template>
  <TotalTime>0</TotalTime>
  <Words>2467</Words>
  <Application>Microsoft Office PowerPoint</Application>
  <PresentationFormat>ワイド画面</PresentationFormat>
  <Paragraphs>314</Paragraphs>
  <Slides>18</Slides>
  <Notes>11</Notes>
  <HiddenSlides>0</HiddenSlides>
  <MMClips>0</MMClips>
  <ScaleCrop>false</ScaleCrop>
  <HeadingPairs>
    <vt:vector size="6" baseType="variant">
      <vt:variant>
        <vt:lpstr>使用されているフォント</vt:lpstr>
      </vt:variant>
      <vt:variant>
        <vt:i4>7</vt:i4>
      </vt:variant>
      <vt:variant>
        <vt:lpstr>テーマ</vt:lpstr>
      </vt:variant>
      <vt:variant>
        <vt:i4>3</vt:i4>
      </vt:variant>
      <vt:variant>
        <vt:lpstr>スライド タイトル</vt:lpstr>
      </vt:variant>
      <vt:variant>
        <vt:i4>18</vt:i4>
      </vt:variant>
    </vt:vector>
  </HeadingPairs>
  <TitlesOfParts>
    <vt:vector size="28" baseType="lpstr">
      <vt:lpstr>BIZ UDP明朝 Medium</vt:lpstr>
      <vt:lpstr>BIZ UD明朝 Medium</vt:lpstr>
      <vt:lpstr>ＭＳ Ｐゴシック</vt:lpstr>
      <vt:lpstr>System Font Regular</vt:lpstr>
      <vt:lpstr>Arial</vt:lpstr>
      <vt:lpstr>Calibri</vt:lpstr>
      <vt:lpstr>Times New Roman</vt:lpstr>
      <vt:lpstr>WTW Brand Template</vt:lpstr>
      <vt:lpstr>1_WTW Brand Template</vt:lpstr>
      <vt:lpstr>5_WTW Brand Template</vt:lpstr>
      <vt:lpstr>2025年経営者報酬データベース 調査結果説明会</vt:lpstr>
      <vt:lpstr>PowerPoint プレゼンテーション</vt:lpstr>
      <vt:lpstr>PowerPoint プレゼンテーション</vt:lpstr>
      <vt:lpstr>PowerPoint プレゼンテーション</vt:lpstr>
      <vt:lpstr>報酬・指名委員会における審議・決定　＜報酬＞</vt:lpstr>
      <vt:lpstr>報酬・指名委員会における審議・決定　＜指名＞</vt:lpstr>
      <vt:lpstr>報酬ガバナンスへの転換　― 「パフォーマンス評価」の側面を重視</vt:lpstr>
      <vt:lpstr>PowerPoint プレゼンテーション</vt:lpstr>
      <vt:lpstr>実効性評価の進化　― 「個人評価」が示す新たなステージ</vt:lpstr>
      <vt:lpstr>実効性向上のボトルネック　― 「取締役個人評価」の壁</vt:lpstr>
      <vt:lpstr>取締役会のあり方　― 監督機能の持続性の担保</vt:lpstr>
      <vt:lpstr>PowerPoint プレゼンテーション</vt:lpstr>
      <vt:lpstr>指名と報酬の関係　― いずれの領域でも「経営者評価」は核心的なテーマ</vt:lpstr>
      <vt:lpstr>経営者評価の客観性向上　― 「評価する側も襟を正す」</vt:lpstr>
      <vt:lpstr>実効性向上の戦略的実践　― 経営者評価を軸とした監督機能の最適化</vt:lpstr>
      <vt:lpstr>まとめ</vt:lpstr>
      <vt:lpstr>アンケートご協力のお願い</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revision>1</cp:revision>
  <dcterms:created xsi:type="dcterms:W3CDTF">2023-10-13T06:16:49Z</dcterms:created>
  <dcterms:modified xsi:type="dcterms:W3CDTF">2026-04-07T03:23:42Z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347b247-e90e-43a3-9d7b-004f14ae6873_Enabled">
    <vt:lpwstr>true</vt:lpwstr>
  </property>
  <property fmtid="{D5CDD505-2E9C-101B-9397-08002B2CF9AE}" pid="3" name="MSIP_Label_d347b247-e90e-43a3-9d7b-004f14ae6873_SetDate">
    <vt:lpwstr>2023-10-13T06:17:00Z</vt:lpwstr>
  </property>
  <property fmtid="{D5CDD505-2E9C-101B-9397-08002B2CF9AE}" pid="4" name="MSIP_Label_d347b247-e90e-43a3-9d7b-004f14ae6873_Method">
    <vt:lpwstr>Standard</vt:lpwstr>
  </property>
  <property fmtid="{D5CDD505-2E9C-101B-9397-08002B2CF9AE}" pid="5" name="MSIP_Label_d347b247-e90e-43a3-9d7b-004f14ae6873_Name">
    <vt:lpwstr>d347b247-e90e-43a3-9d7b-004f14ae6873</vt:lpwstr>
  </property>
  <property fmtid="{D5CDD505-2E9C-101B-9397-08002B2CF9AE}" pid="6" name="MSIP_Label_d347b247-e90e-43a3-9d7b-004f14ae6873_SiteId">
    <vt:lpwstr>76e3921f-489b-4b7e-9547-9ea297add9b5</vt:lpwstr>
  </property>
  <property fmtid="{D5CDD505-2E9C-101B-9397-08002B2CF9AE}" pid="7" name="MSIP_Label_d347b247-e90e-43a3-9d7b-004f14ae6873_ActionId">
    <vt:lpwstr>9f3483a4-ce59-4083-8ec5-645778f20418</vt:lpwstr>
  </property>
  <property fmtid="{D5CDD505-2E9C-101B-9397-08002B2CF9AE}" pid="8" name="MSIP_Label_d347b247-e90e-43a3-9d7b-004f14ae6873_ContentBits">
    <vt:lpwstr>0</vt:lpwstr>
  </property>
  <property fmtid="{D5CDD505-2E9C-101B-9397-08002B2CF9AE}" pid="9" name="MediaServiceImageTags">
    <vt:lpwstr/>
  </property>
  <property fmtid="{D5CDD505-2E9C-101B-9397-08002B2CF9AE}" pid="10" name="Tag">
    <vt:lpwstr/>
  </property>
  <property fmtid="{D5CDD505-2E9C-101B-9397-08002B2CF9AE}" pid="11" name="ContentTypeId">
    <vt:lpwstr>0x01010042189B84C6C3C743A97DA363997C4A01</vt:lpwstr>
  </property>
  <property fmtid="{D5CDD505-2E9C-101B-9397-08002B2CF9AE}" pid="12" name="_dlc_policyId">
    <vt:lpwstr>0x0101009735E585F51CB84A8FDEB691F14D5653|953090257</vt:lpwstr>
  </property>
  <property fmtid="{D5CDD505-2E9C-101B-9397-08002B2CF9AE}" pid="13" name="ItemRetentionFormula">
    <vt:lpwstr>&lt;formula id="Microsoft.Office.RecordsManagement.PolicyFeatures.Expiration.Formula.BuiltIn"&gt;&lt;number&gt;100&lt;/number&gt;&lt;property&gt;Modified&lt;/property&gt;&lt;propertyId&gt;28cf69c5-fa48-462a-b5cd-27b6f9d2bd5f&lt;/propertyId&gt;&lt;period&gt;years&lt;/period&gt;&lt;/formula&gt;</vt:lpwstr>
  </property>
</Properties>
</file>